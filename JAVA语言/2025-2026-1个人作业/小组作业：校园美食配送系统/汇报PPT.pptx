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680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tags" Target="../tags/tag3.xml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2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2" Type="http://schemas.openxmlformats.org/officeDocument/2006/relationships/tags" Target="../tags/tag87.xml"/><Relationship Id="rId41" Type="http://schemas.openxmlformats.org/officeDocument/2006/relationships/tags" Target="../tags/tag86.xml"/><Relationship Id="rId40" Type="http://schemas.openxmlformats.org/officeDocument/2006/relationships/tags" Target="../tags/tag85.xml"/><Relationship Id="rId4" Type="http://schemas.openxmlformats.org/officeDocument/2006/relationships/tags" Target="../tags/tag49.xml"/><Relationship Id="rId39" Type="http://schemas.openxmlformats.org/officeDocument/2006/relationships/tags" Target="../tags/tag84.xml"/><Relationship Id="rId38" Type="http://schemas.openxmlformats.org/officeDocument/2006/relationships/tags" Target="../tags/tag83.xml"/><Relationship Id="rId37" Type="http://schemas.openxmlformats.org/officeDocument/2006/relationships/tags" Target="../tags/tag82.xml"/><Relationship Id="rId36" Type="http://schemas.openxmlformats.org/officeDocument/2006/relationships/tags" Target="../tags/tag81.xml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48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1" Type="http://schemas.openxmlformats.org/officeDocument/2006/relationships/tags" Target="../tags/tag163.xml"/><Relationship Id="rId40" Type="http://schemas.openxmlformats.org/officeDocument/2006/relationships/tags" Target="../tags/tag162.xml"/><Relationship Id="rId4" Type="http://schemas.openxmlformats.org/officeDocument/2006/relationships/tags" Target="../tags/tag126.xml"/><Relationship Id="rId39" Type="http://schemas.openxmlformats.org/officeDocument/2006/relationships/tags" Target="../tags/tag161.xml"/><Relationship Id="rId38" Type="http://schemas.openxmlformats.org/officeDocument/2006/relationships/tags" Target="../tags/tag160.xml"/><Relationship Id="rId37" Type="http://schemas.openxmlformats.org/officeDocument/2006/relationships/tags" Target="../tags/tag159.xml"/><Relationship Id="rId36" Type="http://schemas.openxmlformats.org/officeDocument/2006/relationships/tags" Target="../tags/tag158.xml"/><Relationship Id="rId35" Type="http://schemas.openxmlformats.org/officeDocument/2006/relationships/tags" Target="../tags/tag157.xml"/><Relationship Id="rId34" Type="http://schemas.openxmlformats.org/officeDocument/2006/relationships/tags" Target="../tags/tag156.xml"/><Relationship Id="rId33" Type="http://schemas.openxmlformats.org/officeDocument/2006/relationships/tags" Target="../tags/tag155.xml"/><Relationship Id="rId32" Type="http://schemas.openxmlformats.org/officeDocument/2006/relationships/tags" Target="../tags/tag154.xml"/><Relationship Id="rId31" Type="http://schemas.openxmlformats.org/officeDocument/2006/relationships/tags" Target="../tags/tag153.xml"/><Relationship Id="rId30" Type="http://schemas.openxmlformats.org/officeDocument/2006/relationships/tags" Target="../tags/tag152.xml"/><Relationship Id="rId3" Type="http://schemas.openxmlformats.org/officeDocument/2006/relationships/tags" Target="../tags/tag125.xml"/><Relationship Id="rId29" Type="http://schemas.openxmlformats.org/officeDocument/2006/relationships/tags" Target="../tags/tag151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tags" Target="../tags/tag148.xml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4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1" Type="http://schemas.openxmlformats.org/officeDocument/2006/relationships/tags" Target="../tags/tag190.xml"/><Relationship Id="rId30" Type="http://schemas.openxmlformats.org/officeDocument/2006/relationships/tags" Target="../tags/tag189.xml"/><Relationship Id="rId3" Type="http://schemas.openxmlformats.org/officeDocument/2006/relationships/tags" Target="../tags/tag165.xml"/><Relationship Id="rId29" Type="http://schemas.openxmlformats.org/officeDocument/2006/relationships/tags" Target="../tags/tag188.xml"/><Relationship Id="rId28" Type="http://schemas.openxmlformats.org/officeDocument/2006/relationships/tags" Target="../tags/tag187.xml"/><Relationship Id="rId27" Type="http://schemas.openxmlformats.org/officeDocument/2006/relationships/tags" Target="../tags/tag186.xml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4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image" Target="../media/image4.png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1" Type="http://schemas.openxmlformats.org/officeDocument/2006/relationships/tags" Target="../tags/tag227.xml"/><Relationship Id="rId20" Type="http://schemas.openxmlformats.org/officeDocument/2006/relationships/tags" Target="../tags/tag226.xml"/><Relationship Id="rId2" Type="http://schemas.openxmlformats.org/officeDocument/2006/relationships/tags" Target="../tags/tag208.xml"/><Relationship Id="rId19" Type="http://schemas.openxmlformats.org/officeDocument/2006/relationships/tags" Target="../tags/tag225.xml"/><Relationship Id="rId18" Type="http://schemas.openxmlformats.org/officeDocument/2006/relationships/tags" Target="../tags/tag224.xml"/><Relationship Id="rId17" Type="http://schemas.openxmlformats.org/officeDocument/2006/relationships/tags" Target="../tags/tag223.xml"/><Relationship Id="rId16" Type="http://schemas.openxmlformats.org/officeDocument/2006/relationships/tags" Target="../tags/tag222.xml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3" Type="http://schemas.openxmlformats.org/officeDocument/2006/relationships/tags" Target="../tags/tag249.xml"/><Relationship Id="rId22" Type="http://schemas.openxmlformats.org/officeDocument/2006/relationships/tags" Target="../tags/tag248.xml"/><Relationship Id="rId21" Type="http://schemas.openxmlformats.org/officeDocument/2006/relationships/tags" Target="../tags/tag247.xml"/><Relationship Id="rId20" Type="http://schemas.openxmlformats.org/officeDocument/2006/relationships/tags" Target="../tags/tag246.xml"/><Relationship Id="rId2" Type="http://schemas.openxmlformats.org/officeDocument/2006/relationships/tags" Target="../tags/tag228.xml"/><Relationship Id="rId19" Type="http://schemas.openxmlformats.org/officeDocument/2006/relationships/tags" Target="../tags/tag245.xml"/><Relationship Id="rId18" Type="http://schemas.openxmlformats.org/officeDocument/2006/relationships/tags" Target="../tags/tag244.xml"/><Relationship Id="rId17" Type="http://schemas.openxmlformats.org/officeDocument/2006/relationships/tags" Target="../tags/tag243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9" Type="http://schemas.openxmlformats.org/officeDocument/2006/relationships/tags" Target="../tags/tag284.xml"/><Relationship Id="rId18" Type="http://schemas.openxmlformats.org/officeDocument/2006/relationships/tags" Target="../tags/tag283.xml"/><Relationship Id="rId17" Type="http://schemas.openxmlformats.org/officeDocument/2006/relationships/tags" Target="../tags/tag282.xml"/><Relationship Id="rId16" Type="http://schemas.openxmlformats.org/officeDocument/2006/relationships/tags" Target="../tags/tag281.xml"/><Relationship Id="rId15" Type="http://schemas.openxmlformats.org/officeDocument/2006/relationships/tags" Target="../tags/tag280.xml"/><Relationship Id="rId14" Type="http://schemas.openxmlformats.org/officeDocument/2006/relationships/tags" Target="../tags/tag279.xml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3" Type="http://schemas.openxmlformats.org/officeDocument/2006/relationships/tags" Target="../tags/tag306.xml"/><Relationship Id="rId22" Type="http://schemas.openxmlformats.org/officeDocument/2006/relationships/tags" Target="../tags/tag305.xml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openxmlformats.org/officeDocument/2006/relationships/tags" Target="../tags/tag285.xml"/><Relationship Id="rId19" Type="http://schemas.openxmlformats.org/officeDocument/2006/relationships/tags" Target="../tags/tag302.xml"/><Relationship Id="rId18" Type="http://schemas.openxmlformats.org/officeDocument/2006/relationships/tags" Target="../tags/tag301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5" Type="http://schemas.openxmlformats.org/officeDocument/2006/relationships/tags" Target="../tags/tag320.xml"/><Relationship Id="rId14" Type="http://schemas.openxmlformats.org/officeDocument/2006/relationships/tags" Target="../tags/tag319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356.xml"/><Relationship Id="rId8" Type="http://schemas.openxmlformats.org/officeDocument/2006/relationships/tags" Target="../tags/tag355.xml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3" Type="http://schemas.openxmlformats.org/officeDocument/2006/relationships/tags" Target="../tags/tag360.xml"/><Relationship Id="rId12" Type="http://schemas.openxmlformats.org/officeDocument/2006/relationships/tags" Target="../tags/tag359.xml"/><Relationship Id="rId11" Type="http://schemas.openxmlformats.org/officeDocument/2006/relationships/tags" Target="../tags/tag358.xml"/><Relationship Id="rId10" Type="http://schemas.openxmlformats.org/officeDocument/2006/relationships/tags" Target="../tags/tag357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93.xml"/><Relationship Id="rId8" Type="http://schemas.openxmlformats.org/officeDocument/2006/relationships/tags" Target="../tags/tag392.xml"/><Relationship Id="rId7" Type="http://schemas.openxmlformats.org/officeDocument/2006/relationships/tags" Target="../tags/tag391.xml"/><Relationship Id="rId6" Type="http://schemas.openxmlformats.org/officeDocument/2006/relationships/tags" Target="../tags/tag390.xml"/><Relationship Id="rId5" Type="http://schemas.openxmlformats.org/officeDocument/2006/relationships/tags" Target="../tags/tag389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7" Type="http://schemas.openxmlformats.org/officeDocument/2006/relationships/tags" Target="../tags/tag401.xml"/><Relationship Id="rId16" Type="http://schemas.openxmlformats.org/officeDocument/2006/relationships/tags" Target="../tags/tag400.xml"/><Relationship Id="rId15" Type="http://schemas.openxmlformats.org/officeDocument/2006/relationships/tags" Target="../tags/tag399.xml"/><Relationship Id="rId14" Type="http://schemas.openxmlformats.org/officeDocument/2006/relationships/tags" Target="../tags/tag398.xml"/><Relationship Id="rId13" Type="http://schemas.openxmlformats.org/officeDocument/2006/relationships/tags" Target="../tags/tag397.xml"/><Relationship Id="rId12" Type="http://schemas.openxmlformats.org/officeDocument/2006/relationships/tags" Target="../tags/tag396.xml"/><Relationship Id="rId11" Type="http://schemas.openxmlformats.org/officeDocument/2006/relationships/tags" Target="../tags/tag395.xml"/><Relationship Id="rId10" Type="http://schemas.openxmlformats.org/officeDocument/2006/relationships/tags" Target="../tags/tag394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09.xml"/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3" Type="http://schemas.openxmlformats.org/officeDocument/2006/relationships/tags" Target="../tags/tag413.xml"/><Relationship Id="rId12" Type="http://schemas.openxmlformats.org/officeDocument/2006/relationships/tags" Target="../tags/tag412.xml"/><Relationship Id="rId11" Type="http://schemas.openxmlformats.org/officeDocument/2006/relationships/tags" Target="../tags/tag411.xml"/><Relationship Id="rId10" Type="http://schemas.openxmlformats.org/officeDocument/2006/relationships/tags" Target="../tags/tag410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21.xml"/><Relationship Id="rId8" Type="http://schemas.openxmlformats.org/officeDocument/2006/relationships/tags" Target="../tags/tag420.xml"/><Relationship Id="rId7" Type="http://schemas.openxmlformats.org/officeDocument/2006/relationships/tags" Target="../tags/tag419.xml"/><Relationship Id="rId6" Type="http://schemas.openxmlformats.org/officeDocument/2006/relationships/tags" Target="../tags/tag418.xml"/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2" Type="http://schemas.openxmlformats.org/officeDocument/2006/relationships/tags" Target="../tags/tag424.xml"/><Relationship Id="rId11" Type="http://schemas.openxmlformats.org/officeDocument/2006/relationships/tags" Target="../tags/tag423.xml"/><Relationship Id="rId10" Type="http://schemas.openxmlformats.org/officeDocument/2006/relationships/tags" Target="../tags/tag422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432.xml"/><Relationship Id="rId8" Type="http://schemas.openxmlformats.org/officeDocument/2006/relationships/tags" Target="../tags/tag431.xml"/><Relationship Id="rId7" Type="http://schemas.openxmlformats.org/officeDocument/2006/relationships/tags" Target="../tags/tag430.xml"/><Relationship Id="rId6" Type="http://schemas.openxmlformats.org/officeDocument/2006/relationships/tags" Target="../tags/tag429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4" Type="http://schemas.openxmlformats.org/officeDocument/2006/relationships/tags" Target="../tags/tag437.xml"/><Relationship Id="rId13" Type="http://schemas.openxmlformats.org/officeDocument/2006/relationships/tags" Target="../tags/tag436.xml"/><Relationship Id="rId12" Type="http://schemas.openxmlformats.org/officeDocument/2006/relationships/tags" Target="../tags/tag435.xml"/><Relationship Id="rId11" Type="http://schemas.openxmlformats.org/officeDocument/2006/relationships/tags" Target="../tags/tag434.xml"/><Relationship Id="rId10" Type="http://schemas.openxmlformats.org/officeDocument/2006/relationships/tags" Target="../tags/tag433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tags" Target="../tags/tag43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 userDrawn="1">
            <p:custDataLst>
              <p:tags r:id="rId2"/>
            </p:custDataLst>
          </p:nvPr>
        </p:nvGrpSpPr>
        <p:grpSpPr>
          <a:xfrm>
            <a:off x="11207115" y="5850890"/>
            <a:ext cx="457200" cy="449580"/>
            <a:chOff x="9811" y="434"/>
            <a:chExt cx="1991" cy="1956"/>
          </a:xfrm>
        </p:grpSpPr>
        <p:sp>
          <p:nvSpPr>
            <p:cNvPr id="39" name="矩形 38"/>
            <p:cNvSpPr/>
            <p:nvPr userDrawn="1">
              <p:custDataLst>
                <p:tags r:id="rId3"/>
              </p:custDataLst>
            </p:nvPr>
          </p:nvSpPr>
          <p:spPr>
            <a:xfrm>
              <a:off x="9811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 userDrawn="1">
              <p:custDataLst>
                <p:tags r:id="rId4"/>
              </p:custDataLst>
            </p:nvPr>
          </p:nvSpPr>
          <p:spPr>
            <a:xfrm>
              <a:off x="10587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 userDrawn="1">
              <p:custDataLst>
                <p:tags r:id="rId5"/>
              </p:custDataLst>
            </p:nvPr>
          </p:nvSpPr>
          <p:spPr>
            <a:xfrm>
              <a:off x="11364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 userDrawn="1">
              <p:custDataLst>
                <p:tags r:id="rId6"/>
              </p:custDataLst>
            </p:nvPr>
          </p:nvSpPr>
          <p:spPr>
            <a:xfrm>
              <a:off x="9811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>
              <p:custDataLst>
                <p:tags r:id="rId7"/>
              </p:custDataLst>
            </p:nvPr>
          </p:nvSpPr>
          <p:spPr>
            <a:xfrm>
              <a:off x="10587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>
              <p:custDataLst>
                <p:tags r:id="rId8"/>
              </p:custDataLst>
            </p:nvPr>
          </p:nvSpPr>
          <p:spPr>
            <a:xfrm>
              <a:off x="11364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 userDrawn="1">
              <p:custDataLst>
                <p:tags r:id="rId9"/>
              </p:custDataLst>
            </p:nvPr>
          </p:nvSpPr>
          <p:spPr>
            <a:xfrm>
              <a:off x="9811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 userDrawn="1">
              <p:custDataLst>
                <p:tags r:id="rId10"/>
              </p:custDataLst>
            </p:nvPr>
          </p:nvSpPr>
          <p:spPr>
            <a:xfrm>
              <a:off x="10587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 userDrawn="1">
              <p:custDataLst>
                <p:tags r:id="rId11"/>
              </p:custDataLst>
            </p:nvPr>
          </p:nvSpPr>
          <p:spPr>
            <a:xfrm>
              <a:off x="11364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5" name="图片 14" descr="232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49955" y="5499735"/>
            <a:ext cx="5835015" cy="1164590"/>
          </a:xfrm>
          <a:prstGeom prst="rect">
            <a:avLst/>
          </a:prstGeom>
        </p:spPr>
      </p:pic>
      <p:sp>
        <p:nvSpPr>
          <p:cNvPr id="4" name="任意多边形 3"/>
          <p:cNvSpPr/>
          <p:nvPr userDrawn="1">
            <p:custDataLst>
              <p:tags r:id="rId15"/>
            </p:custDataLst>
          </p:nvPr>
        </p:nvSpPr>
        <p:spPr>
          <a:xfrm rot="10800000" flipV="1">
            <a:off x="0" y="0"/>
            <a:ext cx="12191365" cy="6031865"/>
          </a:xfrm>
          <a:custGeom>
            <a:avLst/>
            <a:gdLst>
              <a:gd name="connisteX0" fmla="*/ 12191996 w 12191996"/>
              <a:gd name="connsiteY0" fmla="*/ 0 h 6032497"/>
              <a:gd name="connisteX1" fmla="*/ 0 w 12191996"/>
              <a:gd name="connsiteY1" fmla="*/ 0 h 6032497"/>
              <a:gd name="connisteX2" fmla="*/ 0 w 12191996"/>
              <a:gd name="connsiteY2" fmla="*/ 4985317 h 6032497"/>
              <a:gd name="connisteX3" fmla="*/ 508004 w 12191996"/>
              <a:gd name="connsiteY3" fmla="*/ 5493322 h 6032497"/>
              <a:gd name="connisteX4" fmla="*/ 8187025 w 12191996"/>
              <a:gd name="connsiteY4" fmla="*/ 5493322 h 6032497"/>
              <a:gd name="connisteX5" fmla="*/ 8768675 w 12191996"/>
              <a:gd name="connsiteY5" fmla="*/ 5702161 h 6032497"/>
              <a:gd name="connisteX6" fmla="*/ 8916076 w 12191996"/>
              <a:gd name="connsiteY6" fmla="*/ 5823658 h 6032497"/>
              <a:gd name="connisteX7" fmla="*/ 9497717 w 12191996"/>
              <a:gd name="connsiteY7" fmla="*/ 6032497 h 6032497"/>
              <a:gd name="connisteX8" fmla="*/ 11684002 w 12191996"/>
              <a:gd name="connsiteY8" fmla="*/ 6032497 h 6032497"/>
              <a:gd name="connisteX9" fmla="*/ 12191996 w 12191996"/>
              <a:gd name="connsiteY9" fmla="*/ 5524503 h 6032497"/>
              <a:gd name="connisteX10" fmla="*/ 12191996 w 12191996"/>
              <a:gd name="connsiteY10" fmla="*/ 0 h 60324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pathLst>
              <a:path w="12191997" h="6032498">
                <a:moveTo>
                  <a:pt x="12191997" y="0"/>
                </a:moveTo>
                <a:lnTo>
                  <a:pt x="0" y="0"/>
                </a:lnTo>
                <a:lnTo>
                  <a:pt x="0" y="4985318"/>
                </a:lnTo>
                <a:cubicBezTo>
                  <a:pt x="0" y="5265874"/>
                  <a:pt x="227439" y="5493322"/>
                  <a:pt x="508004" y="5493322"/>
                </a:cubicBezTo>
                <a:lnTo>
                  <a:pt x="8187026" y="5493322"/>
                </a:lnTo>
                <a:cubicBezTo>
                  <a:pt x="8399285" y="5493322"/>
                  <a:pt x="8604906" y="5567151"/>
                  <a:pt x="8768675" y="5702162"/>
                </a:cubicBezTo>
                <a:lnTo>
                  <a:pt x="8916077" y="5823658"/>
                </a:lnTo>
                <a:cubicBezTo>
                  <a:pt x="9079837" y="5958660"/>
                  <a:pt x="9285467" y="6032498"/>
                  <a:pt x="9497717" y="6032498"/>
                </a:cubicBezTo>
                <a:lnTo>
                  <a:pt x="11684002" y="6032498"/>
                </a:lnTo>
                <a:cubicBezTo>
                  <a:pt x="11964558" y="6032498"/>
                  <a:pt x="12191997" y="5805059"/>
                  <a:pt x="12191997" y="5524503"/>
                </a:cubicBezTo>
                <a:lnTo>
                  <a:pt x="12191997" y="0"/>
                </a:lnTo>
                <a:close/>
              </a:path>
            </a:pathLst>
          </a:custGeom>
          <a:gradFill>
            <a:gsLst>
              <a:gs pos="7100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>
            <p:custDataLst>
              <p:tags r:id="rId16"/>
            </p:custDataLst>
          </p:nvPr>
        </p:nvSpPr>
        <p:spPr>
          <a:xfrm>
            <a:off x="0" y="3568702"/>
            <a:ext cx="2654300" cy="2463165"/>
          </a:xfrm>
          <a:custGeom>
            <a:avLst/>
            <a:gdLst>
              <a:gd name="connisteX0" fmla="*/ 2654302 w 2654302"/>
              <a:gd name="connsiteY0" fmla="*/ 2463795 h 2463795"/>
              <a:gd name="connisteX1" fmla="*/ 190496 w 2654302"/>
              <a:gd name="connsiteY1" fmla="*/ 0 h 2463795"/>
              <a:gd name="connisteX2" fmla="*/ 0 w 2654302"/>
              <a:gd name="connsiteY2" fmla="*/ 7251 h 2463795"/>
              <a:gd name="connisteX3" fmla="*/ 0 w 2654302"/>
              <a:gd name="connsiteY3" fmla="*/ 1955801 h 2463795"/>
              <a:gd name="connisteX4" fmla="*/ 508004 w 2654302"/>
              <a:gd name="connsiteY4" fmla="*/ 2463795 h 2463795"/>
              <a:gd name="connisteX5" fmla="*/ 2654302 w 2654302"/>
              <a:gd name="connsiteY5" fmla="*/ 2463795 h 24637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2654302" h="2463796">
                <a:moveTo>
                  <a:pt x="2654302" y="2463796"/>
                </a:moveTo>
                <a:cubicBezTo>
                  <a:pt x="2654302" y="1103077"/>
                  <a:pt x="1551216" y="0"/>
                  <a:pt x="190497" y="0"/>
                </a:cubicBezTo>
                <a:cubicBezTo>
                  <a:pt x="126398" y="0"/>
                  <a:pt x="62865" y="2451"/>
                  <a:pt x="0" y="7251"/>
                </a:cubicBezTo>
                <a:lnTo>
                  <a:pt x="0" y="1955801"/>
                </a:lnTo>
                <a:cubicBezTo>
                  <a:pt x="0" y="2236357"/>
                  <a:pt x="227439" y="2463796"/>
                  <a:pt x="508004" y="2463796"/>
                </a:cubicBezTo>
                <a:lnTo>
                  <a:pt x="2654302" y="246379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7000"/>
                </a:schemeClr>
              </a:gs>
              <a:gs pos="100000">
                <a:schemeClr val="accent1">
                  <a:lumMod val="60000"/>
                  <a:lumOff val="40000"/>
                  <a:alpha val="61000"/>
                </a:schemeClr>
              </a:gs>
            </a:gsLst>
            <a:lin ang="54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>
            <p:custDataLst>
              <p:tags r:id="rId17"/>
            </p:custDataLst>
          </p:nvPr>
        </p:nvSpPr>
        <p:spPr>
          <a:xfrm>
            <a:off x="2184401" y="0"/>
            <a:ext cx="7797800" cy="4876165"/>
          </a:xfrm>
          <a:custGeom>
            <a:avLst/>
            <a:gdLst>
              <a:gd name="connisteX0" fmla="*/ 123654 w 7797802"/>
              <a:gd name="connsiteY0" fmla="*/ 0 h 4876796"/>
              <a:gd name="connisteX1" fmla="*/ 0 w 7797802"/>
              <a:gd name="connsiteY1" fmla="*/ 977895 h 4876796"/>
              <a:gd name="connisteX2" fmla="*/ 3898901 w 7797802"/>
              <a:gd name="connsiteY2" fmla="*/ 4876796 h 4876796"/>
              <a:gd name="connisteX3" fmla="*/ 7797802 w 7797802"/>
              <a:gd name="connsiteY3" fmla="*/ 977895 h 4876796"/>
              <a:gd name="connisteX4" fmla="*/ 7674156 w 7797802"/>
              <a:gd name="connsiteY4" fmla="*/ 0 h 4876796"/>
              <a:gd name="connisteX5" fmla="*/ 123654 w 7797802"/>
              <a:gd name="connsiteY5" fmla="*/ 0 h 48767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7797802" h="4876797">
                <a:moveTo>
                  <a:pt x="123654" y="0"/>
                </a:moveTo>
                <a:cubicBezTo>
                  <a:pt x="42940" y="312496"/>
                  <a:pt x="0" y="640181"/>
                  <a:pt x="0" y="977896"/>
                </a:cubicBezTo>
                <a:cubicBezTo>
                  <a:pt x="0" y="3131198"/>
                  <a:pt x="1745599" y="4876797"/>
                  <a:pt x="3898901" y="4876797"/>
                </a:cubicBezTo>
                <a:cubicBezTo>
                  <a:pt x="6052194" y="4876797"/>
                  <a:pt x="7797802" y="3131198"/>
                  <a:pt x="7797802" y="977896"/>
                </a:cubicBezTo>
                <a:cubicBezTo>
                  <a:pt x="7797802" y="640181"/>
                  <a:pt x="7754862" y="312496"/>
                  <a:pt x="7674157" y="0"/>
                </a:cubicBezTo>
                <a:lnTo>
                  <a:pt x="123654" y="0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5000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54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18"/>
            </p:custDataLst>
          </p:nvPr>
        </p:nvSpPr>
        <p:spPr>
          <a:xfrm>
            <a:off x="10441140" y="0"/>
            <a:ext cx="1751330" cy="1574165"/>
          </a:xfrm>
          <a:custGeom>
            <a:avLst/>
            <a:gdLst>
              <a:gd name="connisteX0" fmla="*/ 1750856 w 1750865"/>
              <a:gd name="connsiteY0" fmla="*/ 0 h 1574797"/>
              <a:gd name="connisteX1" fmla="*/ 0 w 1750865"/>
              <a:gd name="connsiteY1" fmla="*/ 0 h 1574797"/>
              <a:gd name="connisteX2" fmla="*/ 1649275 w 1750865"/>
              <a:gd name="connsiteY2" fmla="*/ 1574797 h 1574797"/>
              <a:gd name="connisteX3" fmla="*/ 1750856 w 1750865"/>
              <a:gd name="connsiteY3" fmla="*/ 1571725 h 1574797"/>
              <a:gd name="connisteX4" fmla="*/ 1750856 w 1750865"/>
              <a:gd name="connsiteY4" fmla="*/ 0 h 15747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50866" h="1574798">
                <a:moveTo>
                  <a:pt x="1750857" y="0"/>
                </a:moveTo>
                <a:lnTo>
                  <a:pt x="0" y="0"/>
                </a:lnTo>
                <a:cubicBezTo>
                  <a:pt x="39813" y="876452"/>
                  <a:pt x="762994" y="1574798"/>
                  <a:pt x="1649276" y="1574798"/>
                </a:cubicBezTo>
                <a:cubicBezTo>
                  <a:pt x="1683383" y="1574798"/>
                  <a:pt x="1717252" y="1573774"/>
                  <a:pt x="1750857" y="1571726"/>
                </a:cubicBezTo>
                <a:lnTo>
                  <a:pt x="1750857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60000"/>
                  <a:lumOff val="40000"/>
                  <a:alpha val="36000"/>
                </a:schemeClr>
              </a:gs>
            </a:gsLst>
            <a:lin ang="282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任意多边形 12"/>
          <p:cNvSpPr/>
          <p:nvPr userDrawn="1">
            <p:custDataLst>
              <p:tags r:id="rId22"/>
            </p:custDataLst>
          </p:nvPr>
        </p:nvSpPr>
        <p:spPr>
          <a:xfrm>
            <a:off x="11442701" y="6083302"/>
            <a:ext cx="342900" cy="342900"/>
          </a:xfrm>
          <a:custGeom>
            <a:avLst/>
            <a:gdLst>
              <a:gd name="connisteX0" fmla="*/ 0 w 342900"/>
              <a:gd name="connsiteY0" fmla="*/ 0 h 342900"/>
              <a:gd name="connisteX1" fmla="*/ 342900 w 342900"/>
              <a:gd name="connsiteY1" fmla="*/ 0 h 342900"/>
              <a:gd name="connisteX2" fmla="*/ 342900 w 342900"/>
              <a:gd name="connsiteY2" fmla="*/ 342900 h 342900"/>
              <a:gd name="connisteX3" fmla="*/ 0 w 342900"/>
              <a:gd name="connsiteY3" fmla="*/ 342900 h 342900"/>
              <a:gd name="connisteX4" fmla="*/ 0 w 342900"/>
              <a:gd name="connsiteY4" fmla="*/ 171450 h 342900"/>
              <a:gd name="connisteX5" fmla="*/ 0 w 342900"/>
              <a:gd name="connsiteY5" fmla="*/ 0 h 34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  <p:custDataLst>
              <p:tags r:id="rId23"/>
            </p:custDataLst>
          </p:nvPr>
        </p:nvSpPr>
        <p:spPr>
          <a:xfrm>
            <a:off x="1371600" y="1498600"/>
            <a:ext cx="926719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  <a:sym typeface="MiSans Medium" panose="00000600000000000000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标题 9"/>
          <p:cNvSpPr>
            <a:spLocks noGrp="1"/>
          </p:cNvSpPr>
          <p:nvPr>
            <p:ph type="ctrTitle" idx="14" hasCustomPrompt="1"/>
            <p:custDataLst>
              <p:tags r:id="rId24"/>
            </p:custDataLst>
          </p:nvPr>
        </p:nvSpPr>
        <p:spPr>
          <a:xfrm>
            <a:off x="1371600" y="2070100"/>
            <a:ext cx="9266555" cy="2357120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 u="none" strike="noStrike" kern="1200" cap="none" spc="0" normalizeH="0">
                <a:solidFill>
                  <a:srgbClr val="FFFFFF"/>
                </a:solidFill>
                <a:uFillTx/>
                <a:latin typeface="MiSans Normal" panose="00000500000000000000" charset="-122"/>
                <a:ea typeface="+mj-ea"/>
              </a:defRPr>
            </a:lvl1pPr>
          </a:lstStyle>
          <a:p>
            <a:r>
              <a:rPr lang="zh-CN" altLang="en-US" smtClean="0"/>
              <a:t>职场日常办公通用模板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5" hasCustomPrompt="1"/>
            <p:custDataLst>
              <p:tags r:id="rId25"/>
            </p:custDataLst>
          </p:nvPr>
        </p:nvSpPr>
        <p:spPr>
          <a:xfrm>
            <a:off x="1371600" y="4734560"/>
            <a:ext cx="926719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  <p:grpSp>
        <p:nvGrpSpPr>
          <p:cNvPr id="2" name="组合 1"/>
          <p:cNvGrpSpPr/>
          <p:nvPr userDrawn="1">
            <p:custDataLst>
              <p:tags r:id="rId26"/>
            </p:custDataLst>
          </p:nvPr>
        </p:nvGrpSpPr>
        <p:grpSpPr>
          <a:xfrm>
            <a:off x="1360170" y="473075"/>
            <a:ext cx="825500" cy="372745"/>
            <a:chOff x="7722" y="851"/>
            <a:chExt cx="4084" cy="1843"/>
          </a:xfrm>
        </p:grpSpPr>
        <p:sp>
          <p:nvSpPr>
            <p:cNvPr id="3" name="矩形 2"/>
            <p:cNvSpPr/>
            <p:nvPr>
              <p:custDataLst>
                <p:tags r:id="rId27"/>
              </p:custDataLst>
            </p:nvPr>
          </p:nvSpPr>
          <p:spPr>
            <a:xfrm>
              <a:off x="7722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28"/>
              </p:custDataLst>
            </p:nvPr>
          </p:nvSpPr>
          <p:spPr>
            <a:xfrm>
              <a:off x="8453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29"/>
              </p:custDataLst>
            </p:nvPr>
          </p:nvSpPr>
          <p:spPr>
            <a:xfrm>
              <a:off x="9184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>
              <p:custDataLst>
                <p:tags r:id="rId30"/>
              </p:custDataLst>
            </p:nvPr>
          </p:nvSpPr>
          <p:spPr>
            <a:xfrm>
              <a:off x="7722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>
              <p:custDataLst>
                <p:tags r:id="rId31"/>
              </p:custDataLst>
            </p:nvPr>
          </p:nvSpPr>
          <p:spPr>
            <a:xfrm>
              <a:off x="8453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>
              <p:custDataLst>
                <p:tags r:id="rId32"/>
              </p:custDataLst>
            </p:nvPr>
          </p:nvSpPr>
          <p:spPr>
            <a:xfrm>
              <a:off x="9184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>
              <p:custDataLst>
                <p:tags r:id="rId33"/>
              </p:custDataLst>
            </p:nvPr>
          </p:nvSpPr>
          <p:spPr>
            <a:xfrm>
              <a:off x="7722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>
              <p:custDataLst>
                <p:tags r:id="rId34"/>
              </p:custDataLst>
            </p:nvPr>
          </p:nvSpPr>
          <p:spPr>
            <a:xfrm>
              <a:off x="8453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>
              <p:custDataLst>
                <p:tags r:id="rId35"/>
              </p:custDataLst>
            </p:nvPr>
          </p:nvSpPr>
          <p:spPr>
            <a:xfrm>
              <a:off x="9184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>
              <p:custDataLst>
                <p:tags r:id="rId36"/>
              </p:custDataLst>
            </p:nvPr>
          </p:nvSpPr>
          <p:spPr>
            <a:xfrm>
              <a:off x="9932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>
              <p:custDataLst>
                <p:tags r:id="rId37"/>
              </p:custDataLst>
            </p:nvPr>
          </p:nvSpPr>
          <p:spPr>
            <a:xfrm>
              <a:off x="10663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>
              <p:custDataLst>
                <p:tags r:id="rId38"/>
              </p:custDataLst>
            </p:nvPr>
          </p:nvSpPr>
          <p:spPr>
            <a:xfrm>
              <a:off x="11394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>
              <p:custDataLst>
                <p:tags r:id="rId39"/>
              </p:custDataLst>
            </p:nvPr>
          </p:nvSpPr>
          <p:spPr>
            <a:xfrm>
              <a:off x="9932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>
              <p:custDataLst>
                <p:tags r:id="rId40"/>
              </p:custDataLst>
            </p:nvPr>
          </p:nvSpPr>
          <p:spPr>
            <a:xfrm>
              <a:off x="10663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>
              <p:custDataLst>
                <p:tags r:id="rId41"/>
              </p:custDataLst>
            </p:nvPr>
          </p:nvSpPr>
          <p:spPr>
            <a:xfrm>
              <a:off x="11394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>
              <p:custDataLst>
                <p:tags r:id="rId42"/>
              </p:custDataLst>
            </p:nvPr>
          </p:nvSpPr>
          <p:spPr>
            <a:xfrm>
              <a:off x="9932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>
              <p:custDataLst>
                <p:tags r:id="rId43"/>
              </p:custDataLst>
            </p:nvPr>
          </p:nvSpPr>
          <p:spPr>
            <a:xfrm>
              <a:off x="10663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>
              <p:custDataLst>
                <p:tags r:id="rId44"/>
              </p:custDataLst>
            </p:nvPr>
          </p:nvSpPr>
          <p:spPr>
            <a:xfrm>
              <a:off x="11394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635" y="0"/>
            <a:ext cx="12190730" cy="6858635"/>
          </a:xfrm>
          <a:prstGeom prst="rect">
            <a:avLst/>
          </a:prstGeom>
          <a:gradFill>
            <a:gsLst>
              <a:gs pos="7100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 userDrawn="1">
            <p:custDataLst>
              <p:tags r:id="rId3"/>
            </p:custDataLst>
          </p:nvPr>
        </p:nvSpPr>
        <p:spPr>
          <a:xfrm>
            <a:off x="1209040" y="0"/>
            <a:ext cx="9773920" cy="6112510"/>
          </a:xfrm>
          <a:custGeom>
            <a:avLst/>
            <a:gdLst>
              <a:gd name="connisteX0" fmla="*/ 123654 w 7797802"/>
              <a:gd name="connsiteY0" fmla="*/ 0 h 4876796"/>
              <a:gd name="connisteX1" fmla="*/ 0 w 7797802"/>
              <a:gd name="connsiteY1" fmla="*/ 977895 h 4876796"/>
              <a:gd name="connisteX2" fmla="*/ 3898901 w 7797802"/>
              <a:gd name="connsiteY2" fmla="*/ 4876796 h 4876796"/>
              <a:gd name="connisteX3" fmla="*/ 7797802 w 7797802"/>
              <a:gd name="connsiteY3" fmla="*/ 977895 h 4876796"/>
              <a:gd name="connisteX4" fmla="*/ 7674156 w 7797802"/>
              <a:gd name="connsiteY4" fmla="*/ 0 h 4876796"/>
              <a:gd name="connisteX5" fmla="*/ 123654 w 7797802"/>
              <a:gd name="connsiteY5" fmla="*/ 0 h 48767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7797802" h="4876797">
                <a:moveTo>
                  <a:pt x="123654" y="0"/>
                </a:moveTo>
                <a:cubicBezTo>
                  <a:pt x="42940" y="312496"/>
                  <a:pt x="0" y="640181"/>
                  <a:pt x="0" y="977896"/>
                </a:cubicBezTo>
                <a:cubicBezTo>
                  <a:pt x="0" y="3131198"/>
                  <a:pt x="1745599" y="4876797"/>
                  <a:pt x="3898901" y="4876797"/>
                </a:cubicBezTo>
                <a:cubicBezTo>
                  <a:pt x="6052194" y="4876797"/>
                  <a:pt x="7797802" y="3131198"/>
                  <a:pt x="7797802" y="977896"/>
                </a:cubicBezTo>
                <a:cubicBezTo>
                  <a:pt x="7797802" y="640181"/>
                  <a:pt x="7754862" y="312496"/>
                  <a:pt x="7674157" y="0"/>
                </a:cubicBezTo>
                <a:lnTo>
                  <a:pt x="123654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"/>
                </a:srgbClr>
              </a:gs>
            </a:gsLst>
            <a:lin ang="54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>
            <p:custDataLst>
              <p:tags r:id="rId4"/>
            </p:custDataLst>
          </p:nvPr>
        </p:nvSpPr>
        <p:spPr>
          <a:xfrm>
            <a:off x="0" y="4048760"/>
            <a:ext cx="2209165" cy="2809875"/>
          </a:xfrm>
          <a:custGeom>
            <a:avLst/>
            <a:gdLst>
              <a:gd name="connisteX0" fmla="*/ 0 w 2197102"/>
              <a:gd name="connsiteY0" fmla="*/ 2794004 h 2794004"/>
              <a:gd name="connisteX1" fmla="*/ 1737460 w 2197102"/>
              <a:gd name="connsiteY1" fmla="*/ 2794004 h 2794004"/>
              <a:gd name="connisteX2" fmla="*/ 2197102 w 2197102"/>
              <a:gd name="connsiteY2" fmla="*/ 1651004 h 2794004"/>
              <a:gd name="connisteX3" fmla="*/ 546097 w 2197102"/>
              <a:gd name="connsiteY3" fmla="*/ 0 h 2794004"/>
              <a:gd name="connisteX4" fmla="*/ 0 w 2197102"/>
              <a:gd name="connsiteY4" fmla="*/ 92454 h 2794004"/>
              <a:gd name="connisteX5" fmla="*/ 0 w 2197102"/>
              <a:gd name="connsiteY5" fmla="*/ 2794004 h 2794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2197102" h="2794004">
                <a:moveTo>
                  <a:pt x="0" y="2794004"/>
                </a:moveTo>
                <a:lnTo>
                  <a:pt x="1737461" y="2794004"/>
                </a:lnTo>
                <a:cubicBezTo>
                  <a:pt x="2022141" y="2497354"/>
                  <a:pt x="2197102" y="2094607"/>
                  <a:pt x="2197102" y="1651004"/>
                </a:cubicBezTo>
                <a:cubicBezTo>
                  <a:pt x="2197102" y="739183"/>
                  <a:pt x="1457919" y="0"/>
                  <a:pt x="546098" y="0"/>
                </a:cubicBezTo>
                <a:cubicBezTo>
                  <a:pt x="354714" y="0"/>
                  <a:pt x="170938" y="32562"/>
                  <a:pt x="0" y="92455"/>
                </a:cubicBezTo>
                <a:lnTo>
                  <a:pt x="0" y="279400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99000">
                <a:schemeClr val="accent1">
                  <a:lumMod val="60000"/>
                  <a:lumOff val="40000"/>
                  <a:alpha val="60000"/>
                </a:schemeClr>
              </a:gs>
            </a:gsLst>
            <a:lin ang="69102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5"/>
            </p:custDataLst>
          </p:nvPr>
        </p:nvSpPr>
        <p:spPr>
          <a:xfrm>
            <a:off x="9665970" y="3625850"/>
            <a:ext cx="2525395" cy="3232150"/>
          </a:xfrm>
          <a:custGeom>
            <a:avLst/>
            <a:gdLst>
              <a:gd name="connisteX0" fmla="*/ 150885 w 2590796"/>
              <a:gd name="connsiteY0" fmla="*/ 3314700 h 3314700"/>
              <a:gd name="connisteX1" fmla="*/ 0 w 2590796"/>
              <a:gd name="connsiteY1" fmla="*/ 2463795 h 3314700"/>
              <a:gd name="connisteX2" fmla="*/ 2463795 w 2590796"/>
              <a:gd name="connsiteY2" fmla="*/ 0 h 3314700"/>
              <a:gd name="connisteX3" fmla="*/ 2590796 w 2590796"/>
              <a:gd name="connsiteY3" fmla="*/ 3218 h 3314700"/>
              <a:gd name="connisteX4" fmla="*/ 2590796 w 2590796"/>
              <a:gd name="connsiteY4" fmla="*/ 3314700 h 3314700"/>
              <a:gd name="connisteX5" fmla="*/ 150885 w 2590796"/>
              <a:gd name="connsiteY5" fmla="*/ 3314700 h 3314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2590797" h="3314700">
                <a:moveTo>
                  <a:pt x="150885" y="3314700"/>
                </a:moveTo>
                <a:cubicBezTo>
                  <a:pt x="53291" y="3049497"/>
                  <a:pt x="0" y="2762869"/>
                  <a:pt x="0" y="2463796"/>
                </a:cubicBezTo>
                <a:cubicBezTo>
                  <a:pt x="0" y="1103077"/>
                  <a:pt x="1103077" y="0"/>
                  <a:pt x="2463796" y="0"/>
                </a:cubicBezTo>
                <a:cubicBezTo>
                  <a:pt x="2506398" y="0"/>
                  <a:pt x="2548735" y="1079"/>
                  <a:pt x="2590797" y="3219"/>
                </a:cubicBezTo>
                <a:lnTo>
                  <a:pt x="2590797" y="3314700"/>
                </a:lnTo>
                <a:lnTo>
                  <a:pt x="150885" y="33147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69102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6"/>
            </p:custDataLst>
          </p:nvPr>
        </p:nvSpPr>
        <p:spPr>
          <a:xfrm>
            <a:off x="5753103" y="5753103"/>
            <a:ext cx="685800" cy="685800"/>
          </a:xfrm>
          <a:custGeom>
            <a:avLst/>
            <a:gdLst>
              <a:gd name="connisteX0" fmla="*/ 685800 w 685800"/>
              <a:gd name="connsiteY0" fmla="*/ 342900 h 685800"/>
              <a:gd name="connisteX1" fmla="*/ 342900 w 685800"/>
              <a:gd name="connsiteY1" fmla="*/ 685800 h 685800"/>
              <a:gd name="connisteX2" fmla="*/ 0 w 685800"/>
              <a:gd name="connsiteY2" fmla="*/ 342900 h 685800"/>
              <a:gd name="connisteX3" fmla="*/ 342900 w 685800"/>
              <a:gd name="connsiteY3" fmla="*/ 0 h 685800"/>
              <a:gd name="connisteX4" fmla="*/ 685800 w 685800"/>
              <a:gd name="connsiteY4" fmla="*/ 342900 h 685800"/>
              <a:gd name="connisteX5" fmla="*/ 528139 w 685800"/>
              <a:gd name="connsiteY5" fmla="*/ 248735 h 685800"/>
              <a:gd name="connisteX6" fmla="*/ 564056 w 685800"/>
              <a:gd name="connsiteY6" fmla="*/ 248735 h 685800"/>
              <a:gd name="connisteX7" fmla="*/ 564056 w 685800"/>
              <a:gd name="connsiteY7" fmla="*/ 284661 h 685800"/>
              <a:gd name="connisteX8" fmla="*/ 342900 w 685800"/>
              <a:gd name="connsiteY8" fmla="*/ 505818 h 685800"/>
              <a:gd name="connisteX9" fmla="*/ 121743 w 685800"/>
              <a:gd name="connsiteY9" fmla="*/ 284661 h 685800"/>
              <a:gd name="connisteX10" fmla="*/ 121743 w 685800"/>
              <a:gd name="connsiteY10" fmla="*/ 248735 h 685800"/>
              <a:gd name="connisteX11" fmla="*/ 157660 w 685800"/>
              <a:gd name="connsiteY11" fmla="*/ 248735 h 685800"/>
              <a:gd name="connisteX12" fmla="*/ 342900 w 685800"/>
              <a:gd name="connsiteY12" fmla="*/ 433983 h 685800"/>
              <a:gd name="connisteX13" fmla="*/ 528139 w 685800"/>
              <a:gd name="connsiteY13" fmla="*/ 248735 h 685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</a:cxnLst>
            <a:pathLst>
              <a:path w="685800" h="685800">
                <a:moveTo>
                  <a:pt x="685800" y="342900"/>
                </a:moveTo>
                <a:cubicBezTo>
                  <a:pt x="685800" y="532281"/>
                  <a:pt x="532281" y="685800"/>
                  <a:pt x="342900" y="685800"/>
                </a:cubicBezTo>
                <a:cubicBezTo>
                  <a:pt x="153519" y="685800"/>
                  <a:pt x="0" y="532281"/>
                  <a:pt x="0" y="342900"/>
                </a:cubicBezTo>
                <a:cubicBezTo>
                  <a:pt x="0" y="153519"/>
                  <a:pt x="153519" y="0"/>
                  <a:pt x="342900" y="0"/>
                </a:cubicBezTo>
                <a:cubicBezTo>
                  <a:pt x="532281" y="0"/>
                  <a:pt x="685800" y="153519"/>
                  <a:pt x="685800" y="342900"/>
                </a:cubicBezTo>
                <a:moveTo>
                  <a:pt x="528139" y="248735"/>
                </a:moveTo>
                <a:cubicBezTo>
                  <a:pt x="538060" y="238823"/>
                  <a:pt x="554145" y="238823"/>
                  <a:pt x="564057" y="248735"/>
                </a:cubicBezTo>
                <a:cubicBezTo>
                  <a:pt x="573978" y="258656"/>
                  <a:pt x="573978" y="274741"/>
                  <a:pt x="564057" y="284662"/>
                </a:cubicBezTo>
                <a:lnTo>
                  <a:pt x="342900" y="505819"/>
                </a:lnTo>
                <a:lnTo>
                  <a:pt x="121743" y="284662"/>
                </a:lnTo>
                <a:cubicBezTo>
                  <a:pt x="111822" y="274741"/>
                  <a:pt x="111822" y="258656"/>
                  <a:pt x="121743" y="248735"/>
                </a:cubicBezTo>
                <a:cubicBezTo>
                  <a:pt x="131655" y="238823"/>
                  <a:pt x="147740" y="238823"/>
                  <a:pt x="157661" y="248735"/>
                </a:cubicBezTo>
                <a:lnTo>
                  <a:pt x="342900" y="433983"/>
                </a:lnTo>
                <a:lnTo>
                  <a:pt x="528139" y="248735"/>
                </a:lnTo>
              </a:path>
            </a:pathLst>
          </a:custGeom>
          <a:solidFill>
            <a:srgbClr val="FFFFFF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任意多边形 14"/>
          <p:cNvSpPr/>
          <p:nvPr userDrawn="1">
            <p:custDataLst>
              <p:tags r:id="rId8"/>
            </p:custDataLst>
          </p:nvPr>
        </p:nvSpPr>
        <p:spPr>
          <a:xfrm rot="10800000">
            <a:off x="5327648" y="2897505"/>
            <a:ext cx="1524000" cy="25400"/>
          </a:xfrm>
          <a:custGeom>
            <a:avLst/>
            <a:gdLst>
              <a:gd name="connisteX0" fmla="*/ 1511302 w 1524003"/>
              <a:gd name="connsiteY0" fmla="*/ 0 h 25402"/>
              <a:gd name="connisteX1" fmla="*/ 1524003 w 1524003"/>
              <a:gd name="connsiteY1" fmla="*/ 12701 h 25402"/>
              <a:gd name="connisteX2" fmla="*/ 1524003 w 1524003"/>
              <a:gd name="connsiteY2" fmla="*/ 12701 h 25402"/>
              <a:gd name="connisteX3" fmla="*/ 1511302 w 1524003"/>
              <a:gd name="connsiteY3" fmla="*/ 25402 h 25402"/>
              <a:gd name="connisteX4" fmla="*/ 12701 w 1524003"/>
              <a:gd name="connsiteY4" fmla="*/ 25402 h 25402"/>
              <a:gd name="connisteX5" fmla="*/ 0 w 1524003"/>
              <a:gd name="connsiteY5" fmla="*/ 12701 h 25402"/>
              <a:gd name="connisteX6" fmla="*/ 0 w 1524003"/>
              <a:gd name="connsiteY6" fmla="*/ 12701 h 25402"/>
              <a:gd name="connisteX7" fmla="*/ 12701 w 1524003"/>
              <a:gd name="connsiteY7" fmla="*/ 0 h 25402"/>
              <a:gd name="connisteX8" fmla="*/ 1511302 w 1524003"/>
              <a:gd name="connsiteY8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3" h="25402">
                <a:moveTo>
                  <a:pt x="1511302" y="0"/>
                </a:moveTo>
                <a:cubicBezTo>
                  <a:pt x="1518306" y="0"/>
                  <a:pt x="1524003" y="5688"/>
                  <a:pt x="1524003" y="12701"/>
                </a:cubicBezTo>
                <a:lnTo>
                  <a:pt x="1524003" y="12701"/>
                </a:lnTo>
                <a:cubicBezTo>
                  <a:pt x="1524003" y="19714"/>
                  <a:pt x="1518306" y="25402"/>
                  <a:pt x="1511302" y="25402"/>
                </a:cubicBezTo>
                <a:lnTo>
                  <a:pt x="12701" y="25402"/>
                </a:lnTo>
                <a:cubicBezTo>
                  <a:pt x="5688" y="25402"/>
                  <a:pt x="0" y="19714"/>
                  <a:pt x="0" y="12701"/>
                </a:cubicBezTo>
                <a:lnTo>
                  <a:pt x="0" y="12701"/>
                </a:lnTo>
                <a:cubicBezTo>
                  <a:pt x="0" y="5688"/>
                  <a:pt x="5688" y="0"/>
                  <a:pt x="12701" y="0"/>
                </a:cubicBezTo>
                <a:lnTo>
                  <a:pt x="151130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ctrTitle" idx="13" hasCustomPrompt="1"/>
            <p:custDataLst>
              <p:tags r:id="rId11"/>
            </p:custDataLst>
          </p:nvPr>
        </p:nvSpPr>
        <p:spPr>
          <a:xfrm>
            <a:off x="1869440" y="3302000"/>
            <a:ext cx="8440420" cy="1781810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章节页的标题内容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4" hasCustomPrompt="1"/>
            <p:custDataLst>
              <p:tags r:id="rId12"/>
            </p:custDataLst>
          </p:nvPr>
        </p:nvSpPr>
        <p:spPr>
          <a:xfrm>
            <a:off x="5181600" y="999490"/>
            <a:ext cx="1816100" cy="1872615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96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grpSp>
        <p:nvGrpSpPr>
          <p:cNvPr id="27" name="组合 26"/>
          <p:cNvGrpSpPr/>
          <p:nvPr userDrawn="1">
            <p:custDataLst>
              <p:tags r:id="rId13"/>
            </p:custDataLst>
          </p:nvPr>
        </p:nvGrpSpPr>
        <p:grpSpPr>
          <a:xfrm>
            <a:off x="500380" y="472440"/>
            <a:ext cx="825500" cy="372745"/>
            <a:chOff x="7722" y="851"/>
            <a:chExt cx="4084" cy="1843"/>
          </a:xfrm>
        </p:grpSpPr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7722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8453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6"/>
              </p:custDataLst>
            </p:nvPr>
          </p:nvSpPr>
          <p:spPr>
            <a:xfrm>
              <a:off x="9184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>
              <p:custDataLst>
                <p:tags r:id="rId17"/>
              </p:custDataLst>
            </p:nvPr>
          </p:nvSpPr>
          <p:spPr>
            <a:xfrm>
              <a:off x="7722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18"/>
              </p:custDataLst>
            </p:nvPr>
          </p:nvSpPr>
          <p:spPr>
            <a:xfrm>
              <a:off x="8453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>
              <p:custDataLst>
                <p:tags r:id="rId19"/>
              </p:custDataLst>
            </p:nvPr>
          </p:nvSpPr>
          <p:spPr>
            <a:xfrm>
              <a:off x="9184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20"/>
              </p:custDataLst>
            </p:nvPr>
          </p:nvSpPr>
          <p:spPr>
            <a:xfrm>
              <a:off x="7722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>
              <p:custDataLst>
                <p:tags r:id="rId21"/>
              </p:custDataLst>
            </p:nvPr>
          </p:nvSpPr>
          <p:spPr>
            <a:xfrm>
              <a:off x="8453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>
              <p:custDataLst>
                <p:tags r:id="rId22"/>
              </p:custDataLst>
            </p:nvPr>
          </p:nvSpPr>
          <p:spPr>
            <a:xfrm>
              <a:off x="9184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9932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>
              <p:custDataLst>
                <p:tags r:id="rId24"/>
              </p:custDataLst>
            </p:nvPr>
          </p:nvSpPr>
          <p:spPr>
            <a:xfrm>
              <a:off x="10663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>
              <p:custDataLst>
                <p:tags r:id="rId25"/>
              </p:custDataLst>
            </p:nvPr>
          </p:nvSpPr>
          <p:spPr>
            <a:xfrm>
              <a:off x="11394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9932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>
              <p:custDataLst>
                <p:tags r:id="rId27"/>
              </p:custDataLst>
            </p:nvPr>
          </p:nvSpPr>
          <p:spPr>
            <a:xfrm>
              <a:off x="10663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>
              <p:custDataLst>
                <p:tags r:id="rId28"/>
              </p:custDataLst>
            </p:nvPr>
          </p:nvSpPr>
          <p:spPr>
            <a:xfrm>
              <a:off x="11394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>
              <p:custDataLst>
                <p:tags r:id="rId29"/>
              </p:custDataLst>
            </p:nvPr>
          </p:nvSpPr>
          <p:spPr>
            <a:xfrm>
              <a:off x="9932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30"/>
              </p:custDataLst>
            </p:nvPr>
          </p:nvSpPr>
          <p:spPr>
            <a:xfrm>
              <a:off x="10663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>
              <p:custDataLst>
                <p:tags r:id="rId31"/>
              </p:custDataLst>
            </p:nvPr>
          </p:nvSpPr>
          <p:spPr>
            <a:xfrm>
              <a:off x="11394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 userDrawn="1">
            <p:custDataLst>
              <p:tags r:id="rId32"/>
            </p:custDataLst>
          </p:nvPr>
        </p:nvGrpSpPr>
        <p:grpSpPr>
          <a:xfrm>
            <a:off x="11207115" y="5850890"/>
            <a:ext cx="457200" cy="449580"/>
            <a:chOff x="9811" y="434"/>
            <a:chExt cx="1991" cy="1956"/>
          </a:xfrm>
        </p:grpSpPr>
        <p:sp>
          <p:nvSpPr>
            <p:cNvPr id="10" name="矩形 9"/>
            <p:cNvSpPr/>
            <p:nvPr userDrawn="1">
              <p:custDataLst>
                <p:tags r:id="rId33"/>
              </p:custDataLst>
            </p:nvPr>
          </p:nvSpPr>
          <p:spPr>
            <a:xfrm>
              <a:off x="9811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34"/>
              </p:custDataLst>
            </p:nvPr>
          </p:nvSpPr>
          <p:spPr>
            <a:xfrm>
              <a:off x="10587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 userDrawn="1">
              <p:custDataLst>
                <p:tags r:id="rId35"/>
              </p:custDataLst>
            </p:nvPr>
          </p:nvSpPr>
          <p:spPr>
            <a:xfrm>
              <a:off x="11364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36"/>
              </p:custDataLst>
            </p:nvPr>
          </p:nvSpPr>
          <p:spPr>
            <a:xfrm>
              <a:off x="9811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 userDrawn="1">
              <p:custDataLst>
                <p:tags r:id="rId37"/>
              </p:custDataLst>
            </p:nvPr>
          </p:nvSpPr>
          <p:spPr>
            <a:xfrm>
              <a:off x="10587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 userDrawn="1">
              <p:custDataLst>
                <p:tags r:id="rId38"/>
              </p:custDataLst>
            </p:nvPr>
          </p:nvSpPr>
          <p:spPr>
            <a:xfrm>
              <a:off x="11364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 userDrawn="1">
              <p:custDataLst>
                <p:tags r:id="rId39"/>
              </p:custDataLst>
            </p:nvPr>
          </p:nvSpPr>
          <p:spPr>
            <a:xfrm>
              <a:off x="9811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 userDrawn="1">
              <p:custDataLst>
                <p:tags r:id="rId40"/>
              </p:custDataLst>
            </p:nvPr>
          </p:nvSpPr>
          <p:spPr>
            <a:xfrm>
              <a:off x="10587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 userDrawn="1">
              <p:custDataLst>
                <p:tags r:id="rId41"/>
              </p:custDataLst>
            </p:nvPr>
          </p:nvSpPr>
          <p:spPr>
            <a:xfrm>
              <a:off x="11364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任意多边形 51"/>
          <p:cNvSpPr/>
          <p:nvPr userDrawn="1">
            <p:custDataLst>
              <p:tags r:id="rId42"/>
            </p:custDataLst>
          </p:nvPr>
        </p:nvSpPr>
        <p:spPr>
          <a:xfrm>
            <a:off x="11442701" y="6083302"/>
            <a:ext cx="342900" cy="342900"/>
          </a:xfrm>
          <a:custGeom>
            <a:avLst/>
            <a:gdLst>
              <a:gd name="connisteX0" fmla="*/ 0 w 342900"/>
              <a:gd name="connsiteY0" fmla="*/ 0 h 342900"/>
              <a:gd name="connisteX1" fmla="*/ 342900 w 342900"/>
              <a:gd name="connsiteY1" fmla="*/ 0 h 342900"/>
              <a:gd name="connisteX2" fmla="*/ 342900 w 342900"/>
              <a:gd name="connsiteY2" fmla="*/ 342900 h 342900"/>
              <a:gd name="connisteX3" fmla="*/ 0 w 342900"/>
              <a:gd name="connsiteY3" fmla="*/ 342900 h 342900"/>
              <a:gd name="connisteX4" fmla="*/ 0 w 342900"/>
              <a:gd name="connsiteY4" fmla="*/ 171450 h 342900"/>
              <a:gd name="connisteX5" fmla="*/ 0 w 342900"/>
              <a:gd name="connsiteY5" fmla="*/ 0 h 34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635" y="0"/>
            <a:ext cx="12190730" cy="6858635"/>
          </a:xfrm>
          <a:prstGeom prst="rect">
            <a:avLst/>
          </a:prstGeom>
          <a:gradFill>
            <a:gsLst>
              <a:gs pos="7100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>
            <p:custDataLst>
              <p:tags r:id="rId3"/>
            </p:custDataLst>
          </p:nvPr>
        </p:nvSpPr>
        <p:spPr>
          <a:xfrm>
            <a:off x="9764668" y="0"/>
            <a:ext cx="2416175" cy="1054100"/>
          </a:xfrm>
          <a:custGeom>
            <a:avLst/>
            <a:gdLst>
              <a:gd name="connisteX0" fmla="*/ 0 w 2416228"/>
              <a:gd name="connsiteY0" fmla="*/ 0 h 1054102"/>
              <a:gd name="connisteX1" fmla="*/ 1208114 w 2416228"/>
              <a:gd name="connsiteY1" fmla="*/ 1054102 h 1054102"/>
              <a:gd name="connisteX2" fmla="*/ 2416228 w 2416228"/>
              <a:gd name="connsiteY2" fmla="*/ 0 h 1054102"/>
              <a:gd name="connisteX3" fmla="*/ 0 w 2416228"/>
              <a:gd name="connsiteY3" fmla="*/ 0 h 1054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pathLst>
              <a:path w="2416229" h="1054102">
                <a:moveTo>
                  <a:pt x="0" y="0"/>
                </a:moveTo>
                <a:cubicBezTo>
                  <a:pt x="80586" y="595256"/>
                  <a:pt x="590766" y="1054102"/>
                  <a:pt x="1208114" y="1054102"/>
                </a:cubicBezTo>
                <a:cubicBezTo>
                  <a:pt x="1825462" y="1054102"/>
                  <a:pt x="2335643" y="595256"/>
                  <a:pt x="2416229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266EB">
                  <a:alpha val="36000"/>
                </a:srgbClr>
              </a:gs>
              <a:gs pos="100000">
                <a:schemeClr val="accent1">
                  <a:lumMod val="60000"/>
                  <a:lumOff val="40000"/>
                  <a:alpha val="23000"/>
                </a:schemeClr>
              </a:gs>
            </a:gsLst>
            <a:lin ang="69102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7619997" y="3695703"/>
            <a:ext cx="4572000" cy="3162300"/>
          </a:xfrm>
          <a:custGeom>
            <a:avLst/>
            <a:gdLst>
              <a:gd name="connisteX0" fmla="*/ 40864 w 4571990"/>
              <a:gd name="connsiteY0" fmla="*/ 3162296 h 3162296"/>
              <a:gd name="connisteX1" fmla="*/ 0 w 4571990"/>
              <a:gd name="connsiteY1" fmla="*/ 2692395 h 3162296"/>
              <a:gd name="connisteX2" fmla="*/ 2692395 w 4571990"/>
              <a:gd name="connsiteY2" fmla="*/ 0 h 3162296"/>
              <a:gd name="connisteX3" fmla="*/ 4572000 w 4571990"/>
              <a:gd name="connsiteY3" fmla="*/ 764667 h 3162296"/>
              <a:gd name="connisteX4" fmla="*/ 4572000 w 4571990"/>
              <a:gd name="connsiteY4" fmla="*/ 3162296 h 3162296"/>
              <a:gd name="connisteX5" fmla="*/ 40864 w 4571990"/>
              <a:gd name="connsiteY5" fmla="*/ 3162296 h 31622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4571991" h="3162297">
                <a:moveTo>
                  <a:pt x="40865" y="3162297"/>
                </a:moveTo>
                <a:cubicBezTo>
                  <a:pt x="14009" y="3009711"/>
                  <a:pt x="0" y="2852690"/>
                  <a:pt x="0" y="2692396"/>
                </a:cubicBezTo>
                <a:cubicBezTo>
                  <a:pt x="0" y="1205426"/>
                  <a:pt x="1205426" y="0"/>
                  <a:pt x="2692396" y="0"/>
                </a:cubicBezTo>
                <a:cubicBezTo>
                  <a:pt x="3423642" y="0"/>
                  <a:pt x="4086801" y="291511"/>
                  <a:pt x="4572000" y="764667"/>
                </a:cubicBezTo>
                <a:lnTo>
                  <a:pt x="4572000" y="3162297"/>
                </a:lnTo>
                <a:lnTo>
                  <a:pt x="40865" y="316229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5000"/>
                </a:schemeClr>
              </a:gs>
              <a:gs pos="100000">
                <a:schemeClr val="accent1">
                  <a:alpha val="65000"/>
                </a:schemeClr>
              </a:gs>
            </a:gsLst>
            <a:lin ang="69102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521065" cy="6184900"/>
          </a:xfrm>
          <a:custGeom>
            <a:avLst/>
            <a:gdLst>
              <a:gd name="connisteX0" fmla="*/ 8251115 w 8521695"/>
              <a:gd name="connsiteY0" fmla="*/ 0 h 6184901"/>
              <a:gd name="connisteX1" fmla="*/ 8521695 w 8521695"/>
              <a:gd name="connsiteY1" fmla="*/ 1562096 h 6184901"/>
              <a:gd name="connisteX2" fmla="*/ 3898901 w 8521695"/>
              <a:gd name="connsiteY2" fmla="*/ 6184901 h 6184901"/>
              <a:gd name="connisteX3" fmla="*/ 0 w 8521695"/>
              <a:gd name="connsiteY3" fmla="*/ 4046896 h 6184901"/>
              <a:gd name="connisteX4" fmla="*/ 0 w 8521695"/>
              <a:gd name="connsiteY4" fmla="*/ 0 h 6184901"/>
              <a:gd name="connisteX5" fmla="*/ 8251115 w 8521695"/>
              <a:gd name="connsiteY5" fmla="*/ 0 h 618490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8521696" h="6184901">
                <a:moveTo>
                  <a:pt x="8251116" y="0"/>
                </a:moveTo>
                <a:cubicBezTo>
                  <a:pt x="8426269" y="487942"/>
                  <a:pt x="8521696" y="1013878"/>
                  <a:pt x="8521696" y="1562097"/>
                </a:cubicBezTo>
                <a:cubicBezTo>
                  <a:pt x="8521696" y="4115202"/>
                  <a:pt x="6452006" y="6184901"/>
                  <a:pt x="3898901" y="6184901"/>
                </a:cubicBezTo>
                <a:cubicBezTo>
                  <a:pt x="2260406" y="6184901"/>
                  <a:pt x="821012" y="5332461"/>
                  <a:pt x="0" y="4046897"/>
                </a:cubicBezTo>
                <a:lnTo>
                  <a:pt x="0" y="0"/>
                </a:lnTo>
                <a:lnTo>
                  <a:pt x="825111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22098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 rot="10800000">
            <a:off x="1765304" y="2813046"/>
            <a:ext cx="3251200" cy="19050"/>
          </a:xfrm>
          <a:custGeom>
            <a:avLst/>
            <a:gdLst>
              <a:gd name="connisteX0" fmla="*/ 3238503 w 3251204"/>
              <a:gd name="connsiteY0" fmla="*/ 0 h 25402"/>
              <a:gd name="connisteX1" fmla="*/ 3251204 w 3251204"/>
              <a:gd name="connsiteY1" fmla="*/ 12701 h 25402"/>
              <a:gd name="connisteX2" fmla="*/ 3251204 w 3251204"/>
              <a:gd name="connsiteY2" fmla="*/ 12701 h 25402"/>
              <a:gd name="connisteX3" fmla="*/ 3238503 w 3251204"/>
              <a:gd name="connsiteY3" fmla="*/ 25402 h 25402"/>
              <a:gd name="connisteX4" fmla="*/ 12701 w 3251204"/>
              <a:gd name="connsiteY4" fmla="*/ 25402 h 25402"/>
              <a:gd name="connisteX5" fmla="*/ 0 w 3251204"/>
              <a:gd name="connsiteY5" fmla="*/ 12701 h 25402"/>
              <a:gd name="connisteX6" fmla="*/ 0 w 3251204"/>
              <a:gd name="connsiteY6" fmla="*/ 12701 h 25402"/>
              <a:gd name="connisteX7" fmla="*/ 12701 w 3251204"/>
              <a:gd name="connsiteY7" fmla="*/ 0 h 25402"/>
              <a:gd name="connisteX8" fmla="*/ 3238503 w 3251204"/>
              <a:gd name="connsiteY8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251204" h="25402">
                <a:moveTo>
                  <a:pt x="3238503" y="0"/>
                </a:moveTo>
                <a:cubicBezTo>
                  <a:pt x="3245507" y="0"/>
                  <a:pt x="3251204" y="5688"/>
                  <a:pt x="3251204" y="12701"/>
                </a:cubicBezTo>
                <a:lnTo>
                  <a:pt x="3251204" y="12701"/>
                </a:lnTo>
                <a:cubicBezTo>
                  <a:pt x="3251204" y="19714"/>
                  <a:pt x="3245507" y="25402"/>
                  <a:pt x="3238503" y="25402"/>
                </a:cubicBezTo>
                <a:lnTo>
                  <a:pt x="12701" y="25402"/>
                </a:lnTo>
                <a:cubicBezTo>
                  <a:pt x="5688" y="25402"/>
                  <a:pt x="0" y="19714"/>
                  <a:pt x="0" y="12701"/>
                </a:cubicBezTo>
                <a:lnTo>
                  <a:pt x="0" y="12701"/>
                </a:lnTo>
                <a:cubicBezTo>
                  <a:pt x="0" y="5688"/>
                  <a:pt x="5688" y="0"/>
                  <a:pt x="12701" y="0"/>
                </a:cubicBezTo>
                <a:lnTo>
                  <a:pt x="323850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  <p:custDataLst>
              <p:tags r:id="rId10"/>
            </p:custDataLst>
          </p:nvPr>
        </p:nvSpPr>
        <p:spPr>
          <a:xfrm>
            <a:off x="1765304" y="2971800"/>
            <a:ext cx="6476997" cy="1600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04000"/>
              </a:lnSpc>
              <a:buNone/>
              <a:defRPr sz="64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  <p:sp>
        <p:nvSpPr>
          <p:cNvPr id="11" name="副标题 10"/>
          <p:cNvSpPr>
            <a:spLocks noGrp="1"/>
          </p:cNvSpPr>
          <p:nvPr>
            <p:ph type="subTitle" idx="14" hasCustomPrompt="1"/>
            <p:custDataLst>
              <p:tags r:id="rId11"/>
            </p:custDataLst>
          </p:nvPr>
        </p:nvSpPr>
        <p:spPr>
          <a:xfrm>
            <a:off x="1765300" y="2179320"/>
            <a:ext cx="3733800" cy="521335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  <a:p>
            <a:endParaRPr lang="zh-CN" altLang="en-US" smtClean="0"/>
          </a:p>
        </p:txBody>
      </p:sp>
      <p:grpSp>
        <p:nvGrpSpPr>
          <p:cNvPr id="7" name="组合 6"/>
          <p:cNvGrpSpPr/>
          <p:nvPr userDrawn="1">
            <p:custDataLst>
              <p:tags r:id="rId12"/>
            </p:custDataLst>
          </p:nvPr>
        </p:nvGrpSpPr>
        <p:grpSpPr>
          <a:xfrm>
            <a:off x="500380" y="472440"/>
            <a:ext cx="825500" cy="372745"/>
            <a:chOff x="7722" y="851"/>
            <a:chExt cx="4084" cy="1843"/>
          </a:xfrm>
        </p:grpSpPr>
        <p:sp>
          <p:nvSpPr>
            <p:cNvPr id="13" name="矩形 12"/>
            <p:cNvSpPr/>
            <p:nvPr>
              <p:custDataLst>
                <p:tags r:id="rId13"/>
              </p:custDataLst>
            </p:nvPr>
          </p:nvSpPr>
          <p:spPr>
            <a:xfrm>
              <a:off x="7722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4"/>
              </p:custDataLst>
            </p:nvPr>
          </p:nvSpPr>
          <p:spPr>
            <a:xfrm>
              <a:off x="8453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5"/>
              </p:custDataLst>
            </p:nvPr>
          </p:nvSpPr>
          <p:spPr>
            <a:xfrm>
              <a:off x="9184" y="851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6"/>
              </p:custDataLst>
            </p:nvPr>
          </p:nvSpPr>
          <p:spPr>
            <a:xfrm>
              <a:off x="7722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17"/>
              </p:custDataLst>
            </p:nvPr>
          </p:nvSpPr>
          <p:spPr>
            <a:xfrm>
              <a:off x="8453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>
              <p:custDataLst>
                <p:tags r:id="rId18"/>
              </p:custDataLst>
            </p:nvPr>
          </p:nvSpPr>
          <p:spPr>
            <a:xfrm>
              <a:off x="9184" y="1565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>
              <p:custDataLst>
                <p:tags r:id="rId19"/>
              </p:custDataLst>
            </p:nvPr>
          </p:nvSpPr>
          <p:spPr>
            <a:xfrm>
              <a:off x="7722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>
              <p:custDataLst>
                <p:tags r:id="rId20"/>
              </p:custDataLst>
            </p:nvPr>
          </p:nvSpPr>
          <p:spPr>
            <a:xfrm>
              <a:off x="8453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>
              <p:custDataLst>
                <p:tags r:id="rId21"/>
              </p:custDataLst>
            </p:nvPr>
          </p:nvSpPr>
          <p:spPr>
            <a:xfrm>
              <a:off x="9184" y="2279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>
              <p:custDataLst>
                <p:tags r:id="rId22"/>
              </p:custDataLst>
            </p:nvPr>
          </p:nvSpPr>
          <p:spPr>
            <a:xfrm>
              <a:off x="9932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>
              <p:custDataLst>
                <p:tags r:id="rId23"/>
              </p:custDataLst>
            </p:nvPr>
          </p:nvSpPr>
          <p:spPr>
            <a:xfrm>
              <a:off x="10663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>
              <p:custDataLst>
                <p:tags r:id="rId24"/>
              </p:custDataLst>
            </p:nvPr>
          </p:nvSpPr>
          <p:spPr>
            <a:xfrm>
              <a:off x="11394" y="854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>
              <p:custDataLst>
                <p:tags r:id="rId25"/>
              </p:custDataLst>
            </p:nvPr>
          </p:nvSpPr>
          <p:spPr>
            <a:xfrm>
              <a:off x="9932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>
              <p:custDataLst>
                <p:tags r:id="rId26"/>
              </p:custDataLst>
            </p:nvPr>
          </p:nvSpPr>
          <p:spPr>
            <a:xfrm>
              <a:off x="10663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>
              <p:custDataLst>
                <p:tags r:id="rId27"/>
              </p:custDataLst>
            </p:nvPr>
          </p:nvSpPr>
          <p:spPr>
            <a:xfrm>
              <a:off x="11394" y="1568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>
              <p:custDataLst>
                <p:tags r:id="rId28"/>
              </p:custDataLst>
            </p:nvPr>
          </p:nvSpPr>
          <p:spPr>
            <a:xfrm>
              <a:off x="9932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>
              <p:custDataLst>
                <p:tags r:id="rId29"/>
              </p:custDataLst>
            </p:nvPr>
          </p:nvSpPr>
          <p:spPr>
            <a:xfrm>
              <a:off x="10663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>
              <p:custDataLst>
                <p:tags r:id="rId30"/>
              </p:custDataLst>
            </p:nvPr>
          </p:nvSpPr>
          <p:spPr>
            <a:xfrm>
              <a:off x="11394" y="2282"/>
              <a:ext cx="412" cy="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72" name="组合 71"/>
          <p:cNvGrpSpPr/>
          <p:nvPr userDrawn="1">
            <p:custDataLst>
              <p:tags r:id="rId31"/>
            </p:custDataLst>
          </p:nvPr>
        </p:nvGrpSpPr>
        <p:grpSpPr>
          <a:xfrm>
            <a:off x="11207115" y="5850890"/>
            <a:ext cx="457200" cy="449580"/>
            <a:chOff x="9811" y="434"/>
            <a:chExt cx="1991" cy="1956"/>
          </a:xfrm>
        </p:grpSpPr>
        <p:sp>
          <p:nvSpPr>
            <p:cNvPr id="73" name="矩形 72"/>
            <p:cNvSpPr/>
            <p:nvPr userDrawn="1">
              <p:custDataLst>
                <p:tags r:id="rId32"/>
              </p:custDataLst>
            </p:nvPr>
          </p:nvSpPr>
          <p:spPr>
            <a:xfrm>
              <a:off x="9811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 userDrawn="1">
              <p:custDataLst>
                <p:tags r:id="rId33"/>
              </p:custDataLst>
            </p:nvPr>
          </p:nvSpPr>
          <p:spPr>
            <a:xfrm>
              <a:off x="10587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 userDrawn="1">
              <p:custDataLst>
                <p:tags r:id="rId34"/>
              </p:custDataLst>
            </p:nvPr>
          </p:nvSpPr>
          <p:spPr>
            <a:xfrm>
              <a:off x="11364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 userDrawn="1">
              <p:custDataLst>
                <p:tags r:id="rId35"/>
              </p:custDataLst>
            </p:nvPr>
          </p:nvSpPr>
          <p:spPr>
            <a:xfrm>
              <a:off x="9811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 userDrawn="1">
              <p:custDataLst>
                <p:tags r:id="rId36"/>
              </p:custDataLst>
            </p:nvPr>
          </p:nvSpPr>
          <p:spPr>
            <a:xfrm>
              <a:off x="10587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 userDrawn="1">
              <p:custDataLst>
                <p:tags r:id="rId37"/>
              </p:custDataLst>
            </p:nvPr>
          </p:nvSpPr>
          <p:spPr>
            <a:xfrm>
              <a:off x="11364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 userDrawn="1">
              <p:custDataLst>
                <p:tags r:id="rId38"/>
              </p:custDataLst>
            </p:nvPr>
          </p:nvSpPr>
          <p:spPr>
            <a:xfrm>
              <a:off x="9811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 userDrawn="1">
              <p:custDataLst>
                <p:tags r:id="rId39"/>
              </p:custDataLst>
            </p:nvPr>
          </p:nvSpPr>
          <p:spPr>
            <a:xfrm>
              <a:off x="10587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 userDrawn="1">
              <p:custDataLst>
                <p:tags r:id="rId40"/>
              </p:custDataLst>
            </p:nvPr>
          </p:nvSpPr>
          <p:spPr>
            <a:xfrm>
              <a:off x="11364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2" name="任意多边形 81"/>
          <p:cNvSpPr/>
          <p:nvPr userDrawn="1">
            <p:custDataLst>
              <p:tags r:id="rId41"/>
            </p:custDataLst>
          </p:nvPr>
        </p:nvSpPr>
        <p:spPr>
          <a:xfrm>
            <a:off x="11442701" y="6083302"/>
            <a:ext cx="342900" cy="342900"/>
          </a:xfrm>
          <a:custGeom>
            <a:avLst/>
            <a:gdLst>
              <a:gd name="connisteX0" fmla="*/ 0 w 342900"/>
              <a:gd name="connsiteY0" fmla="*/ 0 h 342900"/>
              <a:gd name="connisteX1" fmla="*/ 342900 w 342900"/>
              <a:gd name="connsiteY1" fmla="*/ 0 h 342900"/>
              <a:gd name="connisteX2" fmla="*/ 342900 w 342900"/>
              <a:gd name="connsiteY2" fmla="*/ 342900 h 342900"/>
              <a:gd name="connisteX3" fmla="*/ 0 w 342900"/>
              <a:gd name="connsiteY3" fmla="*/ 342900 h 342900"/>
              <a:gd name="connisteX4" fmla="*/ 0 w 342900"/>
              <a:gd name="connsiteY4" fmla="*/ 171450 h 342900"/>
              <a:gd name="connisteX5" fmla="*/ 0 w 342900"/>
              <a:gd name="connsiteY5" fmla="*/ 0 h 34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b27c7a5baa84b115\datas\氛围图-12001&amp;68045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9156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  <p:pic>
        <p:nvPicPr>
          <p:cNvPr id="8" name="图片 7" descr="C:/Users/win10/AppData/Local/Temp/figmazip/slide_b27c7a5baa84b115\datas\装饰-12001&amp;68091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 r:link="rId7"/>
          <a:stretch>
            <a:fillRect/>
          </a:stretch>
        </p:blipFill>
        <p:spPr>
          <a:xfrm>
            <a:off x="11201400" y="5842000"/>
            <a:ext cx="469900" cy="482600"/>
          </a:xfrm>
          <a:prstGeom prst="rect">
            <a:avLst/>
          </a:prstGeom>
        </p:spPr>
      </p:pic>
      <p:sp>
        <p:nvSpPr>
          <p:cNvPr id="9" name="任意多边形 8"/>
          <p:cNvSpPr/>
          <p:nvPr userDrawn="1">
            <p:custDataLst>
              <p:tags r:id="rId12"/>
            </p:custDataLst>
          </p:nvPr>
        </p:nvSpPr>
        <p:spPr>
          <a:xfrm>
            <a:off x="11442701" y="6083302"/>
            <a:ext cx="342900" cy="342900"/>
          </a:xfrm>
          <a:custGeom>
            <a:avLst/>
            <a:gdLst>
              <a:gd name="connisteX0" fmla="*/ 0 w 342900"/>
              <a:gd name="connsiteY0" fmla="*/ 0 h 342900"/>
              <a:gd name="connisteX1" fmla="*/ 342900 w 342900"/>
              <a:gd name="connsiteY1" fmla="*/ 0 h 342900"/>
              <a:gd name="connisteX2" fmla="*/ 342900 w 342900"/>
              <a:gd name="connsiteY2" fmla="*/ 342900 h 342900"/>
              <a:gd name="connisteX3" fmla="*/ 0 w 342900"/>
              <a:gd name="connsiteY3" fmla="*/ 342900 h 342900"/>
              <a:gd name="connisteX4" fmla="*/ 0 w 342900"/>
              <a:gd name="connsiteY4" fmla="*/ 171450 h 342900"/>
              <a:gd name="connisteX5" fmla="*/ 0 w 342900"/>
              <a:gd name="connsiteY5" fmla="*/ 0 h 34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>
            <p:custDataLst>
              <p:tags r:id="rId13"/>
            </p:custDataLst>
          </p:nvPr>
        </p:nvGrpSpPr>
        <p:grpSpPr>
          <a:xfrm>
            <a:off x="706755" y="5855335"/>
            <a:ext cx="825500" cy="372745"/>
            <a:chOff x="7722" y="851"/>
            <a:chExt cx="4084" cy="1843"/>
          </a:xfrm>
        </p:grpSpPr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7722" y="851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8453" y="851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6"/>
              </p:custDataLst>
            </p:nvPr>
          </p:nvSpPr>
          <p:spPr>
            <a:xfrm>
              <a:off x="9184" y="851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>
              <p:custDataLst>
                <p:tags r:id="rId17"/>
              </p:custDataLst>
            </p:nvPr>
          </p:nvSpPr>
          <p:spPr>
            <a:xfrm>
              <a:off x="7722" y="1565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18"/>
              </p:custDataLst>
            </p:nvPr>
          </p:nvSpPr>
          <p:spPr>
            <a:xfrm>
              <a:off x="8453" y="1565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>
              <p:custDataLst>
                <p:tags r:id="rId19"/>
              </p:custDataLst>
            </p:nvPr>
          </p:nvSpPr>
          <p:spPr>
            <a:xfrm>
              <a:off x="9184" y="1565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20"/>
              </p:custDataLst>
            </p:nvPr>
          </p:nvSpPr>
          <p:spPr>
            <a:xfrm>
              <a:off x="7722" y="2279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>
              <p:custDataLst>
                <p:tags r:id="rId21"/>
              </p:custDataLst>
            </p:nvPr>
          </p:nvSpPr>
          <p:spPr>
            <a:xfrm>
              <a:off x="8453" y="2279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>
              <p:custDataLst>
                <p:tags r:id="rId22"/>
              </p:custDataLst>
            </p:nvPr>
          </p:nvSpPr>
          <p:spPr>
            <a:xfrm>
              <a:off x="9184" y="2279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9932" y="854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>
              <p:custDataLst>
                <p:tags r:id="rId24"/>
              </p:custDataLst>
            </p:nvPr>
          </p:nvSpPr>
          <p:spPr>
            <a:xfrm>
              <a:off x="10663" y="854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>
              <p:custDataLst>
                <p:tags r:id="rId25"/>
              </p:custDataLst>
            </p:nvPr>
          </p:nvSpPr>
          <p:spPr>
            <a:xfrm>
              <a:off x="11394" y="854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9932" y="1568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>
              <p:custDataLst>
                <p:tags r:id="rId27"/>
              </p:custDataLst>
            </p:nvPr>
          </p:nvSpPr>
          <p:spPr>
            <a:xfrm>
              <a:off x="10663" y="1568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>
              <p:custDataLst>
                <p:tags r:id="rId28"/>
              </p:custDataLst>
            </p:nvPr>
          </p:nvSpPr>
          <p:spPr>
            <a:xfrm>
              <a:off x="11394" y="1568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>
              <p:custDataLst>
                <p:tags r:id="rId29"/>
              </p:custDataLst>
            </p:nvPr>
          </p:nvSpPr>
          <p:spPr>
            <a:xfrm>
              <a:off x="9932" y="2282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30"/>
              </p:custDataLst>
            </p:nvPr>
          </p:nvSpPr>
          <p:spPr>
            <a:xfrm>
              <a:off x="10663" y="2282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>
              <p:custDataLst>
                <p:tags r:id="rId31"/>
              </p:custDataLst>
            </p:nvPr>
          </p:nvSpPr>
          <p:spPr>
            <a:xfrm>
              <a:off x="11394" y="2282"/>
              <a:ext cx="412" cy="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目录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23495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15748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10160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10160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2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43688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1087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53340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47752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47752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装饰  4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81280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2" hasCustomPrompt="1"/>
            <p:custDataLst>
              <p:tags r:id="rId20"/>
            </p:custDataLst>
          </p:nvPr>
        </p:nvSpPr>
        <p:spPr>
          <a:xfrm>
            <a:off x="98679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图片占位符 26"/>
          <p:cNvSpPr>
            <a:spLocks noGrp="1"/>
          </p:cNvSpPr>
          <p:nvPr>
            <p:ph type="pic" idx="16403" hasCustomPrompt="1"/>
            <p:custDataLst>
              <p:tags r:id="rId21"/>
            </p:custDataLst>
          </p:nvPr>
        </p:nvSpPr>
        <p:spPr>
          <a:xfrm>
            <a:off x="90932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85344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85344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5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8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304800 h 4724400"/>
              <a:gd name="connisteX1" fmla="*/ 304800 w 4038600"/>
              <a:gd name="connsiteY1" fmla="*/ 0 h 4724400"/>
              <a:gd name="connisteX2" fmla="*/ 3733800 w 4038600"/>
              <a:gd name="connsiteY2" fmla="*/ 0 h 4724400"/>
              <a:gd name="connisteX3" fmla="*/ 4038600 w 4038600"/>
              <a:gd name="connsiteY3" fmla="*/ 304800 h 4724400"/>
              <a:gd name="connisteX4" fmla="*/ 4038600 w 4038600"/>
              <a:gd name="connsiteY4" fmla="*/ 4419600 h 4724400"/>
              <a:gd name="connisteX5" fmla="*/ 3733800 w 4038600"/>
              <a:gd name="connsiteY5" fmla="*/ 4724400 h 4724400"/>
              <a:gd name="connisteX6" fmla="*/ 304800 w 4038600"/>
              <a:gd name="connsiteY6" fmla="*/ 4724400 h 4724400"/>
              <a:gd name="connisteX7" fmla="*/ 0 w 4038600"/>
              <a:gd name="connsiteY7" fmla="*/ 4419600 h 4724400"/>
              <a:gd name="connisteX8" fmla="*/ 0 w 40386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733800" y="0"/>
                </a:lnTo>
                <a:cubicBezTo>
                  <a:pt x="3902136" y="0"/>
                  <a:pt x="4038600" y="136464"/>
                  <a:pt x="4038600" y="304800"/>
                </a:cubicBezTo>
                <a:lnTo>
                  <a:pt x="4038600" y="4419600"/>
                </a:lnTo>
                <a:cubicBezTo>
                  <a:pt x="4038600" y="4587936"/>
                  <a:pt x="3902136" y="4724400"/>
                  <a:pt x="37338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105400" y="18796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105400" y="24384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7416800" y="18796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416800" y="24384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9728200" y="18796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728200" y="24384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51054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5105400" y="46736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4168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416800" y="46736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97282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18"/>
            </p:custDataLst>
          </p:nvPr>
        </p:nvSpPr>
        <p:spPr>
          <a:xfrm>
            <a:off x="9728200" y="4673600"/>
            <a:ext cx="185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304800 h 4724400"/>
              <a:gd name="connisteX1" fmla="*/ 304800 w 5334000"/>
              <a:gd name="connsiteY1" fmla="*/ 0 h 4724400"/>
              <a:gd name="connisteX2" fmla="*/ 5029200 w 5334000"/>
              <a:gd name="connsiteY2" fmla="*/ 0 h 4724400"/>
              <a:gd name="connisteX3" fmla="*/ 5334000 w 5334000"/>
              <a:gd name="connsiteY3" fmla="*/ 304800 h 4724400"/>
              <a:gd name="connisteX4" fmla="*/ 5334000 w 5334000"/>
              <a:gd name="connsiteY4" fmla="*/ 4419600 h 4724400"/>
              <a:gd name="connisteX5" fmla="*/ 5029200 w 5334000"/>
              <a:gd name="connsiteY5" fmla="*/ 4724400 h 4724400"/>
              <a:gd name="connisteX6" fmla="*/ 304800 w 5334000"/>
              <a:gd name="connsiteY6" fmla="*/ 4724400 h 4724400"/>
              <a:gd name="connisteX7" fmla="*/ 0 w 5334000"/>
              <a:gd name="connsiteY7" fmla="*/ 4419600 h 4724400"/>
              <a:gd name="connisteX8" fmla="*/ 0 w 53340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4419600"/>
                </a:lnTo>
                <a:cubicBezTo>
                  <a:pt x="5334000" y="4587936"/>
                  <a:pt x="5197536" y="4724400"/>
                  <a:pt x="50292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2291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25146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0" hasCustomPrompt="1"/>
            <p:custDataLst>
              <p:tags r:id="rId10"/>
            </p:custDataLst>
          </p:nvPr>
        </p:nvSpPr>
        <p:spPr>
          <a:xfrm>
            <a:off x="28702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0160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0160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304800 h 4724400"/>
              <a:gd name="connisteX1" fmla="*/ 304800 w 5334000"/>
              <a:gd name="connsiteY1" fmla="*/ 0 h 4724400"/>
              <a:gd name="connisteX2" fmla="*/ 5029200 w 5334000"/>
              <a:gd name="connsiteY2" fmla="*/ 0 h 4724400"/>
              <a:gd name="connisteX3" fmla="*/ 5334000 w 5334000"/>
              <a:gd name="connsiteY3" fmla="*/ 304800 h 4724400"/>
              <a:gd name="connisteX4" fmla="*/ 5334000 w 5334000"/>
              <a:gd name="connsiteY4" fmla="*/ 4419600 h 4724400"/>
              <a:gd name="connisteX5" fmla="*/ 5029200 w 5334000"/>
              <a:gd name="connsiteY5" fmla="*/ 4724400 h 4724400"/>
              <a:gd name="connisteX6" fmla="*/ 304800 w 5334000"/>
              <a:gd name="connsiteY6" fmla="*/ 4724400 h 4724400"/>
              <a:gd name="connisteX7" fmla="*/ 0 w 5334000"/>
              <a:gd name="connsiteY7" fmla="*/ 4419600 h 4724400"/>
              <a:gd name="connisteX8" fmla="*/ 0 w 53340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4419600"/>
                </a:lnTo>
                <a:cubicBezTo>
                  <a:pt x="5334000" y="4587936"/>
                  <a:pt x="5197536" y="4724400"/>
                  <a:pt x="50292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2484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装饰  0"/>
          <p:cNvSpPr>
            <a:spLocks noGrp="1"/>
          </p:cNvSpPr>
          <p:nvPr>
            <p:ph type="body" idx="16398" hasCustomPrompt="1"/>
            <p:custDataLst>
              <p:tags r:id="rId15"/>
            </p:custDataLst>
          </p:nvPr>
        </p:nvSpPr>
        <p:spPr>
          <a:xfrm>
            <a:off x="98679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800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464"/>
                  <a:pt x="1714500" y="304800"/>
                </a:cubicBezTo>
                <a:lnTo>
                  <a:pt x="1714500" y="16383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534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图片占位符 22"/>
          <p:cNvSpPr>
            <a:spLocks noGrp="1"/>
          </p:cNvSpPr>
          <p:nvPr>
            <p:ph type="pic" idx="16395" hasCustomPrompt="1"/>
            <p:custDataLst>
              <p:tags r:id="rId17"/>
            </p:custDataLst>
          </p:nvPr>
        </p:nvSpPr>
        <p:spPr>
          <a:xfrm>
            <a:off x="85090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6548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6548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23495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2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43688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1087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304800 h 4724400"/>
              <a:gd name="connisteX1" fmla="*/ 304800 w 3454400"/>
              <a:gd name="connsiteY1" fmla="*/ 0 h 4724400"/>
              <a:gd name="connisteX2" fmla="*/ 3149600 w 3454400"/>
              <a:gd name="connsiteY2" fmla="*/ 0 h 4724400"/>
              <a:gd name="connisteX3" fmla="*/ 3454400 w 3454400"/>
              <a:gd name="connsiteY3" fmla="*/ 304800 h 4724400"/>
              <a:gd name="connisteX4" fmla="*/ 3454400 w 3454400"/>
              <a:gd name="connsiteY4" fmla="*/ 4419600 h 4724400"/>
              <a:gd name="connisteX5" fmla="*/ 3149600 w 3454400"/>
              <a:gd name="connsiteY5" fmla="*/ 4724400 h 4724400"/>
              <a:gd name="connisteX6" fmla="*/ 304800 w 3454400"/>
              <a:gd name="connsiteY6" fmla="*/ 4724400 h 4724400"/>
              <a:gd name="connisteX7" fmla="*/ 0 w 3454400"/>
              <a:gd name="connsiteY7" fmla="*/ 4419600 h 4724400"/>
              <a:gd name="connisteX8" fmla="*/ 0 w 3454400"/>
              <a:gd name="connsiteY8" fmla="*/ 3048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149600" y="0"/>
                </a:lnTo>
                <a:cubicBezTo>
                  <a:pt x="3317936" y="0"/>
                  <a:pt x="3454400" y="136464"/>
                  <a:pt x="3454400" y="304800"/>
                </a:cubicBezTo>
                <a:lnTo>
                  <a:pt x="3454400" y="4419600"/>
                </a:lnTo>
                <a:cubicBezTo>
                  <a:pt x="3454400" y="4587936"/>
                  <a:pt x="3317936" y="4724400"/>
                  <a:pt x="3149600" y="4724400"/>
                </a:cubicBezTo>
                <a:lnTo>
                  <a:pt x="304800" y="4724400"/>
                </a:lnTo>
                <a:cubicBezTo>
                  <a:pt x="136464" y="4724400"/>
                  <a:pt x="0" y="4587936"/>
                  <a:pt x="0" y="44196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装饰  4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81280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2" hasCustomPrompt="1"/>
            <p:custDataLst>
              <p:tags r:id="rId20"/>
            </p:custDataLst>
          </p:nvPr>
        </p:nvSpPr>
        <p:spPr>
          <a:xfrm>
            <a:off x="98679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图片占位符 26"/>
          <p:cNvSpPr>
            <a:spLocks noGrp="1"/>
          </p:cNvSpPr>
          <p:nvPr>
            <p:ph type="pic" idx="16403" hasCustomPrompt="1"/>
            <p:custDataLst>
              <p:tags r:id="rId21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304800 h 5638800"/>
              <a:gd name="connisteX1" fmla="*/ 304800 w 5486400"/>
              <a:gd name="connsiteY1" fmla="*/ 0 h 5638800"/>
              <a:gd name="connisteX2" fmla="*/ 5181600 w 5486400"/>
              <a:gd name="connsiteY2" fmla="*/ 0 h 5638800"/>
              <a:gd name="connisteX3" fmla="*/ 5486400 w 5486400"/>
              <a:gd name="connsiteY3" fmla="*/ 304800 h 5638800"/>
              <a:gd name="connisteX4" fmla="*/ 5486400 w 5486400"/>
              <a:gd name="connsiteY4" fmla="*/ 5334000 h 5638800"/>
              <a:gd name="connisteX5" fmla="*/ 5181600 w 5486400"/>
              <a:gd name="connsiteY5" fmla="*/ 5638800 h 5638800"/>
              <a:gd name="connisteX6" fmla="*/ 304800 w 5486400"/>
              <a:gd name="connsiteY6" fmla="*/ 5638800 h 5638800"/>
              <a:gd name="connisteX7" fmla="*/ 0 w 5486400"/>
              <a:gd name="connsiteY7" fmla="*/ 5334000 h 5638800"/>
              <a:gd name="connisteX8" fmla="*/ 0 w 54864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181600" y="0"/>
                </a:lnTo>
                <a:cubicBezTo>
                  <a:pt x="5349936" y="0"/>
                  <a:pt x="5486400" y="136464"/>
                  <a:pt x="5486400" y="304800"/>
                </a:cubicBezTo>
                <a:lnTo>
                  <a:pt x="5486400" y="5334000"/>
                </a:lnTo>
                <a:cubicBezTo>
                  <a:pt x="5486400" y="5502336"/>
                  <a:pt x="5349936" y="5638800"/>
                  <a:pt x="51816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21082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920750" y="24892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400800" y="21082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711950" y="24892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304800 h 2209800"/>
              <a:gd name="connisteX1" fmla="*/ 304800 w 10972800"/>
              <a:gd name="connsiteY1" fmla="*/ 0 h 2209800"/>
              <a:gd name="connisteX2" fmla="*/ 10668000 w 10972800"/>
              <a:gd name="connsiteY2" fmla="*/ 0 h 2209800"/>
              <a:gd name="connisteX3" fmla="*/ 10972800 w 10972800"/>
              <a:gd name="connsiteY3" fmla="*/ 304800 h 2209800"/>
              <a:gd name="connisteX4" fmla="*/ 10972800 w 10972800"/>
              <a:gd name="connsiteY4" fmla="*/ 1905000 h 2209800"/>
              <a:gd name="connisteX5" fmla="*/ 10668000 w 10972800"/>
              <a:gd name="connsiteY5" fmla="*/ 2209800 h 2209800"/>
              <a:gd name="connisteX6" fmla="*/ 304800 w 10972800"/>
              <a:gd name="connsiteY6" fmla="*/ 2209800 h 2209800"/>
              <a:gd name="connisteX7" fmla="*/ 0 w 10972800"/>
              <a:gd name="connsiteY7" fmla="*/ 1905000 h 2209800"/>
              <a:gd name="connisteX8" fmla="*/ 0 w 10972800"/>
              <a:gd name="connsiteY8" fmla="*/ 3048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1905000"/>
                </a:lnTo>
                <a:cubicBezTo>
                  <a:pt x="10972800" y="2073336"/>
                  <a:pt x="10836336" y="2209800"/>
                  <a:pt x="10668000" y="2209800"/>
                </a:cubicBezTo>
                <a:lnTo>
                  <a:pt x="304800" y="2209800"/>
                </a:lnTo>
                <a:cubicBezTo>
                  <a:pt x="136464" y="2209800"/>
                  <a:pt x="0" y="2073336"/>
                  <a:pt x="0" y="19050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7051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9867900" y="15240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0" hasCustomPrompt="1"/>
            <p:custDataLst>
              <p:tags r:id="rId9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2438400" y="22225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2438400" y="2730500"/>
            <a:ext cx="883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304800 h 2209800"/>
              <a:gd name="connisteX1" fmla="*/ 304800 w 10972800"/>
              <a:gd name="connsiteY1" fmla="*/ 0 h 2209800"/>
              <a:gd name="connisteX2" fmla="*/ 10668000 w 10972800"/>
              <a:gd name="connsiteY2" fmla="*/ 0 h 2209800"/>
              <a:gd name="connisteX3" fmla="*/ 10972800 w 10972800"/>
              <a:gd name="connsiteY3" fmla="*/ 304800 h 2209800"/>
              <a:gd name="connisteX4" fmla="*/ 10972800 w 10972800"/>
              <a:gd name="connsiteY4" fmla="*/ 1905000 h 2209800"/>
              <a:gd name="connisteX5" fmla="*/ 10668000 w 10972800"/>
              <a:gd name="connsiteY5" fmla="*/ 2209800 h 2209800"/>
              <a:gd name="connisteX6" fmla="*/ 304800 w 10972800"/>
              <a:gd name="connsiteY6" fmla="*/ 2209800 h 2209800"/>
              <a:gd name="connisteX7" fmla="*/ 0 w 10972800"/>
              <a:gd name="connsiteY7" fmla="*/ 1905000 h 2209800"/>
              <a:gd name="connisteX8" fmla="*/ 0 w 10972800"/>
              <a:gd name="connsiteY8" fmla="*/ 3048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1905000"/>
                </a:lnTo>
                <a:cubicBezTo>
                  <a:pt x="10972800" y="2073336"/>
                  <a:pt x="10836336" y="2209800"/>
                  <a:pt x="10668000" y="2209800"/>
                </a:cubicBezTo>
                <a:lnTo>
                  <a:pt x="304800" y="2209800"/>
                </a:lnTo>
                <a:cubicBezTo>
                  <a:pt x="136464" y="2209800"/>
                  <a:pt x="0" y="2073336"/>
                  <a:pt x="0" y="19050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09600" y="5219700"/>
            <a:ext cx="1612900" cy="1028700"/>
          </a:xfrm>
          <a:custGeom>
            <a:avLst/>
            <a:gdLst>
              <a:gd name="connisteX0" fmla="*/ 1600936 w 1612900"/>
              <a:gd name="connsiteY0" fmla="*/ 1028700 h 1028700"/>
              <a:gd name="connisteX1" fmla="*/ 303297 w 1612900"/>
              <a:gd name="connsiteY1" fmla="*/ 1028700 h 1028700"/>
              <a:gd name="connisteX2" fmla="*/ 0 w 1612900"/>
              <a:gd name="connsiteY2" fmla="*/ 723900 h 1028700"/>
              <a:gd name="connisteX3" fmla="*/ 0 w 1612900"/>
              <a:gd name="connsiteY3" fmla="*/ 398653 h 1028700"/>
              <a:gd name="connisteX4" fmla="*/ 734599 w 1612900"/>
              <a:gd name="connsiteY4" fmla="*/ 0 h 1028700"/>
              <a:gd name="connisteX5" fmla="*/ 1612900 w 1612900"/>
              <a:gd name="connsiteY5" fmla="*/ 882650 h 1028700"/>
              <a:gd name="connisteX6" fmla="*/ 1600936 w 1612900"/>
              <a:gd name="connsiteY6" fmla="*/ 1028700 h 102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12900" h="1028700">
                <a:moveTo>
                  <a:pt x="1600937" y="1028700"/>
                </a:moveTo>
                <a:lnTo>
                  <a:pt x="303298" y="1028700"/>
                </a:lnTo>
                <a:cubicBezTo>
                  <a:pt x="135791" y="1028700"/>
                  <a:pt x="0" y="892236"/>
                  <a:pt x="0" y="723900"/>
                </a:cubicBezTo>
                <a:lnTo>
                  <a:pt x="0" y="398653"/>
                </a:lnTo>
                <a:cubicBezTo>
                  <a:pt x="156964" y="158539"/>
                  <a:pt x="427359" y="0"/>
                  <a:pt x="734600" y="0"/>
                </a:cubicBezTo>
                <a:cubicBezTo>
                  <a:pt x="1219671" y="0"/>
                  <a:pt x="1612900" y="395176"/>
                  <a:pt x="1612900" y="882650"/>
                </a:cubicBezTo>
                <a:cubicBezTo>
                  <a:pt x="1612900" y="932402"/>
                  <a:pt x="1608798" y="981193"/>
                  <a:pt x="1600937" y="10287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0142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867900" y="4038600"/>
            <a:ext cx="1714500" cy="1638300"/>
          </a:xfrm>
          <a:custGeom>
            <a:avLst/>
            <a:gdLst>
              <a:gd name="connisteX0" fmla="*/ 1714500 w 1714500"/>
              <a:gd name="connsiteY0" fmla="*/ 1638300 h 1638300"/>
              <a:gd name="connisteX1" fmla="*/ 0 w 1714500"/>
              <a:gd name="connsiteY1" fmla="*/ 0 h 1638300"/>
              <a:gd name="connisteX2" fmla="*/ 1409700 w 1714500"/>
              <a:gd name="connsiteY2" fmla="*/ 0 h 1638300"/>
              <a:gd name="connisteX3" fmla="*/ 1714500 w 1714500"/>
              <a:gd name="connsiteY3" fmla="*/ 304711 h 1638300"/>
              <a:gd name="connisteX4" fmla="*/ 1714500 w 1714500"/>
              <a:gd name="connsiteY4" fmla="*/ 1638300 h 1638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714500" h="1638300">
                <a:moveTo>
                  <a:pt x="1714500" y="1638300"/>
                </a:moveTo>
                <a:cubicBezTo>
                  <a:pt x="807775" y="1607503"/>
                  <a:pt x="72878" y="897604"/>
                  <a:pt x="0" y="0"/>
                </a:cubicBezTo>
                <a:lnTo>
                  <a:pt x="1409700" y="0"/>
                </a:lnTo>
                <a:cubicBezTo>
                  <a:pt x="1578039" y="0"/>
                  <a:pt x="1714500" y="136375"/>
                  <a:pt x="1714500" y="304711"/>
                </a:cubicBezTo>
                <a:cubicBezTo>
                  <a:pt x="1714500" y="914646"/>
                  <a:pt x="1714500" y="1638300"/>
                  <a:pt x="1714500" y="163830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  <a:lumMod val="10000"/>
                  <a:lumOff val="90000"/>
                </a:schemeClr>
              </a:gs>
            </a:gsLst>
            <a:lin ang="23916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4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2438400" y="4737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2438400" y="5245100"/>
            <a:ext cx="883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24384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27940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82296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85852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4008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4008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3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54400"/>
            <a:ext cx="10972800" cy="2794000"/>
          </a:xfrm>
          <a:custGeom>
            <a:avLst/>
            <a:gdLst>
              <a:gd name="connisteX0" fmla="*/ 0 w 10972800"/>
              <a:gd name="connsiteY0" fmla="*/ 304800 h 2794000"/>
              <a:gd name="connisteX1" fmla="*/ 304800 w 10972800"/>
              <a:gd name="connsiteY1" fmla="*/ 0 h 2794000"/>
              <a:gd name="connisteX2" fmla="*/ 10668000 w 10972800"/>
              <a:gd name="connsiteY2" fmla="*/ 0 h 2794000"/>
              <a:gd name="connisteX3" fmla="*/ 10972800 w 10972800"/>
              <a:gd name="connsiteY3" fmla="*/ 304800 h 2794000"/>
              <a:gd name="connisteX4" fmla="*/ 10972800 w 10972800"/>
              <a:gd name="connsiteY4" fmla="*/ 2489200 h 2794000"/>
              <a:gd name="connisteX5" fmla="*/ 10668000 w 10972800"/>
              <a:gd name="connsiteY5" fmla="*/ 2794000 h 2794000"/>
              <a:gd name="connisteX6" fmla="*/ 304800 w 10972800"/>
              <a:gd name="connsiteY6" fmla="*/ 2794000 h 2794000"/>
              <a:gd name="connisteX7" fmla="*/ 0 w 10972800"/>
              <a:gd name="connsiteY7" fmla="*/ 2489200 h 2794000"/>
              <a:gd name="connisteX8" fmla="*/ 0 w 10972800"/>
              <a:gd name="connsiteY8" fmla="*/ 3048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489200"/>
                </a:lnTo>
                <a:cubicBezTo>
                  <a:pt x="10972800" y="2657536"/>
                  <a:pt x="10836336" y="2794000"/>
                  <a:pt x="10668000" y="2794000"/>
                </a:cubicBezTo>
                <a:lnTo>
                  <a:pt x="304800" y="2794000"/>
                </a:lnTo>
                <a:cubicBezTo>
                  <a:pt x="136464" y="2794000"/>
                  <a:pt x="0" y="2657536"/>
                  <a:pt x="0" y="24892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1778000"/>
          </a:xfrm>
          <a:custGeom>
            <a:avLst/>
            <a:gdLst>
              <a:gd name="connisteX0" fmla="*/ 0 w 5334000"/>
              <a:gd name="connsiteY0" fmla="*/ 304800 h 1778000"/>
              <a:gd name="connisteX1" fmla="*/ 304800 w 5334000"/>
              <a:gd name="connsiteY1" fmla="*/ 0 h 1778000"/>
              <a:gd name="connisteX2" fmla="*/ 5029200 w 5334000"/>
              <a:gd name="connsiteY2" fmla="*/ 0 h 1778000"/>
              <a:gd name="connisteX3" fmla="*/ 5334000 w 5334000"/>
              <a:gd name="connsiteY3" fmla="*/ 304800 h 1778000"/>
              <a:gd name="connisteX4" fmla="*/ 5334000 w 5334000"/>
              <a:gd name="connsiteY4" fmla="*/ 1473200 h 1778000"/>
              <a:gd name="connisteX5" fmla="*/ 5029200 w 5334000"/>
              <a:gd name="connsiteY5" fmla="*/ 1778000 h 1778000"/>
              <a:gd name="connisteX6" fmla="*/ 304800 w 5334000"/>
              <a:gd name="connsiteY6" fmla="*/ 1778000 h 1778000"/>
              <a:gd name="connisteX7" fmla="*/ 0 w 5334000"/>
              <a:gd name="connsiteY7" fmla="*/ 1473200 h 1778000"/>
              <a:gd name="connisteX8" fmla="*/ 0 w 5334000"/>
              <a:gd name="connsiteY8" fmla="*/ 3048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1778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1473200"/>
                </a:lnTo>
                <a:cubicBezTo>
                  <a:pt x="5334000" y="1641536"/>
                  <a:pt x="5197536" y="1778000"/>
                  <a:pt x="5029200" y="1778000"/>
                </a:cubicBezTo>
                <a:lnTo>
                  <a:pt x="304800" y="1778000"/>
                </a:lnTo>
                <a:cubicBezTo>
                  <a:pt x="136464" y="1778000"/>
                  <a:pt x="0" y="1641536"/>
                  <a:pt x="0" y="14732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1778000"/>
          </a:xfrm>
          <a:custGeom>
            <a:avLst/>
            <a:gdLst>
              <a:gd name="connisteX0" fmla="*/ 0 w 5334000"/>
              <a:gd name="connsiteY0" fmla="*/ 304800 h 1778000"/>
              <a:gd name="connisteX1" fmla="*/ 304800 w 5334000"/>
              <a:gd name="connsiteY1" fmla="*/ 0 h 1778000"/>
              <a:gd name="connisteX2" fmla="*/ 5029200 w 5334000"/>
              <a:gd name="connsiteY2" fmla="*/ 0 h 1778000"/>
              <a:gd name="connisteX3" fmla="*/ 5334000 w 5334000"/>
              <a:gd name="connsiteY3" fmla="*/ 304800 h 1778000"/>
              <a:gd name="connisteX4" fmla="*/ 5334000 w 5334000"/>
              <a:gd name="connsiteY4" fmla="*/ 1473200 h 1778000"/>
              <a:gd name="connisteX5" fmla="*/ 5029200 w 5334000"/>
              <a:gd name="connsiteY5" fmla="*/ 1778000 h 1778000"/>
              <a:gd name="connisteX6" fmla="*/ 304800 w 5334000"/>
              <a:gd name="connsiteY6" fmla="*/ 1778000 h 1778000"/>
              <a:gd name="connisteX7" fmla="*/ 0 w 5334000"/>
              <a:gd name="connsiteY7" fmla="*/ 1473200 h 1778000"/>
              <a:gd name="connisteX8" fmla="*/ 0 w 5334000"/>
              <a:gd name="connsiteY8" fmla="*/ 3048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1778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1473200"/>
                </a:lnTo>
                <a:cubicBezTo>
                  <a:pt x="5334000" y="1641536"/>
                  <a:pt x="5197536" y="1778000"/>
                  <a:pt x="5029200" y="1778000"/>
                </a:cubicBezTo>
                <a:lnTo>
                  <a:pt x="304800" y="1778000"/>
                </a:lnTo>
                <a:cubicBezTo>
                  <a:pt x="136464" y="1778000"/>
                  <a:pt x="0" y="1641536"/>
                  <a:pt x="0" y="14732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3876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304800 h 2540000"/>
              <a:gd name="connisteX1" fmla="*/ 304800 w 10972800"/>
              <a:gd name="connsiteY1" fmla="*/ 0 h 2540000"/>
              <a:gd name="connisteX2" fmla="*/ 10668000 w 10972800"/>
              <a:gd name="connsiteY2" fmla="*/ 0 h 2540000"/>
              <a:gd name="connisteX3" fmla="*/ 10972800 w 10972800"/>
              <a:gd name="connsiteY3" fmla="*/ 304800 h 2540000"/>
              <a:gd name="connisteX4" fmla="*/ 10972800 w 10972800"/>
              <a:gd name="connsiteY4" fmla="*/ 2235200 h 2540000"/>
              <a:gd name="connisteX5" fmla="*/ 10668000 w 10972800"/>
              <a:gd name="connsiteY5" fmla="*/ 2540000 h 2540000"/>
              <a:gd name="connisteX6" fmla="*/ 304800 w 10972800"/>
              <a:gd name="connsiteY6" fmla="*/ 2540000 h 2540000"/>
              <a:gd name="connisteX7" fmla="*/ 0 w 10972800"/>
              <a:gd name="connsiteY7" fmla="*/ 2235200 h 2540000"/>
              <a:gd name="connisteX8" fmla="*/ 0 w 10972800"/>
              <a:gd name="connsiteY8" fmla="*/ 3048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2235200"/>
                </a:lnTo>
                <a:cubicBezTo>
                  <a:pt x="10972800" y="2403536"/>
                  <a:pt x="10836336" y="2540000"/>
                  <a:pt x="10668000" y="2540000"/>
                </a:cubicBezTo>
                <a:lnTo>
                  <a:pt x="304800" y="2540000"/>
                </a:lnTo>
                <a:cubicBezTo>
                  <a:pt x="136464" y="2540000"/>
                  <a:pt x="0" y="2403536"/>
                  <a:pt x="0" y="22352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16256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8732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54864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57340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4704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3472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95948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3312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387600 h 2692400"/>
              <a:gd name="connisteX3" fmla="*/ 5029200 w 5334000"/>
              <a:gd name="connsiteY3" fmla="*/ 2692400 h 2692400"/>
              <a:gd name="connisteX4" fmla="*/ 304800 w 5334000"/>
              <a:gd name="connsiteY4" fmla="*/ 2692400 h 2692400"/>
              <a:gd name="connisteX5" fmla="*/ 0 w 5334000"/>
              <a:gd name="connsiteY5" fmla="*/ 23876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387600"/>
                </a:lnTo>
                <a:cubicBezTo>
                  <a:pt x="5334000" y="2555936"/>
                  <a:pt x="5197536" y="2692400"/>
                  <a:pt x="5029200" y="2692400"/>
                </a:cubicBezTo>
                <a:lnTo>
                  <a:pt x="304800" y="2692400"/>
                </a:lnTo>
                <a:cubicBezTo>
                  <a:pt x="136464" y="2692400"/>
                  <a:pt x="0" y="2555936"/>
                  <a:pt x="0" y="2387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304800 h 2032000"/>
              <a:gd name="connisteX1" fmla="*/ 304800 w 5334000"/>
              <a:gd name="connsiteY1" fmla="*/ 0 h 2032000"/>
              <a:gd name="connisteX2" fmla="*/ 5029200 w 5334000"/>
              <a:gd name="connsiteY2" fmla="*/ 0 h 2032000"/>
              <a:gd name="connisteX3" fmla="*/ 5334000 w 5334000"/>
              <a:gd name="connsiteY3" fmla="*/ 3048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3048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304800 h 2692400"/>
              <a:gd name="connisteX1" fmla="*/ 304800 w 5334000"/>
              <a:gd name="connsiteY1" fmla="*/ 0 h 2692400"/>
              <a:gd name="connisteX2" fmla="*/ 5029200 w 5334000"/>
              <a:gd name="connsiteY2" fmla="*/ 0 h 2692400"/>
              <a:gd name="connisteX3" fmla="*/ 5334000 w 5334000"/>
              <a:gd name="connsiteY3" fmla="*/ 3048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3048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5029200" y="0"/>
                </a:lnTo>
                <a:cubicBezTo>
                  <a:pt x="5197536" y="0"/>
                  <a:pt x="5334000" y="136464"/>
                  <a:pt x="5334000" y="3048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727200 h 2032000"/>
              <a:gd name="connisteX3" fmla="*/ 5029200 w 5334000"/>
              <a:gd name="connsiteY3" fmla="*/ 2032000 h 2032000"/>
              <a:gd name="connisteX4" fmla="*/ 304800 w 5334000"/>
              <a:gd name="connsiteY4" fmla="*/ 2032000 h 2032000"/>
              <a:gd name="connisteX5" fmla="*/ 0 w 5334000"/>
              <a:gd name="connsiteY5" fmla="*/ 17272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727200"/>
                </a:lnTo>
                <a:cubicBezTo>
                  <a:pt x="5334000" y="1895536"/>
                  <a:pt x="5197536" y="2032000"/>
                  <a:pt x="5029200" y="2032000"/>
                </a:cubicBezTo>
                <a:lnTo>
                  <a:pt x="304800" y="2032000"/>
                </a:lnTo>
                <a:cubicBezTo>
                  <a:pt x="136464" y="2032000"/>
                  <a:pt x="0" y="1895536"/>
                  <a:pt x="0" y="17272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304800 h 5638800"/>
              <a:gd name="connisteX1" fmla="*/ 304800 w 4038600"/>
              <a:gd name="connsiteY1" fmla="*/ 0 h 5638800"/>
              <a:gd name="connisteX2" fmla="*/ 3733800 w 4038600"/>
              <a:gd name="connsiteY2" fmla="*/ 0 h 5638800"/>
              <a:gd name="connisteX3" fmla="*/ 4038600 w 4038600"/>
              <a:gd name="connsiteY3" fmla="*/ 304800 h 5638800"/>
              <a:gd name="connisteX4" fmla="*/ 4038600 w 4038600"/>
              <a:gd name="connsiteY4" fmla="*/ 5334000 h 5638800"/>
              <a:gd name="connisteX5" fmla="*/ 3733800 w 4038600"/>
              <a:gd name="connsiteY5" fmla="*/ 5638800 h 5638800"/>
              <a:gd name="connisteX6" fmla="*/ 304800 w 4038600"/>
              <a:gd name="connsiteY6" fmla="*/ 5638800 h 5638800"/>
              <a:gd name="connisteX7" fmla="*/ 0 w 4038600"/>
              <a:gd name="connsiteY7" fmla="*/ 5334000 h 5638800"/>
              <a:gd name="connisteX8" fmla="*/ 0 w 4038600"/>
              <a:gd name="connsiteY8" fmla="*/ 3048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733800" y="0"/>
                </a:lnTo>
                <a:cubicBezTo>
                  <a:pt x="3902136" y="0"/>
                  <a:pt x="4038600" y="136464"/>
                  <a:pt x="4038600" y="304800"/>
                </a:cubicBezTo>
                <a:lnTo>
                  <a:pt x="4038600" y="5334000"/>
                </a:lnTo>
                <a:cubicBezTo>
                  <a:pt x="4038600" y="5502336"/>
                  <a:pt x="3902136" y="5638800"/>
                  <a:pt x="3733800" y="5638800"/>
                </a:cubicBezTo>
                <a:lnTo>
                  <a:pt x="304800" y="5638800"/>
                </a:lnTo>
                <a:cubicBezTo>
                  <a:pt x="136464" y="5638800"/>
                  <a:pt x="0" y="5502336"/>
                  <a:pt x="0" y="53340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803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311400"/>
            <a:ext cx="9448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479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987800"/>
            <a:ext cx="9448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1562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664200"/>
            <a:ext cx="9448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Medium" panose="000006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3556000"/>
          </a:xfrm>
          <a:custGeom>
            <a:avLst/>
            <a:gdLst>
              <a:gd name="connisteX0" fmla="*/ 0 w 10972800"/>
              <a:gd name="connsiteY0" fmla="*/ 304800 h 3556000"/>
              <a:gd name="connisteX1" fmla="*/ 304800 w 10972800"/>
              <a:gd name="connsiteY1" fmla="*/ 0 h 3556000"/>
              <a:gd name="connisteX2" fmla="*/ 10668000 w 10972800"/>
              <a:gd name="connsiteY2" fmla="*/ 0 h 3556000"/>
              <a:gd name="connisteX3" fmla="*/ 10972800 w 10972800"/>
              <a:gd name="connsiteY3" fmla="*/ 304800 h 3556000"/>
              <a:gd name="connisteX4" fmla="*/ 10972800 w 10972800"/>
              <a:gd name="connsiteY4" fmla="*/ 3251200 h 3556000"/>
              <a:gd name="connisteX5" fmla="*/ 10668000 w 10972800"/>
              <a:gd name="connsiteY5" fmla="*/ 3556000 h 3556000"/>
              <a:gd name="connisteX6" fmla="*/ 304800 w 10972800"/>
              <a:gd name="connsiteY6" fmla="*/ 3556000 h 3556000"/>
              <a:gd name="connisteX7" fmla="*/ 0 w 10972800"/>
              <a:gd name="connsiteY7" fmla="*/ 3251200 h 3556000"/>
              <a:gd name="connisteX8" fmla="*/ 0 w 10972800"/>
              <a:gd name="connsiteY8" fmla="*/ 3048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0668000" y="0"/>
                </a:lnTo>
                <a:cubicBezTo>
                  <a:pt x="10836336" y="0"/>
                  <a:pt x="10972800" y="136464"/>
                  <a:pt x="10972800" y="304800"/>
                </a:cubicBezTo>
                <a:lnTo>
                  <a:pt x="10972800" y="3251200"/>
                </a:lnTo>
                <a:cubicBezTo>
                  <a:pt x="10972800" y="3419536"/>
                  <a:pt x="10836336" y="3556000"/>
                  <a:pt x="10668000" y="3556000"/>
                </a:cubicBezTo>
                <a:lnTo>
                  <a:pt x="304800" y="3556000"/>
                </a:lnTo>
                <a:cubicBezTo>
                  <a:pt x="136464" y="3556000"/>
                  <a:pt x="0" y="3419536"/>
                  <a:pt x="0" y="3251200"/>
                </a:cubicBezTo>
                <a:lnTo>
                  <a:pt x="0" y="304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5384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943600"/>
            <a:ext cx="10972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9" Type="http://schemas.openxmlformats.org/officeDocument/2006/relationships/tags" Target="../tags/tag463.xml"/><Relationship Id="rId48" Type="http://schemas.openxmlformats.org/officeDocument/2006/relationships/tags" Target="../tags/tag462.xml"/><Relationship Id="rId47" Type="http://schemas.openxmlformats.org/officeDocument/2006/relationships/tags" Target="../tags/tag461.xml"/><Relationship Id="rId46" Type="http://schemas.openxmlformats.org/officeDocument/2006/relationships/tags" Target="../tags/tag460.xml"/><Relationship Id="rId45" Type="http://schemas.openxmlformats.org/officeDocument/2006/relationships/tags" Target="../tags/tag459.xml"/><Relationship Id="rId44" Type="http://schemas.openxmlformats.org/officeDocument/2006/relationships/tags" Target="../tags/tag458.xml"/><Relationship Id="rId43" Type="http://schemas.openxmlformats.org/officeDocument/2006/relationships/tags" Target="../tags/tag457.xml"/><Relationship Id="rId42" Type="http://schemas.openxmlformats.org/officeDocument/2006/relationships/tags" Target="../tags/tag456.xml"/><Relationship Id="rId41" Type="http://schemas.openxmlformats.org/officeDocument/2006/relationships/tags" Target="../tags/tag455.xml"/><Relationship Id="rId40" Type="http://schemas.openxmlformats.org/officeDocument/2006/relationships/tags" Target="../tags/tag454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453.xml"/><Relationship Id="rId38" Type="http://schemas.openxmlformats.org/officeDocument/2006/relationships/tags" Target="../tags/tag452.xml"/><Relationship Id="rId37" Type="http://schemas.openxmlformats.org/officeDocument/2006/relationships/tags" Target="../tags/tag451.xml"/><Relationship Id="rId36" Type="http://schemas.openxmlformats.org/officeDocument/2006/relationships/tags" Target="../tags/tag450.xml"/><Relationship Id="rId35" Type="http://schemas.openxmlformats.org/officeDocument/2006/relationships/tags" Target="../tags/tag449.xml"/><Relationship Id="rId34" Type="http://schemas.openxmlformats.org/officeDocument/2006/relationships/tags" Target="../tags/tag448.xml"/><Relationship Id="rId33" Type="http://schemas.openxmlformats.org/officeDocument/2006/relationships/tags" Target="../tags/tag447.xml"/><Relationship Id="rId32" Type="http://schemas.openxmlformats.org/officeDocument/2006/relationships/tags" Target="../tags/tag446.xml"/><Relationship Id="rId31" Type="http://schemas.openxmlformats.org/officeDocument/2006/relationships/image" Target="../media/image5.png"/><Relationship Id="rId30" Type="http://schemas.openxmlformats.org/officeDocument/2006/relationships/tags" Target="../tags/tag445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33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0" y="0"/>
            <a:ext cx="1247140" cy="119189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Medium" panose="00000600000000000000" charset="-122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Normal" panose="000005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57" name="组合 56"/>
          <p:cNvGrpSpPr/>
          <p:nvPr userDrawn="1">
            <p:custDataLst>
              <p:tags r:id="rId37"/>
            </p:custDataLst>
          </p:nvPr>
        </p:nvGrpSpPr>
        <p:grpSpPr>
          <a:xfrm>
            <a:off x="11412220" y="6079490"/>
            <a:ext cx="457200" cy="449580"/>
            <a:chOff x="9811" y="434"/>
            <a:chExt cx="1991" cy="1956"/>
          </a:xfrm>
        </p:grpSpPr>
        <p:sp>
          <p:nvSpPr>
            <p:cNvPr id="39" name="矩形 38"/>
            <p:cNvSpPr/>
            <p:nvPr userDrawn="1">
              <p:custDataLst>
                <p:tags r:id="rId38"/>
              </p:custDataLst>
            </p:nvPr>
          </p:nvSpPr>
          <p:spPr>
            <a:xfrm>
              <a:off x="9811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 userDrawn="1">
              <p:custDataLst>
                <p:tags r:id="rId39"/>
              </p:custDataLst>
            </p:nvPr>
          </p:nvSpPr>
          <p:spPr>
            <a:xfrm>
              <a:off x="10587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 userDrawn="1">
              <p:custDataLst>
                <p:tags r:id="rId40"/>
              </p:custDataLst>
            </p:nvPr>
          </p:nvSpPr>
          <p:spPr>
            <a:xfrm>
              <a:off x="11364" y="434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 userDrawn="1">
              <p:custDataLst>
                <p:tags r:id="rId41"/>
              </p:custDataLst>
            </p:nvPr>
          </p:nvSpPr>
          <p:spPr>
            <a:xfrm>
              <a:off x="9811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>
              <p:custDataLst>
                <p:tags r:id="rId42"/>
              </p:custDataLst>
            </p:nvPr>
          </p:nvSpPr>
          <p:spPr>
            <a:xfrm>
              <a:off x="10587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>
              <p:custDataLst>
                <p:tags r:id="rId43"/>
              </p:custDataLst>
            </p:nvPr>
          </p:nvSpPr>
          <p:spPr>
            <a:xfrm>
              <a:off x="11364" y="1193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 userDrawn="1">
              <p:custDataLst>
                <p:tags r:id="rId44"/>
              </p:custDataLst>
            </p:nvPr>
          </p:nvSpPr>
          <p:spPr>
            <a:xfrm>
              <a:off x="9811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 userDrawn="1">
              <p:custDataLst>
                <p:tags r:id="rId45"/>
              </p:custDataLst>
            </p:nvPr>
          </p:nvSpPr>
          <p:spPr>
            <a:xfrm>
              <a:off x="10587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 userDrawn="1">
              <p:custDataLst>
                <p:tags r:id="rId46"/>
              </p:custDataLst>
            </p:nvPr>
          </p:nvSpPr>
          <p:spPr>
            <a:xfrm>
              <a:off x="11364" y="1952"/>
              <a:ext cx="438" cy="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 userDrawn="1">
            <p:custDataLst>
              <p:tags r:id="rId47"/>
            </p:custDataLst>
          </p:nvPr>
        </p:nvSpPr>
        <p:spPr>
          <a:xfrm>
            <a:off x="11647806" y="6311902"/>
            <a:ext cx="342900" cy="342900"/>
          </a:xfrm>
          <a:custGeom>
            <a:avLst/>
            <a:gdLst>
              <a:gd name="connisteX0" fmla="*/ 0 w 342900"/>
              <a:gd name="connsiteY0" fmla="*/ 0 h 342900"/>
              <a:gd name="connisteX1" fmla="*/ 342900 w 342900"/>
              <a:gd name="connsiteY1" fmla="*/ 0 h 342900"/>
              <a:gd name="connisteX2" fmla="*/ 342900 w 342900"/>
              <a:gd name="connsiteY2" fmla="*/ 342900 h 342900"/>
              <a:gd name="connisteX3" fmla="*/ 0 w 342900"/>
              <a:gd name="connsiteY3" fmla="*/ 342900 h 342900"/>
              <a:gd name="connisteX4" fmla="*/ 0 w 342900"/>
              <a:gd name="connsiteY4" fmla="*/ 171450 h 342900"/>
              <a:gd name="connisteX5" fmla="*/ 0 w 342900"/>
              <a:gd name="connsiteY5" fmla="*/ 0 h 34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4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67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76.xml"/><Relationship Id="rId8" Type="http://schemas.openxmlformats.org/officeDocument/2006/relationships/tags" Target="../tags/tag475.xml"/><Relationship Id="rId7" Type="http://schemas.openxmlformats.org/officeDocument/2006/relationships/tags" Target="../tags/tag474.xml"/><Relationship Id="rId6" Type="http://schemas.openxmlformats.org/officeDocument/2006/relationships/tags" Target="../tags/tag473.xml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485.xml"/><Relationship Id="rId17" Type="http://schemas.openxmlformats.org/officeDocument/2006/relationships/tags" Target="../tags/tag484.xml"/><Relationship Id="rId16" Type="http://schemas.openxmlformats.org/officeDocument/2006/relationships/tags" Target="../tags/tag483.xml"/><Relationship Id="rId15" Type="http://schemas.openxmlformats.org/officeDocument/2006/relationships/tags" Target="../tags/tag482.xml"/><Relationship Id="rId14" Type="http://schemas.openxmlformats.org/officeDocument/2006/relationships/tags" Target="../tags/tag481.xml"/><Relationship Id="rId13" Type="http://schemas.openxmlformats.org/officeDocument/2006/relationships/tags" Target="../tags/tag480.xml"/><Relationship Id="rId12" Type="http://schemas.openxmlformats.org/officeDocument/2006/relationships/tags" Target="../tags/tag479.xml"/><Relationship Id="rId11" Type="http://schemas.openxmlformats.org/officeDocument/2006/relationships/tags" Target="../tags/tag478.xml"/><Relationship Id="rId10" Type="http://schemas.openxmlformats.org/officeDocument/2006/relationships/tags" Target="../tags/tag477.xml"/><Relationship Id="rId1" Type="http://schemas.openxmlformats.org/officeDocument/2006/relationships/tags" Target="../tags/tag46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88.xml"/><Relationship Id="rId2" Type="http://schemas.openxmlformats.org/officeDocument/2006/relationships/tags" Target="../tags/tag487.xml"/><Relationship Id="rId1" Type="http://schemas.openxmlformats.org/officeDocument/2006/relationships/tags" Target="../tags/tag4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97.xml"/><Relationship Id="rId8" Type="http://schemas.openxmlformats.org/officeDocument/2006/relationships/tags" Target="../tags/tag496.xml"/><Relationship Id="rId7" Type="http://schemas.openxmlformats.org/officeDocument/2006/relationships/tags" Target="../tags/tag495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tags" Target="../tags/tag492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505.xml"/><Relationship Id="rId16" Type="http://schemas.openxmlformats.org/officeDocument/2006/relationships/tags" Target="../tags/tag504.xml"/><Relationship Id="rId15" Type="http://schemas.openxmlformats.org/officeDocument/2006/relationships/tags" Target="../tags/tag503.xml"/><Relationship Id="rId14" Type="http://schemas.openxmlformats.org/officeDocument/2006/relationships/tags" Target="../tags/tag502.xml"/><Relationship Id="rId13" Type="http://schemas.openxmlformats.org/officeDocument/2006/relationships/tags" Target="../tags/tag501.xml"/><Relationship Id="rId12" Type="http://schemas.openxmlformats.org/officeDocument/2006/relationships/tags" Target="../tags/tag500.xml"/><Relationship Id="rId11" Type="http://schemas.openxmlformats.org/officeDocument/2006/relationships/tags" Target="../tags/tag499.xml"/><Relationship Id="rId10" Type="http://schemas.openxmlformats.org/officeDocument/2006/relationships/tags" Target="../tags/tag498.xml"/><Relationship Id="rId1" Type="http://schemas.openxmlformats.org/officeDocument/2006/relationships/tags" Target="../tags/tag48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4.xml"/><Relationship Id="rId8" Type="http://schemas.openxmlformats.org/officeDocument/2006/relationships/tags" Target="../tags/tag513.xml"/><Relationship Id="rId7" Type="http://schemas.openxmlformats.org/officeDocument/2006/relationships/tags" Target="../tags/tag512.xml"/><Relationship Id="rId6" Type="http://schemas.openxmlformats.org/officeDocument/2006/relationships/tags" Target="../tags/tag511.xml"/><Relationship Id="rId5" Type="http://schemas.openxmlformats.org/officeDocument/2006/relationships/tags" Target="../tags/tag510.xml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5" Type="http://schemas.openxmlformats.org/officeDocument/2006/relationships/slideLayout" Target="../slideLayouts/slideLayout16.xml"/><Relationship Id="rId14" Type="http://schemas.openxmlformats.org/officeDocument/2006/relationships/tags" Target="../tags/tag519.xml"/><Relationship Id="rId13" Type="http://schemas.openxmlformats.org/officeDocument/2006/relationships/tags" Target="../tags/tag518.xml"/><Relationship Id="rId12" Type="http://schemas.openxmlformats.org/officeDocument/2006/relationships/tags" Target="../tags/tag517.xml"/><Relationship Id="rId11" Type="http://schemas.openxmlformats.org/officeDocument/2006/relationships/tags" Target="../tags/tag516.xml"/><Relationship Id="rId10" Type="http://schemas.openxmlformats.org/officeDocument/2006/relationships/tags" Target="../tags/tag515.xml"/><Relationship Id="rId1" Type="http://schemas.openxmlformats.org/officeDocument/2006/relationships/tags" Target="../tags/tag50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22.xml"/><Relationship Id="rId2" Type="http://schemas.openxmlformats.org/officeDocument/2006/relationships/tags" Target="../tags/tag521.xml"/><Relationship Id="rId1" Type="http://schemas.openxmlformats.org/officeDocument/2006/relationships/tags" Target="../tags/tag5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tags" Target="../tags/tag526.xml"/><Relationship Id="rId3" Type="http://schemas.openxmlformats.org/officeDocument/2006/relationships/tags" Target="../tags/tag525.xml"/><Relationship Id="rId21" Type="http://schemas.openxmlformats.org/officeDocument/2006/relationships/slideLayout" Target="../slideLayouts/slideLayout17.xml"/><Relationship Id="rId20" Type="http://schemas.openxmlformats.org/officeDocument/2006/relationships/tags" Target="../tags/tag538.xml"/><Relationship Id="rId2" Type="http://schemas.openxmlformats.org/officeDocument/2006/relationships/tags" Target="../tags/tag524.xml"/><Relationship Id="rId19" Type="http://schemas.openxmlformats.org/officeDocument/2006/relationships/tags" Target="../tags/tag537.xml"/><Relationship Id="rId18" Type="http://schemas.openxmlformats.org/officeDocument/2006/relationships/tags" Target="../tags/tag536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535.xml"/><Relationship Id="rId14" Type="http://schemas.openxmlformats.org/officeDocument/2006/relationships/tags" Target="../tags/tag534.xml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tags" Target="../tags/tag530.xml"/><Relationship Id="rId1" Type="http://schemas.openxmlformats.org/officeDocument/2006/relationships/tags" Target="../tags/tag5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7.xml"/><Relationship Id="rId8" Type="http://schemas.openxmlformats.org/officeDocument/2006/relationships/tags" Target="../tags/tag546.xml"/><Relationship Id="rId7" Type="http://schemas.openxmlformats.org/officeDocument/2006/relationships/tags" Target="../tags/tag545.xml"/><Relationship Id="rId6" Type="http://schemas.openxmlformats.org/officeDocument/2006/relationships/tags" Target="../tags/tag544.xml"/><Relationship Id="rId5" Type="http://schemas.openxmlformats.org/officeDocument/2006/relationships/tags" Target="../tags/tag543.xml"/><Relationship Id="rId4" Type="http://schemas.openxmlformats.org/officeDocument/2006/relationships/tags" Target="../tags/tag542.xml"/><Relationship Id="rId3" Type="http://schemas.openxmlformats.org/officeDocument/2006/relationships/tags" Target="../tags/tag541.xml"/><Relationship Id="rId24" Type="http://schemas.openxmlformats.org/officeDocument/2006/relationships/slideLayout" Target="../slideLayouts/slideLayout18.xml"/><Relationship Id="rId23" Type="http://schemas.openxmlformats.org/officeDocument/2006/relationships/tags" Target="../tags/tag558.xml"/><Relationship Id="rId22" Type="http://schemas.openxmlformats.org/officeDocument/2006/relationships/image" Target="../media/image12.png"/><Relationship Id="rId21" Type="http://schemas.openxmlformats.org/officeDocument/2006/relationships/tags" Target="../tags/tag557.xml"/><Relationship Id="rId20" Type="http://schemas.openxmlformats.org/officeDocument/2006/relationships/image" Target="../media/image11.png"/><Relationship Id="rId2" Type="http://schemas.openxmlformats.org/officeDocument/2006/relationships/tags" Target="../tags/tag540.xml"/><Relationship Id="rId19" Type="http://schemas.openxmlformats.org/officeDocument/2006/relationships/tags" Target="../tags/tag556.xml"/><Relationship Id="rId18" Type="http://schemas.openxmlformats.org/officeDocument/2006/relationships/image" Target="../media/image10.png"/><Relationship Id="rId17" Type="http://schemas.openxmlformats.org/officeDocument/2006/relationships/tags" Target="../tags/tag555.xml"/><Relationship Id="rId16" Type="http://schemas.openxmlformats.org/officeDocument/2006/relationships/tags" Target="../tags/tag554.xml"/><Relationship Id="rId15" Type="http://schemas.openxmlformats.org/officeDocument/2006/relationships/tags" Target="../tags/tag553.xml"/><Relationship Id="rId14" Type="http://schemas.openxmlformats.org/officeDocument/2006/relationships/tags" Target="../tags/tag552.xml"/><Relationship Id="rId13" Type="http://schemas.openxmlformats.org/officeDocument/2006/relationships/tags" Target="../tags/tag551.xml"/><Relationship Id="rId12" Type="http://schemas.openxmlformats.org/officeDocument/2006/relationships/tags" Target="../tags/tag550.xml"/><Relationship Id="rId11" Type="http://schemas.openxmlformats.org/officeDocument/2006/relationships/tags" Target="../tags/tag549.xml"/><Relationship Id="rId10" Type="http://schemas.openxmlformats.org/officeDocument/2006/relationships/tags" Target="../tags/tag548.xml"/><Relationship Id="rId1" Type="http://schemas.openxmlformats.org/officeDocument/2006/relationships/tags" Target="../tags/tag53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67.xml"/><Relationship Id="rId8" Type="http://schemas.openxmlformats.org/officeDocument/2006/relationships/tags" Target="../tags/tag566.xml"/><Relationship Id="rId7" Type="http://schemas.openxmlformats.org/officeDocument/2006/relationships/tags" Target="../tags/tag565.xml"/><Relationship Id="rId6" Type="http://schemas.openxmlformats.org/officeDocument/2006/relationships/tags" Target="../tags/tag564.xml"/><Relationship Id="rId5" Type="http://schemas.openxmlformats.org/officeDocument/2006/relationships/tags" Target="../tags/tag563.xml"/><Relationship Id="rId4" Type="http://schemas.openxmlformats.org/officeDocument/2006/relationships/tags" Target="../tags/tag562.xml"/><Relationship Id="rId3" Type="http://schemas.openxmlformats.org/officeDocument/2006/relationships/tags" Target="../tags/tag561.xml"/><Relationship Id="rId2" Type="http://schemas.openxmlformats.org/officeDocument/2006/relationships/tags" Target="../tags/tag560.xml"/><Relationship Id="rId14" Type="http://schemas.openxmlformats.org/officeDocument/2006/relationships/slideLayout" Target="../slideLayouts/slideLayout19.xml"/><Relationship Id="rId13" Type="http://schemas.openxmlformats.org/officeDocument/2006/relationships/tags" Target="../tags/tag570.xml"/><Relationship Id="rId12" Type="http://schemas.openxmlformats.org/officeDocument/2006/relationships/image" Target="../media/image13.png"/><Relationship Id="rId11" Type="http://schemas.openxmlformats.org/officeDocument/2006/relationships/tags" Target="../tags/tag569.xml"/><Relationship Id="rId10" Type="http://schemas.openxmlformats.org/officeDocument/2006/relationships/tags" Target="../tags/tag568.xml"/><Relationship Id="rId1" Type="http://schemas.openxmlformats.org/officeDocument/2006/relationships/tags" Target="../tags/tag55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" Type="http://schemas.openxmlformats.org/officeDocument/2006/relationships/tags" Target="../tags/tag57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82.xml"/><Relationship Id="rId8" Type="http://schemas.openxmlformats.org/officeDocument/2006/relationships/tags" Target="../tags/tag581.xml"/><Relationship Id="rId7" Type="http://schemas.openxmlformats.org/officeDocument/2006/relationships/tags" Target="../tags/tag580.xml"/><Relationship Id="rId6" Type="http://schemas.openxmlformats.org/officeDocument/2006/relationships/tags" Target="../tags/tag579.xml"/><Relationship Id="rId5" Type="http://schemas.openxmlformats.org/officeDocument/2006/relationships/tags" Target="../tags/tag578.xml"/><Relationship Id="rId4" Type="http://schemas.openxmlformats.org/officeDocument/2006/relationships/tags" Target="../tags/tag577.xml"/><Relationship Id="rId3" Type="http://schemas.openxmlformats.org/officeDocument/2006/relationships/tags" Target="../tags/tag576.xml"/><Relationship Id="rId2" Type="http://schemas.openxmlformats.org/officeDocument/2006/relationships/tags" Target="../tags/tag575.xml"/><Relationship Id="rId11" Type="http://schemas.openxmlformats.org/officeDocument/2006/relationships/slideLayout" Target="../slideLayouts/slideLayout20.xml"/><Relationship Id="rId10" Type="http://schemas.openxmlformats.org/officeDocument/2006/relationships/tags" Target="../tags/tag583.xml"/><Relationship Id="rId1" Type="http://schemas.openxmlformats.org/officeDocument/2006/relationships/tags" Target="../tags/tag57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90.xml"/><Relationship Id="rId8" Type="http://schemas.openxmlformats.org/officeDocument/2006/relationships/tags" Target="../tags/tag589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tags" Target="../tags/tag588.xml"/><Relationship Id="rId4" Type="http://schemas.openxmlformats.org/officeDocument/2006/relationships/tags" Target="../tags/tag587.xml"/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9" Type="http://schemas.openxmlformats.org/officeDocument/2006/relationships/slideLayout" Target="../slideLayouts/slideLayout21.xml"/><Relationship Id="rId18" Type="http://schemas.openxmlformats.org/officeDocument/2006/relationships/tags" Target="../tags/tag597.xml"/><Relationship Id="rId17" Type="http://schemas.openxmlformats.org/officeDocument/2006/relationships/tags" Target="../tags/tag596.xml"/><Relationship Id="rId16" Type="http://schemas.openxmlformats.org/officeDocument/2006/relationships/tags" Target="../tags/tag595.xml"/><Relationship Id="rId15" Type="http://schemas.openxmlformats.org/officeDocument/2006/relationships/image" Target="../media/image9.svg"/><Relationship Id="rId14" Type="http://schemas.openxmlformats.org/officeDocument/2006/relationships/image" Target="../media/image16.png"/><Relationship Id="rId13" Type="http://schemas.openxmlformats.org/officeDocument/2006/relationships/tags" Target="../tags/tag594.xml"/><Relationship Id="rId12" Type="http://schemas.openxmlformats.org/officeDocument/2006/relationships/tags" Target="../tags/tag593.xml"/><Relationship Id="rId11" Type="http://schemas.openxmlformats.org/officeDocument/2006/relationships/tags" Target="../tags/tag592.xml"/><Relationship Id="rId10" Type="http://schemas.openxmlformats.org/officeDocument/2006/relationships/tags" Target="../tags/tag591.xml"/><Relationship Id="rId1" Type="http://schemas.openxmlformats.org/officeDocument/2006/relationships/tags" Target="../tags/tag58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04.xml"/><Relationship Id="rId8" Type="http://schemas.openxmlformats.org/officeDocument/2006/relationships/tags" Target="../tags/tag603.xml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" Type="http://schemas.openxmlformats.org/officeDocument/2006/relationships/image" Target="../media/image7.svg"/><Relationship Id="rId4" Type="http://schemas.openxmlformats.org/officeDocument/2006/relationships/image" Target="../media/image17.png"/><Relationship Id="rId3" Type="http://schemas.openxmlformats.org/officeDocument/2006/relationships/tags" Target="../tags/tag600.xml"/><Relationship Id="rId2" Type="http://schemas.openxmlformats.org/officeDocument/2006/relationships/tags" Target="../tags/tag599.xml"/><Relationship Id="rId15" Type="http://schemas.openxmlformats.org/officeDocument/2006/relationships/slideLayout" Target="../slideLayouts/slideLayout22.xml"/><Relationship Id="rId14" Type="http://schemas.openxmlformats.org/officeDocument/2006/relationships/tags" Target="../tags/tag607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tags" Target="../tags/tag59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615.xml"/><Relationship Id="rId7" Type="http://schemas.openxmlformats.org/officeDocument/2006/relationships/tags" Target="../tags/tag614.xml"/><Relationship Id="rId6" Type="http://schemas.openxmlformats.org/officeDocument/2006/relationships/tags" Target="../tags/tag613.xml"/><Relationship Id="rId5" Type="http://schemas.openxmlformats.org/officeDocument/2006/relationships/tags" Target="../tags/tag612.xml"/><Relationship Id="rId4" Type="http://schemas.openxmlformats.org/officeDocument/2006/relationships/tags" Target="../tags/tag611.xml"/><Relationship Id="rId3" Type="http://schemas.openxmlformats.org/officeDocument/2006/relationships/tags" Target="../tags/tag610.xml"/><Relationship Id="rId2" Type="http://schemas.openxmlformats.org/officeDocument/2006/relationships/tags" Target="../tags/tag609.xml"/><Relationship Id="rId12" Type="http://schemas.openxmlformats.org/officeDocument/2006/relationships/slideLayout" Target="../slideLayouts/slideLayout23.xml"/><Relationship Id="rId11" Type="http://schemas.openxmlformats.org/officeDocument/2006/relationships/tags" Target="../tags/tag616.xml"/><Relationship Id="rId10" Type="http://schemas.openxmlformats.org/officeDocument/2006/relationships/image" Target="../media/image21.png"/><Relationship Id="rId1" Type="http://schemas.openxmlformats.org/officeDocument/2006/relationships/tags" Target="../tags/tag60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19.xml"/><Relationship Id="rId2" Type="http://schemas.openxmlformats.org/officeDocument/2006/relationships/tags" Target="../tags/tag618.xml"/><Relationship Id="rId1" Type="http://schemas.openxmlformats.org/officeDocument/2006/relationships/tags" Target="../tags/tag61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28.xml"/><Relationship Id="rId8" Type="http://schemas.openxmlformats.org/officeDocument/2006/relationships/tags" Target="../tags/tag627.xml"/><Relationship Id="rId7" Type="http://schemas.openxmlformats.org/officeDocument/2006/relationships/tags" Target="../tags/tag626.xml"/><Relationship Id="rId6" Type="http://schemas.openxmlformats.org/officeDocument/2006/relationships/tags" Target="../tags/tag625.xml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4" Type="http://schemas.openxmlformats.org/officeDocument/2006/relationships/slideLayout" Target="../slideLayouts/slideLayout24.xml"/><Relationship Id="rId13" Type="http://schemas.openxmlformats.org/officeDocument/2006/relationships/tags" Target="../tags/tag631.xml"/><Relationship Id="rId12" Type="http://schemas.openxmlformats.org/officeDocument/2006/relationships/image" Target="../media/image22.png"/><Relationship Id="rId11" Type="http://schemas.openxmlformats.org/officeDocument/2006/relationships/tags" Target="../tags/tag630.xml"/><Relationship Id="rId10" Type="http://schemas.openxmlformats.org/officeDocument/2006/relationships/tags" Target="../tags/tag629.xml"/><Relationship Id="rId1" Type="http://schemas.openxmlformats.org/officeDocument/2006/relationships/tags" Target="../tags/tag62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40.xml"/><Relationship Id="rId8" Type="http://schemas.openxmlformats.org/officeDocument/2006/relationships/tags" Target="../tags/tag639.xml"/><Relationship Id="rId7" Type="http://schemas.openxmlformats.org/officeDocument/2006/relationships/tags" Target="../tags/tag638.xml"/><Relationship Id="rId6" Type="http://schemas.openxmlformats.org/officeDocument/2006/relationships/tags" Target="../tags/tag637.xml"/><Relationship Id="rId5" Type="http://schemas.openxmlformats.org/officeDocument/2006/relationships/tags" Target="../tags/tag636.xml"/><Relationship Id="rId4" Type="http://schemas.openxmlformats.org/officeDocument/2006/relationships/tags" Target="../tags/tag635.xml"/><Relationship Id="rId3" Type="http://schemas.openxmlformats.org/officeDocument/2006/relationships/tags" Target="../tags/tag634.xml"/><Relationship Id="rId2" Type="http://schemas.openxmlformats.org/officeDocument/2006/relationships/tags" Target="../tags/tag633.xml"/><Relationship Id="rId15" Type="http://schemas.openxmlformats.org/officeDocument/2006/relationships/slideLayout" Target="../slideLayouts/slideLayout25.xml"/><Relationship Id="rId14" Type="http://schemas.openxmlformats.org/officeDocument/2006/relationships/tags" Target="../tags/tag645.xml"/><Relationship Id="rId13" Type="http://schemas.openxmlformats.org/officeDocument/2006/relationships/tags" Target="../tags/tag644.xml"/><Relationship Id="rId12" Type="http://schemas.openxmlformats.org/officeDocument/2006/relationships/tags" Target="../tags/tag643.xml"/><Relationship Id="rId11" Type="http://schemas.openxmlformats.org/officeDocument/2006/relationships/tags" Target="../tags/tag642.xml"/><Relationship Id="rId10" Type="http://schemas.openxmlformats.org/officeDocument/2006/relationships/tags" Target="../tags/tag641.xml"/><Relationship Id="rId1" Type="http://schemas.openxmlformats.org/officeDocument/2006/relationships/tags" Target="../tags/tag63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" Type="http://schemas.openxmlformats.org/officeDocument/2006/relationships/tags" Target="../tags/tag64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tags" Target="../tags/tag656.xml"/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tags" Target="../tags/tag64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664.xml"/><Relationship Id="rId7" Type="http://schemas.openxmlformats.org/officeDocument/2006/relationships/tags" Target="../tags/tag663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" Type="http://schemas.openxmlformats.org/officeDocument/2006/relationships/tags" Target="../tags/tag660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1" Type="http://schemas.openxmlformats.org/officeDocument/2006/relationships/slideLayout" Target="../slideLayouts/slideLayout27.xml"/><Relationship Id="rId10" Type="http://schemas.openxmlformats.org/officeDocument/2006/relationships/tags" Target="../tags/tag665.xml"/><Relationship Id="rId1" Type="http://schemas.openxmlformats.org/officeDocument/2006/relationships/tags" Target="../tags/tag65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" Type="http://schemas.openxmlformats.org/officeDocument/2006/relationships/tags" Target="../tags/tag673.xml"/><Relationship Id="rId7" Type="http://schemas.openxmlformats.org/officeDocument/2006/relationships/tags" Target="../tags/tag672.xml"/><Relationship Id="rId6" Type="http://schemas.openxmlformats.org/officeDocument/2006/relationships/tags" Target="../tags/tag671.xml"/><Relationship Id="rId5" Type="http://schemas.openxmlformats.org/officeDocument/2006/relationships/tags" Target="../tags/tag670.xml"/><Relationship Id="rId4" Type="http://schemas.openxmlformats.org/officeDocument/2006/relationships/tags" Target="../tags/tag669.xml"/><Relationship Id="rId3" Type="http://schemas.openxmlformats.org/officeDocument/2006/relationships/tags" Target="../tags/tag668.xml"/><Relationship Id="rId2" Type="http://schemas.openxmlformats.org/officeDocument/2006/relationships/tags" Target="../tags/tag667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79.xml"/><Relationship Id="rId2" Type="http://schemas.openxmlformats.org/officeDocument/2006/relationships/tags" Target="../tags/tag678.xml"/><Relationship Id="rId1" Type="http://schemas.openxmlformats.org/officeDocument/2006/relationships/tags" Target="../tags/tag6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2025/10/23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校园美食配送</a:t>
            </a:r>
            <a:br>
              <a:rPr lang="zh-CN" altLang="en-US"/>
            </a:br>
            <a:r>
              <a:rPr lang="zh-CN" altLang="en-US"/>
              <a:t>Java多线程并发模拟系统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</a:t>
            </a:r>
            <a:r>
              <a:rPr lang="en-US" altLang="zh-CN"/>
              <a:t>XXX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4070350" y="1295400"/>
            <a:ext cx="7258050" cy="4267200"/>
            <a:chOff x="6410" y="2040"/>
            <a:chExt cx="11430" cy="672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项目总览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系统流程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关键功能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核心逻辑 - 并发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最终成果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项目总览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项目目标</a:t>
            </a: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1108075" y="2755900"/>
            <a:ext cx="2641600" cy="406400"/>
          </a:xfrm>
        </p:spPr>
        <p:txBody>
          <a:bodyPr/>
          <a:p>
            <a:r>
              <a:rPr lang="zh-CN" altLang="en-US"/>
              <a:t>知识融合目标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749300" y="3448050"/>
            <a:ext cx="3168015" cy="914400"/>
          </a:xfrm>
        </p:spPr>
        <p:txBody>
          <a:bodyPr>
            <a:normAutofit/>
          </a:bodyPr>
          <a:p>
            <a:r>
              <a:rPr lang="zh-CN" altLang="en-US" sz="1300"/>
              <a:t>将面向对象、I/O、集合与并发等Java关键知识点深度融合，通过项目实践加深对这些知识的理解和运用能力。</a:t>
            </a:r>
            <a:endParaRPr lang="zh-CN" altLang="en-US" sz="1300"/>
          </a:p>
        </p:txBody>
      </p:sp>
      <p:sp>
        <p:nvSpPr>
          <p:cNvPr id="9" name="装饰  7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4775200" y="2755900"/>
            <a:ext cx="2641600" cy="406400"/>
          </a:xfrm>
        </p:spPr>
        <p:txBody>
          <a:bodyPr/>
          <a:p>
            <a:r>
              <a:rPr lang="zh-CN" altLang="en-US"/>
              <a:t>开发相关程序目标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4617085" y="3448050"/>
            <a:ext cx="2973705" cy="914400"/>
          </a:xfrm>
        </p:spPr>
        <p:txBody>
          <a:bodyPr>
            <a:normAutofit/>
          </a:bodyPr>
          <a:p>
            <a:r>
              <a:rPr lang="zh-CN" altLang="en-US" sz="1200"/>
              <a:t>开发与小组地理目标相关的Java GUI程序，以校园美食配送为背景，使程序具有实际应用场景和趣味性。</a:t>
            </a:r>
            <a:endParaRPr lang="zh-CN" altLang="en-US" sz="1200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装饰  4"/>
          <p:cNvSpPr>
            <a:spLocks noGrp="1"/>
          </p:cNvSpPr>
          <p:nvPr>
            <p:ph type="body" idx="1640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>
          <a:xfrm>
            <a:off x="8534400" y="2755900"/>
            <a:ext cx="2641600" cy="406400"/>
          </a:xfrm>
        </p:spPr>
        <p:txBody>
          <a:bodyPr/>
          <a:p>
            <a:r>
              <a:rPr lang="zh-CN" altLang="en-US"/>
              <a:t>技能提升目标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>
          <a:xfrm>
            <a:off x="8387080" y="3448050"/>
            <a:ext cx="3027680" cy="914400"/>
          </a:xfrm>
        </p:spPr>
        <p:txBody>
          <a:bodyPr>
            <a:normAutofit/>
          </a:bodyPr>
          <a:p>
            <a:r>
              <a:rPr lang="zh-CN" altLang="en-US" sz="1200"/>
              <a:t>通过项目提升小组成员的Java编程技能、团队协作能力和问题解决能力，为今后学习和工作打下坚实基础。</a:t>
            </a:r>
            <a:endParaRPr lang="zh-CN" altLang="en-US" sz="1200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小组成员分工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5105400" y="1879600"/>
            <a:ext cx="6477000" cy="4013200"/>
            <a:chOff x="8040" y="2960"/>
            <a:chExt cx="10200" cy="6320"/>
          </a:xfrm>
        </p:grpSpPr>
      </p:grp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2297430" y="1879600"/>
            <a:ext cx="1854200" cy="406400"/>
          </a:xfrm>
        </p:spPr>
        <p:txBody>
          <a:bodyPr>
            <a:normAutofit/>
          </a:bodyPr>
          <a:p>
            <a:r>
              <a:rPr lang="en-US" altLang="zh-CN"/>
              <a:t>XXX</a:t>
            </a:r>
            <a:r>
              <a:rPr lang="zh-CN" altLang="en-US"/>
              <a:t>（组长）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2297430" y="2438400"/>
            <a:ext cx="1854200" cy="1219200"/>
          </a:xfrm>
        </p:spPr>
        <p:txBody>
          <a:bodyPr>
            <a:normAutofit fontScale="90000"/>
          </a:bodyPr>
          <a:p>
            <a:r>
              <a:rPr lang="zh-CN" altLang="en-US"/>
              <a:t>负责整个项目的统筹规划、进度管理和协调小组成员之间的工作，确保项目按计划顺利进行。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5901055" y="1879600"/>
            <a:ext cx="1854200" cy="406400"/>
          </a:xfrm>
        </p:spPr>
        <p:txBody>
          <a:bodyPr/>
          <a:p>
            <a:r>
              <a:rPr lang="en-US" altLang="zh-CN" sz="2200"/>
              <a:t>XXX</a:t>
            </a:r>
            <a:endParaRPr lang="en-US" altLang="zh-CN" sz="22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5901055" y="2438400"/>
            <a:ext cx="1854200" cy="1219200"/>
          </a:xfrm>
        </p:spPr>
        <p:txBody>
          <a:bodyPr>
            <a:normAutofit fontScale="90000"/>
          </a:bodyPr>
          <a:p>
            <a:r>
              <a:rPr lang="zh-CN" altLang="en-US"/>
              <a:t>主要负责系统的核心逻辑编程，尤其是多线程并发部分的代码实现，保障系统的高效运行。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zh-CN" sz="2200"/>
              <a:t>XXX</a:t>
            </a:r>
            <a:endParaRPr lang="en-US" altLang="zh-CN" sz="22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专注于文件读写（I/O）功能的开发，通过LocationLoader类实现系统的初始化，确保数据的准确读取和处理。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2297430" y="4114800"/>
            <a:ext cx="1854200" cy="406400"/>
          </a:xfrm>
        </p:spPr>
        <p:txBody>
          <a:bodyPr/>
          <a:p>
            <a:r>
              <a:rPr lang="en-US" altLang="zh-CN" sz="2200"/>
              <a:t>XXX</a:t>
            </a:r>
            <a:endParaRPr lang="en-US" altLang="zh-CN" sz="22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2297430" y="4673600"/>
            <a:ext cx="1854200" cy="1219200"/>
          </a:xfrm>
        </p:spPr>
        <p:txBody>
          <a:bodyPr>
            <a:normAutofit fontScale="90000" lnSpcReduction="20000"/>
          </a:bodyPr>
          <a:p>
            <a:r>
              <a:rPr lang="zh-CN" altLang="en-US"/>
              <a:t>负责集合框架的运用，使用List和Map管理档口列表和派送地点，以及线程安全计数器的实现。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>
          <a:xfrm>
            <a:off x="5901055" y="4114800"/>
            <a:ext cx="1854200" cy="406400"/>
          </a:xfrm>
        </p:spPr>
        <p:txBody>
          <a:bodyPr/>
          <a:p>
            <a:r>
              <a:rPr lang="en-US" altLang="zh-CN" sz="2200"/>
              <a:t>XXX</a:t>
            </a:r>
            <a:endParaRPr lang="en-US" altLang="zh-CN" sz="220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1"/>
            </p:custDataLst>
          </p:nvPr>
        </p:nvSpPr>
        <p:spPr>
          <a:xfrm>
            <a:off x="5901055" y="4673600"/>
            <a:ext cx="1854200" cy="1219200"/>
          </a:xfrm>
        </p:spPr>
        <p:txBody>
          <a:bodyPr>
            <a:normAutofit fontScale="90000"/>
          </a:bodyPr>
          <a:p>
            <a:r>
              <a:rPr lang="zh-CN" altLang="en-US"/>
              <a:t>参与系统界面的设计和开发，确保界面的美观性和易用性，严格按照功能需求实现各个界面。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en-US" altLang="zh-CN" sz="2200"/>
              <a:t>XXX</a:t>
            </a:r>
            <a:endParaRPr lang="en-US" altLang="zh-CN" sz="220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7"/>
            <p:custDataLst>
              <p:tags r:id="rId1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协助进行算法的实现，如使用Haversine公式计算配送距离，为系统的特色功能提供支持。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系统流程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食堂选择界面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装饰  4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assets_69796643758\assets\7"/>
          <p:cNvPicPr>
            <a:picLocks noChangeAspect="1"/>
          </p:cNvPicPr>
          <p:nvPr>
            <p:ph type="pic" idx="16390"/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70200" y="2565400"/>
            <a:ext cx="812800" cy="8128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idx="1638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可选食堂介绍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/>
            <p:custDataLst>
              <p:tags r:id="rId10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用户在该界面可选择"翠竹园"或"桃李园"两个食堂，翠竹园有20个档口，桃李园菜品丰富，满足不同用户口味需求。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6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装饰  0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assets_69796643758\assets\2"/>
          <p:cNvPicPr>
            <a:picLocks noChangeAspect="1"/>
          </p:cNvPicPr>
          <p:nvPr>
            <p:ph type="pic" idx="16395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09000" y="2565400"/>
            <a:ext cx="812800" cy="81280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idx="16388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界面设计特点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界面设计简洁明了，以直观方式呈现两个食堂供用户选择，操作流程简单直观，方便用户快速进入系统。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任务生成界面</a:t>
            </a: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914400" y="4069715"/>
            <a:ext cx="2844800" cy="406400"/>
          </a:xfrm>
        </p:spPr>
        <p:txBody>
          <a:bodyPr/>
          <a:p>
            <a:r>
              <a:rPr lang="zh-CN" altLang="en-US"/>
              <a:t>多选功能介绍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914400" y="4589145"/>
            <a:ext cx="2844800" cy="1354455"/>
          </a:xfrm>
        </p:spPr>
        <p:txBody>
          <a:bodyPr/>
          <a:p>
            <a:r>
              <a:rPr lang="zh-CN" altLang="en-US"/>
              <a:t>用户可多选档口和派送地点，档口涵盖翠竹园和桃李园的各个特色档口，派送地点包括校园内多个常见地点。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4673600" y="4048760"/>
            <a:ext cx="2844800" cy="406400"/>
          </a:xfrm>
        </p:spPr>
        <p:txBody>
          <a:bodyPr/>
          <a:p>
            <a:r>
              <a:rPr lang="zh-CN" altLang="en-US"/>
              <a:t>自动校验规则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4673600" y="4589780"/>
            <a:ext cx="2844800" cy="1353820"/>
          </a:xfrm>
        </p:spPr>
        <p:txBody>
          <a:bodyPr/>
          <a:p>
            <a:r>
              <a:rPr lang="zh-CN" altLang="en-US"/>
              <a:t>程序自动进行校验，如"派送地点数不能超过档口数"，确保订单合理性和可操作性，若不符合规则系统会给出相应提示。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装饰  4"/>
          <p:cNvSpPr>
            <a:spLocks noGrp="1"/>
          </p:cNvSpPr>
          <p:nvPr>
            <p:ph type="body" idx="1640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>
          <a:xfrm>
            <a:off x="8432800" y="4034790"/>
            <a:ext cx="2844800" cy="406400"/>
          </a:xfrm>
        </p:spPr>
        <p:txBody>
          <a:bodyPr/>
          <a:p>
            <a:r>
              <a:rPr lang="zh-CN" altLang="en-US"/>
              <a:t>操作便利性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>
          <a:xfrm>
            <a:off x="8432800" y="4589145"/>
            <a:ext cx="2844800" cy="1354455"/>
          </a:xfrm>
        </p:spPr>
        <p:txBody>
          <a:bodyPr/>
          <a:p>
            <a:r>
              <a:rPr lang="zh-CN" altLang="en-US"/>
              <a:t>界面通过清晰的列表和勾选框设计，充分考虑用户操作便利性，让用户能够轻松完成档口和派送地点的选择。</a:t>
            </a:r>
            <a:endParaRPr lang="zh-CN" altLang="en-US"/>
          </a:p>
        </p:txBody>
      </p:sp>
      <p:pic>
        <p:nvPicPr>
          <p:cNvPr id="40" name="图片占位符 39" descr="Snipaste_2025-10-23_11-57-15"/>
          <p:cNvPicPr>
            <a:picLocks noChangeAspect="1"/>
          </p:cNvPicPr>
          <p:nvPr>
            <p:ph type="pic" idx="16403"/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32800" y="1898015"/>
            <a:ext cx="2844800" cy="1485900"/>
          </a:xfrm>
          <a:prstGeom prst="rect">
            <a:avLst/>
          </a:prstGeom>
        </p:spPr>
      </p:pic>
      <p:pic>
        <p:nvPicPr>
          <p:cNvPr id="39" name="图片占位符 38" descr="Snipaste_2025-10-23_11-55-16"/>
          <p:cNvPicPr>
            <a:picLocks noChangeAspect="1"/>
          </p:cNvPicPr>
          <p:nvPr>
            <p:ph type="pic" idx="16399"/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110480" y="1604010"/>
            <a:ext cx="1957705" cy="2398395"/>
          </a:xfrm>
          <a:prstGeom prst="rect">
            <a:avLst/>
          </a:prstGeom>
        </p:spPr>
      </p:pic>
      <p:pic>
        <p:nvPicPr>
          <p:cNvPr id="38" name="图片占位符 37" descr="Snipaste_2025-10-23_11-54-34"/>
          <p:cNvPicPr>
            <a:picLocks noChangeAspect="1"/>
          </p:cNvPicPr>
          <p:nvPr>
            <p:ph type="pic" idx="16395"/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259840" y="1603375"/>
            <a:ext cx="2011045" cy="245554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模拟运行界面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2286000"/>
            <a:ext cx="4876800" cy="3962400"/>
            <a:chOff x="960" y="3600"/>
            <a:chExt cx="7680" cy="6240"/>
          </a:xfrm>
        </p:grpSpPr>
      </p:grp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实时滚动日志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 sz="1400"/>
              <a:t>界面实时滚动显示所有骑手的配送日志，让用户可以随时了解订单的配送进度和当前状态。</a:t>
            </a:r>
            <a:endParaRPr lang="zh-CN" altLang="en-US" sz="1400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日志示例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例如：骑手A </a:t>
            </a:r>
            <a:r>
              <a:rPr lang="en-US" altLang="zh-CN"/>
              <a:t>√ </a:t>
            </a:r>
            <a:r>
              <a:rPr lang="zh-CN" altLang="en-US"/>
              <a:t>正在致广楼送餐；骑手B ！ 正在致广楼排队。订单完成后显示配送距离和预计用时等信息。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信息展示效果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界面以清晰、直观的方式展示日志信息，方便用户查看和跟踪订单状态，提升用户对系统运行过程的理解和体验。</a:t>
            </a:r>
            <a:endParaRPr lang="zh-CN" altLang="en-US"/>
          </a:p>
        </p:txBody>
      </p:sp>
      <p:pic>
        <p:nvPicPr>
          <p:cNvPr id="19" name="内容占位符 18" descr="C:/Users/Xuan/Desktop/Snipaste_2025-10-23_11-59-11.pngSnipaste_2025-10-23_11-59-11"/>
          <p:cNvPicPr>
            <a:picLocks noChangeAspect="1"/>
          </p:cNvPicPr>
          <p:nvPr>
            <p:ph idx="16392"/>
            <p:custDataLst>
              <p:tags r:id="rId11"/>
            </p:custDataLst>
          </p:nvPr>
        </p:nvPicPr>
        <p:blipFill>
          <a:blip r:embed="rId12"/>
          <a:srcRect l="6" r="6"/>
          <a:stretch>
            <a:fillRect/>
          </a:stretch>
        </p:blipFill>
        <p:spPr>
          <a:xfrm>
            <a:off x="6236335" y="609600"/>
            <a:ext cx="5205095" cy="56388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关键功能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面向对象设计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09600" y="2108200"/>
            <a:ext cx="10972800" cy="3556000"/>
            <a:chOff x="960" y="3320"/>
            <a:chExt cx="17280" cy="560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GeoLocation抽象类设计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GeoLocation抽象类封装所有地点的公共属性，如经纬度和名称，为系统的地理定位和信息管理提供基础。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"排队"功能实现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抽象类实现"排队"功能，对于模拟派送点的实际情况至关重要，如在派送点只有一个入口时，实现骑手排队等待机制。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文件读写功能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assets_69796643758\assets\1"/>
          <p:cNvPicPr>
            <a:picLocks noChangeAspect="1"/>
          </p:cNvPicPr>
          <p:nvPr>
            <p:ph type="pic" idx="16390"/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2019300"/>
            <a:ext cx="1219200" cy="12192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LocationLoader类的作用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在程序启动时，LocationLoader类负责读取小组成员地理目标的</a:t>
            </a:r>
            <a:r>
              <a:rPr lang="zh-CN" altLang="en-US"/>
              <a:t>原始文件，将地理信息加载到系统中，为初始化提供数据支持。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6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5" name="图片占位符 14" descr="assets_69796643758\assets\2"/>
          <p:cNvPicPr>
            <a:picLocks noChangeAspect="1"/>
          </p:cNvPicPr>
          <p:nvPr>
            <p:ph type="pic" idx="16394"/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" y="4533900"/>
            <a:ext cx="1219200" cy="12192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88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初始化系统的过程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/>
            <p:custDataLst>
              <p:tags r:id="rId17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LocationLoader类读取文件内容后，解析处理其中的档口、派送地点等信息，转化为系统可识别的数据结构，完成系统初始化。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集合框架应用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2108200"/>
            <a:ext cx="10972800" cy="3556000"/>
            <a:chOff x="960" y="3320"/>
            <a:chExt cx="17280" cy="560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 descr="assets_69796643758\assets\7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2463800"/>
            <a:ext cx="812800" cy="8128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数据结构应用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使用List和Map管理档口列表和派送地点，List用于有序存储档口信息方便遍历操作，Map根据键值对存储派送地点便于快速查找。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assets_69796643758\assets\8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5200" y="2463800"/>
            <a:ext cx="812800" cy="8128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线程安全计数器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系统使用线程安全的计数器追踪任务，在多线程并发环境下准确记录任务完成情况，确保所有任务完成后自动打印总结段落。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派送</a:t>
            </a:r>
            <a:r>
              <a:rPr lang="zh-CN" altLang="en-US"/>
              <a:t>时间功能算法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09600" y="1524000"/>
            <a:ext cx="10972800" cy="1778000"/>
            <a:chOff x="960" y="2400"/>
            <a:chExt cx="17280" cy="2800"/>
          </a:xfrm>
        </p:grpSpPr>
      </p:grp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半正矢（</a:t>
            </a:r>
            <a:r>
              <a:rPr lang="en-US" altLang="zh-CN"/>
              <a:t>Haversine</a:t>
            </a:r>
            <a:r>
              <a:rPr lang="zh-CN" altLang="en-US"/>
              <a:t>）公式应用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系统使用Haversine公式，根据地点真实经纬度自动计算配送距离，考虑地球曲率提供准确距离计算结果，为时间预估提供基础。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模拟时间计算方法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模拟时间计算方法为：(距离/10km/h)+1分钟(假定取餐</a:t>
            </a:r>
            <a:r>
              <a:rPr lang="zh-CN" altLang="en-US"/>
              <a:t>时间)，综合考虑配送距离和取餐时间，准确预估每个订单的预计用时。</a:t>
            </a:r>
            <a:endParaRPr lang="zh-CN" altLang="en-US"/>
          </a:p>
        </p:txBody>
      </p:sp>
      <p:pic>
        <p:nvPicPr>
          <p:cNvPr id="16" name="内容占位符 15" descr="Snipaste_2025-10-23_12-03-49"/>
          <p:cNvPicPr>
            <a:picLocks noChangeAspect="1"/>
          </p:cNvPicPr>
          <p:nvPr>
            <p:ph idx="16390"/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9600" y="3683000"/>
            <a:ext cx="5029200" cy="1306195"/>
          </a:xfrm>
          <a:prstGeom prst="rect">
            <a:avLst/>
          </a:prstGeom>
        </p:spPr>
      </p:pic>
      <p:pic>
        <p:nvPicPr>
          <p:cNvPr id="19" name="图片 18" descr="Snipaste_2025-10-23_12-05-5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2020" y="3683000"/>
            <a:ext cx="5710555" cy="84455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核心逻辑 - 并发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取餐并行逻辑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4521200"/>
            <a:ext cx="10972800" cy="1727200"/>
            <a:chOff x="960" y="7120"/>
            <a:chExt cx="17280" cy="2720"/>
          </a:xfrm>
        </p:grpSpPr>
      </p:grp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档口数量优势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食堂档口数量众多，以翠竹园为例有20个档口，为骑手同时取餐提供条件，使他们能在各自档口互不干扰地完成取餐操作。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取餐互不影响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由于档口充足，骑手取餐过程中不会相互制约，每个骑手可独立在选择的档口取餐，无需等待其他骑手完成取餐。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代码无锁设计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在代码实现上考虑取餐并行性，不在取餐环节加锁，保证骑手取餐的高效性，避免因加锁带来的额外等待时间和性能损耗。</a:t>
            </a:r>
            <a:endParaRPr lang="zh-CN" altLang="en-US"/>
          </a:p>
        </p:txBody>
      </p:sp>
      <p:pic>
        <p:nvPicPr>
          <p:cNvPr id="19" name="内容占位符 18" descr="Snipaste_2025-10-23_12-08-02"/>
          <p:cNvPicPr>
            <a:picLocks noChangeAspect="1"/>
          </p:cNvPicPr>
          <p:nvPr>
            <p:ph idx="16392"/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80515" y="1936115"/>
            <a:ext cx="9029700" cy="17145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送餐串行逻辑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09600" y="2260600"/>
            <a:ext cx="10972800" cy="3251200"/>
            <a:chOff x="960" y="3560"/>
            <a:chExt cx="17280" cy="512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派送点入口限制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派送点如"致广楼"只有一个入口，决定骑手不能同时进入派送点送餐，必须按照一定顺序排队等待。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isBusy状态设置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为派送点对象设置isBusy状态，当骑手A在送餐时，isBusy为true表示派送点正忙，其他骑手需要</a:t>
            </a:r>
            <a:r>
              <a:rPr lang="zh-CN" altLang="en-US"/>
              <a:t>等待。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线程等待与唤醒机制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当骑手B到达派送点，代码检查到isBusy为true时自动让骑手B进入"等待"状态，当骑手A离开isBusy变为false，自动唤醒骑手B开始送餐。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最终成果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并发日志展示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722630" y="1608455"/>
            <a:ext cx="5334000" cy="269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1027430" y="1913255"/>
            <a:ext cx="4724400" cy="406400"/>
          </a:xfrm>
        </p:spPr>
        <p:txBody>
          <a:bodyPr/>
          <a:p>
            <a:r>
              <a:rPr lang="zh-CN" altLang="en-US"/>
              <a:t>多骑手排队状态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864870" y="2472055"/>
            <a:ext cx="4724400" cy="1524000"/>
          </a:xfrm>
        </p:spPr>
        <p:txBody>
          <a:bodyPr/>
          <a:p>
            <a:r>
              <a:rPr lang="zh-CN" altLang="en-US"/>
              <a:t>程序运行的并发日志中，当多个骑手同时配送至同一派送点时，除正在送餐的骑手显示"</a:t>
            </a:r>
            <a:r>
              <a:rPr lang="en-US" altLang="zh-CN"/>
              <a:t>√</a:t>
            </a:r>
            <a:r>
              <a:rPr lang="zh-CN" altLang="en-US"/>
              <a:t> 正在...送餐"外，其他骑手显示"！ ...正在排队"。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6248400" y="1608455"/>
            <a:ext cx="5334000" cy="269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6553200" y="1913255"/>
            <a:ext cx="4724400" cy="406400"/>
          </a:xfrm>
        </p:spPr>
        <p:txBody>
          <a:bodyPr/>
          <a:p>
            <a:r>
              <a:rPr lang="zh-CN" altLang="en-US"/>
              <a:t>排队状态的持续性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53200" y="2472055"/>
            <a:ext cx="4724400" cy="1524000"/>
          </a:xfrm>
        </p:spPr>
        <p:txBody>
          <a:bodyPr/>
          <a:p>
            <a:r>
              <a:rPr lang="zh-CN" altLang="en-US"/>
              <a:t>从日志中能观察到，只要派送点处于"正忙"状态，后续到达的骑手会持续处于排队状态，直到前面的骑手完成送餐离开才依次被唤醒。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功能演示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145405" y="2006600"/>
            <a:ext cx="6324600" cy="2844800"/>
            <a:chOff x="8280" y="5360"/>
            <a:chExt cx="9960" cy="4480"/>
          </a:xfrm>
        </p:grpSpPr>
      </p:grp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>
          <a:xfrm>
            <a:off x="5145405" y="200660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5297805" y="2006600"/>
            <a:ext cx="6172200" cy="406400"/>
          </a:xfrm>
        </p:spPr>
        <p:txBody>
          <a:bodyPr/>
          <a:p>
            <a:r>
              <a:rPr lang="zh-CN" altLang="en-US"/>
              <a:t>订单完成信息打印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5297805" y="2514600"/>
            <a:ext cx="6172200" cy="609600"/>
          </a:xfrm>
        </p:spPr>
        <p:txBody>
          <a:bodyPr>
            <a:normAutofit fontScale="90000"/>
          </a:bodyPr>
          <a:p>
            <a:r>
              <a:rPr lang="zh-CN" altLang="en-US"/>
              <a:t>每个订单完成后，系统自动打印"&gt; 配送距离... 预计用时..."的信息，让用户清楚了解每个订单的配送情况，如某次配送距离3公里，预计用时28分钟。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5145405" y="373380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5297805" y="3733800"/>
            <a:ext cx="6172200" cy="406400"/>
          </a:xfrm>
        </p:spPr>
        <p:txBody>
          <a:bodyPr/>
          <a:p>
            <a:r>
              <a:rPr lang="zh-CN" altLang="en-US"/>
              <a:t>任务总结段落输出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5297805" y="4241800"/>
            <a:ext cx="6172200" cy="609600"/>
          </a:xfrm>
        </p:spPr>
        <p:txBody>
          <a:bodyPr/>
          <a:p>
            <a:r>
              <a:rPr lang="zh-CN" altLang="en-US" sz="1400"/>
              <a:t>当所有任务完成后，系统自动打印</a:t>
            </a:r>
            <a:r>
              <a:rPr lang="zh-CN" altLang="en-US" sz="1400"/>
              <a:t>任务总结段落，对整个配送任务进行总结，方便用户查看整体配送情况和系统运行结果。</a:t>
            </a:r>
            <a:endParaRPr lang="zh-CN" altLang="en-US" sz="1400"/>
          </a:p>
        </p:txBody>
      </p:sp>
      <p:pic>
        <p:nvPicPr>
          <p:cNvPr id="16" name="内容占位符 15" descr="Snipaste_2025-10-23_11-58-05"/>
          <p:cNvPicPr>
            <a:picLocks noChangeAspect="1"/>
          </p:cNvPicPr>
          <p:nvPr>
            <p:ph idx="16390"/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9600" y="1241425"/>
            <a:ext cx="4038600" cy="437451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项目总结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22300" y="1701800"/>
            <a:ext cx="10960100" cy="4368800"/>
            <a:chOff x="980" y="2680"/>
            <a:chExt cx="17260" cy="6880"/>
          </a:xfrm>
        </p:grpSpPr>
      </p:grp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项目目标达成情况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成功实现知识融合、程序开发和技能提升目标，将Java关键知识点应用于实际项目，开发出具有实际应用场景的GUI程序。</a:t>
            </a:r>
            <a:endParaRPr lang="zh-CN" altLang="en-US" sz="1100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系统功能完整性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系统实现了所有计划的关键功能，包括面向对象设计、文件读写、集合框架应用、并发控制等，功能完整且运行稳定。</a:t>
            </a:r>
            <a:endParaRPr lang="zh-CN" altLang="en-US" sz="11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项目价值与意义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项目不仅加深了小组成员对Java多线程并发编程的理解，还培养了团队协作和问题解决能力，为今后的学习和职业发展积累了宝贵经验。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000"/>
              <a:t>THE END</a:t>
            </a:r>
            <a:endParaRPr lang="zh-CN" altLang="en-US" sz="1000"/>
          </a:p>
          <a:p>
            <a:endParaRPr lang="zh-CN" altLang="en-US" sz="10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49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50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51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INDEX" val="8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</p:tagLst>
</file>

<file path=ppt/tags/tag12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12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3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6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6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70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3.0"/>
</p:tagLst>
</file>

<file path=ppt/tags/tag17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3.0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9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68d8c7b387482b40fe9ca4395d3a6d04bb5c892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96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98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99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201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202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204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205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207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9855379fe2d20056c3c324a0b171f13d166e6662"/>
  <p:tag name="KSO_WM_NEWLAYOUT_GROUP_ID" val="layout_1-5"/>
  <p:tag name="KSO_WM_NEWLAYOUT_ID" val="slide_cea45c27deb23863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2"/>
  <p:tag name="KSO_WM_UNIT_TYPE" val="l_h_i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2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4_2"/>
  <p:tag name="KSO_WM_UNIT_TYPE" val="l_h_i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5_2"/>
  <p:tag name="KSO_WM_UNIT_TYPE" val="l_h_i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62b9ec7f3b686f1337d0f26f43d3b5fd60ece8"/>
  <p:tag name="KSO_WM_NEWLAYOUT_GROUP_ID" val="layout_31"/>
  <p:tag name="KSO_WM_NEWLAYOUT_ID" val="slide_f0d6b2b67c5ac978"/>
</p:tagLst>
</file>

<file path=ppt/tags/tag2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3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</p:tagLst>
</file>

<file path=ppt/tags/tag234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9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240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5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</p:tagLst>
</file>

<file path=ppt/tags/tag246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3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c51eb8ac9ee5ff65e92b1282eaccafb80b6c477"/>
  <p:tag name="KSO_WM_NEWLAYOUT_GROUP_ID" val="layout_65"/>
  <p:tag name="KSO_WM_NEWLAYOUT_ID" val="slide_53631dace5a92a58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e51af5eaa0fac08382df8a61f530df93b2ee0d"/>
  <p:tag name="KSO_WM_NEWLAYOUT_GROUP_ID" val="layout_32"/>
  <p:tag name="KSO_WM_NEWLAYOUT_ID" val="slide_de3ba1a8eab5020a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2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</p:tagLst>
</file>

<file path=ppt/tags/tag273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</p:tagLst>
</file>

<file path=ppt/tags/tag27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4"/>
  <p:tag name="KSO_WM_UNIT_TYPE" val="l_h_i"/>
</p:tagLst>
</file>

<file path=ppt/tags/tag27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279.xml><?xml version="1.0" encoding="utf-8"?>
<p:tagLst xmlns:p="http://schemas.openxmlformats.org/presentationml/2006/main">
  <p:tag name="KSO_WM_FIGMA_DECORATION_INDEX" val="17-2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80.xml><?xml version="1.0" encoding="utf-8"?>
<p:tagLst xmlns:p="http://schemas.openxmlformats.org/presentationml/2006/main">
  <p:tag name="KSO_WM_FIGMA_DECORATION_INDEX" val="17-3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3"/>
  <p:tag name="KSO_WM_UNIT_TYPE" val="l_h_i"/>
</p:tagLst>
</file>

<file path=ppt/tags/tag28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4"/>
  <p:tag name="KSO_WM_UNIT_TYPE" val="l_h_i"/>
</p:tagLst>
</file>

<file path=ppt/tags/tag28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7b8870b833683546a7ac8114e19d9585b1c221"/>
  <p:tag name="KSO_WM_NEWLAYOUT_GROUP_ID" val="layout_48"/>
  <p:tag name="KSO_WM_NEWLAYOUT_ID" val="slide_81d8e711c58b27d4"/>
</p:tagLst>
</file>

<file path=ppt/tags/tag2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0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</p:tagLst>
</file>

<file path=ppt/tags/tag291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6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297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2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</p:tagLst>
</file>

<file path=ppt/tags/tag303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3"/>
  <p:tag name="KSO_WM_UNIT_TYPE" val="l_h_i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40abcd0002ccff78ea1eca8079ff21d4032c7f"/>
  <p:tag name="KSO_WM_NEWLAYOUT_GROUP_ID" val="layout_6"/>
  <p:tag name="KSO_WM_NEWLAYOUT_ID" val="slide_a8556cd901320e4b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a155cbb44a381dedf7aa4f153f4cf42a8a5a41"/>
  <p:tag name="KSO_WM_NEWLAYOUT_GROUP_ID" val="layout_27"/>
  <p:tag name="KSO_WM_NEWLAYOUT_ID" val="slide_40abaf94baea320f"/>
</p:tagLst>
</file>

<file path=ppt/tags/tag32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71e5f712b1e47ed8e175103461d9c447780fc3"/>
  <p:tag name="KSO_WM_NEWLAYOUT_GROUP_ID" val="layout_39"/>
  <p:tag name="KSO_WM_NEWLAYOUT_ID" val="slide_ba34ffd6e39e1151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8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</p:tagLst>
</file>

<file path=ppt/tags/tag339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</p:tagLst>
</file>

<file path=ppt/tags/tag340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4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345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</p:tagLst>
</file>

<file path=ppt/tags/tag34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b8ea8a9f4ef34d37d566918a28a4599c0135ec"/>
  <p:tag name="KSO_WM_NEWLAYOUT_GROUP_ID" val="layout_3"/>
  <p:tag name="KSO_WM_NEWLAYOUT_ID" val="slide_d0819be93c45dace"/>
</p:tagLst>
</file>

<file path=ppt/tags/tag35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35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35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2d9a06e2d2fd00a33c4d7943364b19d9cf6a4e9"/>
  <p:tag name="KSO_WM_NEWLAYOUT_GROUP_ID" val="layout_59"/>
  <p:tag name="KSO_WM_NEWLAYOUT_ID" val="slide_79a6e287972545b5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023cdc45f229f82d8196a33b0d730516186e1f"/>
  <p:tag name="KSO_WM_NEWLAYOUT_GROUP_ID" val="layout_42"/>
  <p:tag name="KSO_WM_NEWLAYOUT_ID" val="slide_e1461cd84873efff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91dc2e5994651d65c5579494ae567bc31cfd86"/>
  <p:tag name="KSO_WM_NEWLAYOUT_GROUP_ID" val="layout_49"/>
  <p:tag name="KSO_WM_NEWLAYOUT_ID" val="slide_10d35a04bcb4fa26"/>
</p:tagLst>
</file>

<file path=ppt/tags/tag39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835c6625144ebd3b5f84ae114f4288d65dc1e2"/>
  <p:tag name="KSO_WM_NEWLAYOUT_GROUP_ID" val="layout_26"/>
  <p:tag name="KSO_WM_NEWLAYOUT_ID" val="slide_ef948ae8003135f4"/>
</p:tagLst>
</file>

<file path=ppt/tags/tag4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14dc0d9087acd43e2bbb7e6e3cfa8001eae6186"/>
  <p:tag name="KSO_WM_NEWLAYOUT_GROUP_ID" val="layout_30"/>
  <p:tag name="KSO_WM_NEWLAYOUT_ID" val="slide_6cd0fa25c93ee54b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86e041667bc755ac0d06182eb9c84e95a679ef0"/>
  <p:tag name="KSO_WM_NEWLAYOUT_GROUP_ID" val="layout_35"/>
  <p:tag name="KSO_WM_NEWLAYOUT_ID" val="slide_af18951a26c3c748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4fd65d0abcb9c45a237bca5b7d4de950f366f1"/>
  <p:tag name="KSO_WM_NEWLAYOUT_GROUP_ID" val="layout_67"/>
  <p:tag name="KSO_WM_NEWLAYOUT_ID" val="slide_afad28856642e0b0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9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9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</p:tagLst>
</file>

<file path=ppt/tags/tag462.xml><?xml version="1.0" encoding="utf-8"?>
<p:tagLst xmlns:p="http://schemas.openxmlformats.org/presentationml/2006/main">
  <p:tag name="KSO_WM_FIGMA_SLIDE_GROUP" val="2"/>
  <p:tag name="KSO_WM_TEMPLATE_SUBCATEGORY" val="29"/>
  <p:tag name="KSO_WM_TAG_VERSION" val="3.0"/>
  <p:tag name="KSO_WM_TEMPLATE_CATEGORY" val="custom"/>
  <p:tag name="KSO_WM_TEMPLATE_INDEX" val="40494639"/>
  <p:tag name="KSO_WM_TEMPLATE_MASTER_TYPE" val="0"/>
  <p:tag name="KSO_WM_TEMPLATE_COLOR_TYPE" val="0"/>
  <p:tag name="KSO_WM_BEAUTIFY_FLAG" val="#wm#"/>
</p:tagLst>
</file>

<file path=ppt/tags/tag4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8677e2cbf377cd36"/>
  <p:tag name="KSO_WM_AITEMPLATE_STYLE_ID" val="69796643758"/>
</p:tagLst>
</file>

<file path=ppt/tags/tag46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46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466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467.xml><?xml version="1.0" encoding="utf-8"?>
<p:tagLst xmlns:p="http://schemas.openxmlformats.org/presentationml/2006/main">
  <p:tag name="KSO_WM_BEAUTIFY_FLAG" val="#wm#"/>
  <p:tag name="KSO_WM_FIGMA_SLIDE_GROUP" val="2"/>
  <p:tag name="KSO_WM_SLIDE_ID" val="custom40494639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COLOR_TYPE" val="0"/>
  <p:tag name="KSO_WM_TEMPLATE_INDEX" val="40494639"/>
  <p:tag name="KSO_WM_TEMPLATE_MASTER_TYPE" val="0"/>
  <p:tag name="KSO_WM_TEMPLATE_SUBCATEGORY" val="29"/>
</p:tagLst>
</file>

<file path=ppt/tags/tag4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9855379fe2d20056c3c324a0b171f13d166e6662"/>
  <p:tag name="KSO_WM_NEWLAYOUT_GROUP_ID" val="layout_1-5"/>
  <p:tag name="KSO_WM_NEWLAYOUT_ID" val="slide_cea45c27deb23863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85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TEMPLATE_FIGMA_ID" val="69796643758"/>
  <p:tag name="KSO_WM_TEMPLATE_SLIDE_ID" val="slide_cea45c27deb23863"/>
</p:tagLst>
</file>

<file path=ppt/tags/tag48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48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488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OLOR_TYPE" val="0"/>
  <p:tag name="KSO_WM_TEMPLATE_MASTER_TYPE" val="0"/>
  <p:tag name="KSO_WM_TEMPLATE_SUBCATEGORY" val="29"/>
</p:tagLst>
</file>

<file path=ppt/tags/tag4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62b9ec7f3b686f1337d0f26f43d3b5fd60ece8"/>
  <p:tag name="KSO_WM_NEWLAYOUT_GROUP_ID" val="layout_31"/>
  <p:tag name="KSO_WM_NEWLAYOUT_ID" val="slide_f0d6b2b67c5ac978"/>
  <p:tag name="KSO_WM_UNIT_PRESET_TEXT" val="单击此处添加标题"/>
</p:tagLst>
</file>

<file path=ppt/tags/tag4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91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  <p:tag name="KSO_WM_UNIT_PRESET_TEXT" val=" "/>
</p:tagLst>
</file>

<file path=ppt/tags/tag492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  <p:tag name="KSO_WM_UNIT_PRESET_TEXT" val=" 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96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497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  <p:tag name="KSO_WM_UNIT_PRESET_TEXT" val=" 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01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  <p:tag name="KSO_WM_UNIT_PRESET_TEXT" val=" "/>
</p:tagLst>
</file>

<file path=ppt/tags/tag502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3"/>
  <p:tag name="KSO_WM_UNIT_TYPE" val="l_h_i"/>
  <p:tag name="KSO_WM_UNIT_PRESET_TEXT" val=" 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f0d6b2b67c5ac978"/>
</p:tagLst>
</file>

<file path=ppt/tags/tag5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c51eb8ac9ee5ff65e92b1282eaccafb80b6c477"/>
  <p:tag name="KSO_WM_NEWLAYOUT_GROUP_ID" val="layout_65"/>
  <p:tag name="KSO_WM_NEWLAYOUT_ID" val="slide_53631dace5a92a58"/>
  <p:tag name="KSO_WM_UNIT_PRESET_TEXT" val="单击此处添加标题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项标题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519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TEMPLATE_FIGMA_ID" val="69796643758"/>
  <p:tag name="KSO_WM_TEMPLATE_SLIDE_ID" val="slide_53631dace5a92a58"/>
</p:tagLst>
</file>

<file path=ppt/tags/tag5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2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22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OLOR_TYPE" val="0"/>
  <p:tag name="KSO_WM_TEMPLATE_MASTER_TYPE" val="0"/>
  <p:tag name="KSO_WM_TEMPLATE_SUBCATEGORY" val="29"/>
</p:tagLst>
</file>

<file path=ppt/tags/tag5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e51af5eaa0fac08382df8a61f530df93b2ee0d"/>
  <p:tag name="KSO_WM_NEWLAYOUT_GROUP_ID" val="layout_32"/>
  <p:tag name="KSO_WM_NEWLAYOUT_ID" val="slide_de3ba1a8eab5020a"/>
  <p:tag name="KSO_WM_UNIT_PRESET_TEXT" val="单击此处添加标题"/>
</p:tagLst>
</file>

<file path=ppt/tags/tag5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25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  <p:tag name="KSO_WM_UNIT_PRESET_TEXT" val=" "/>
</p:tagLst>
</file>

<file path=ppt/tags/tag526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  <p:tag name="KSO_WM_UNIT_PRESET_TEXT" val=" "/>
</p:tagLst>
</file>

<file path=ppt/tags/tag52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4"/>
  <p:tag name="KSO_WM_UNIT_TYPE" val="l_h_i"/>
  <p:tag name="KSO_WM_UNIT_PRESET_TEXT" val=" "/>
</p:tagLst>
</file>

<file path=ppt/tags/tag52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32.xml><?xml version="1.0" encoding="utf-8"?>
<p:tagLst xmlns:p="http://schemas.openxmlformats.org/presentationml/2006/main">
  <p:tag name="KSO_WM_FIGMA_DECORATION_INDEX" val="17-2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533.xml><?xml version="1.0" encoding="utf-8"?>
<p:tagLst xmlns:p="http://schemas.openxmlformats.org/presentationml/2006/main">
  <p:tag name="KSO_WM_FIGMA_DECORATION_INDEX" val="17-3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3"/>
  <p:tag name="KSO_WM_UNIT_TYPE" val="l_h_i"/>
  <p:tag name="KSO_WM_UNIT_PRESET_TEXT" val=" "/>
</p:tagLst>
</file>

<file path=ppt/tags/tag53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4"/>
  <p:tag name="KSO_WM_UNIT_TYPE" val="l_h_i"/>
  <p:tag name="KSO_WM_UNIT_PRESET_TEXT" val=" "/>
</p:tagLst>
</file>

<file path=ppt/tags/tag53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8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de3ba1a8eab5020a"/>
</p:tagLst>
</file>

<file path=ppt/tags/tag5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7b8870b833683546a7ac8114e19d9585b1c221"/>
  <p:tag name="KSO_WM_NEWLAYOUT_GROUP_ID" val="layout_48"/>
  <p:tag name="KSO_WM_NEWLAYOUT_ID" val="slide_81d8e711c58b27d4"/>
  <p:tag name="KSO_WM_UNIT_PRESET_TEXT" val="单击此处添加标题"/>
</p:tagLst>
</file>

<file path=ppt/tags/tag5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41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  <p:tag name="KSO_WM_UNIT_PRESET_TEXT" val=" "/>
</p:tagLst>
</file>

<file path=ppt/tags/tag542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  <p:tag name="KSO_WM_UNIT_PRESET_TEXT" val=" 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46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547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  <p:tag name="KSO_WM_UNIT_PRESET_TEXT" val=" 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51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  <p:tag name="KSO_WM_UNIT_PRESET_TEXT" val=" "/>
</p:tagLst>
</file>

<file path=ppt/tags/tag552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3_3"/>
  <p:tag name="KSO_WM_UNIT_TYPE" val="l_h_i"/>
  <p:tag name="KSO_WM_UNIT_PRESET_TEXT" val=" 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58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81d8e711c58b27d4"/>
</p:tagLst>
</file>

<file path=ppt/tags/tag5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40abcd0002ccff78ea1eca8079ff21d4032c7f"/>
  <p:tag name="KSO_WM_NEWLAYOUT_GROUP_ID" val="layout_6"/>
  <p:tag name="KSO_WM_NEWLAYOUT_ID" val="slide_a8556cd901320e4b"/>
  <p:tag name="KSO_WM_UNIT_PRESET_TEXT" val="单击此处添加标题"/>
</p:tagLst>
</file>

<file path=ppt/tags/tag5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70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a8556cd901320e4b"/>
</p:tagLst>
</file>

<file path=ppt/tags/tag57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7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73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OLOR_TYPE" val="0"/>
  <p:tag name="KSO_WM_TEMPLATE_MASTER_TYPE" val="0"/>
  <p:tag name="KSO_WM_TEMPLATE_SUBCATEGORY" val="29"/>
</p:tagLst>
</file>

<file path=ppt/tags/tag5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a155cbb44a381dedf7aa4f153f4cf42a8a5a41"/>
  <p:tag name="KSO_WM_NEWLAYOUT_GROUP_ID" val="layout_27"/>
  <p:tag name="KSO_WM_NEWLAYOUT_ID" val="slide_40abaf94baea320f"/>
  <p:tag name="KSO_WM_UNIT_PRESET_TEXT" val="单击此处添加标题"/>
</p:tagLst>
</file>

<file path=ppt/tags/tag57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3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40abaf94baea320f"/>
</p:tagLst>
</file>

<file path=ppt/tags/tag5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71e5f712b1e47ed8e175103461d9c447780fc3"/>
  <p:tag name="KSO_WM_NEWLAYOUT_GROUP_ID" val="layout_39"/>
  <p:tag name="KSO_WM_NEWLAYOUT_ID" val="slide_ba34ffd6e39e1151"/>
  <p:tag name="KSO_WM_UNIT_PRESET_TEXT" val="单击此处添加标题"/>
</p:tagLst>
</file>

<file path=ppt/tags/tag5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6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2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1_3"/>
  <p:tag name="KSO_WM_UNIT_TYPE" val="l_h_i"/>
  <p:tag name="KSO_WM_UNIT_PRESET_TEXT" val=" "/>
</p:tagLst>
</file>

<file path=ppt/tags/tag58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92.xml><?xml version="1.0" encoding="utf-8"?>
<p:tagLst xmlns:p="http://schemas.openxmlformats.org/presentationml/2006/main">
  <p:tag name="KSO_WM_FIGMA_DECORATION_INDEX" val="18-2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593.xml><?xml version="1.0" encoding="utf-8"?>
<p:tagLst xmlns:p="http://schemas.openxmlformats.org/presentationml/2006/main">
  <p:tag name="KSO_WM_FIGMA_DECORATION_INDEX" val="18-3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]"/>
  <p:tag name="KSO_WM_SHAPE_UPDATE_BRIGHT" val="1"/>
  <p:tag name="KSO_WM_SYNC_SLIDE_TEXT" val="1"/>
  <p:tag name="KSO_WM_UNIT_INDEX" val="1_2_3"/>
  <p:tag name="KSO_WM_UNIT_TYPE" val="l_h_i"/>
  <p:tag name="KSO_WM_UNIT_PRESET_TEXT" val=" "/>
</p:tagLst>
</file>

<file path=ppt/tags/tag59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7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ba34ffd6e39e1151"/>
</p:tagLst>
</file>

<file path=ppt/tags/tag5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b8ea8a9f4ef34d37d566918a28a4599c0135ec"/>
  <p:tag name="KSO_WM_NEWLAYOUT_GROUP_ID" val="layout_3"/>
  <p:tag name="KSO_WM_NEWLAYOUT_ID" val="slide_d0819be93c45dace"/>
  <p:tag name="KSO_WM_UNIT_PRESET_TEXT" val="单击此处添加标题"/>
</p:tagLst>
</file>

<file path=ppt/tags/tag59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0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04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7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d0819be93c45dace"/>
</p:tagLst>
</file>

<file path=ppt/tags/tag6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2d9a06e2d2fd00a33c4d7943364b19d9cf6a4e9"/>
  <p:tag name="KSO_WM_NEWLAYOUT_GROUP_ID" val="layout_59"/>
  <p:tag name="KSO_WM_NEWLAYOUT_ID" val="slide_79a6e287972545b5"/>
  <p:tag name="KSO_WM_UNIT_PRESET_TEXT" val="单击此处添加标题"/>
</p:tagLst>
</file>

<file path=ppt/tags/tag6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16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79a6e287972545b5"/>
</p:tagLst>
</file>

<file path=ppt/tags/tag61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61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619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OLOR_TYPE" val="0"/>
  <p:tag name="KSO_WM_TEMPLATE_MASTER_TYPE" val="0"/>
  <p:tag name="KSO_WM_TEMPLATE_SUBCATEGORY" val="29"/>
</p:tagLst>
</file>

<file path=ppt/tags/tag6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023cdc45f229f82d8196a33b0d730516186e1f"/>
  <p:tag name="KSO_WM_NEWLAYOUT_GROUP_ID" val="layout_42"/>
  <p:tag name="KSO_WM_NEWLAYOUT_ID" val="slide_e1461cd84873efff"/>
  <p:tag name="KSO_WM_UNIT_PRESET_TEXT" val="单击此处添加标题"/>
</p:tagLst>
</file>

<file path=ppt/tags/tag6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1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e1461cd84873efff"/>
</p:tagLst>
</file>

<file path=ppt/tags/tag6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91dc2e5994651d65c5579494ae567bc31cfd86"/>
  <p:tag name="KSO_WM_NEWLAYOUT_GROUP_ID" val="layout_49"/>
  <p:tag name="KSO_WM_NEWLAYOUT_ID" val="slide_10d35a04bcb4fa26"/>
  <p:tag name="KSO_WM_UNIT_PRESET_TEXT" val="单击此处添加标题"/>
</p:tagLst>
</file>

<file path=ppt/tags/tag6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45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10d35a04bcb4fa26"/>
</p:tagLst>
</file>

<file path=ppt/tags/tag64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64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648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OLOR_TYPE" val="0"/>
  <p:tag name="KSO_WM_TEMPLATE_MASTER_TYPE" val="0"/>
  <p:tag name="KSO_WM_TEMPLATE_SUBCATEGORY" val="29"/>
</p:tagLst>
</file>

<file path=ppt/tags/tag6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835c6625144ebd3b5f84ae114f4288d65dc1e2"/>
  <p:tag name="KSO_WM_NEWLAYOUT_GROUP_ID" val="layout_26"/>
  <p:tag name="KSO_WM_NEWLAYOUT_ID" val="slide_ef948ae8003135f4"/>
  <p:tag name="KSO_WM_UNIT_PRESET_TEXT" val="单击此处添加标题"/>
</p:tagLst>
</file>

<file path=ppt/tags/tag6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6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ef948ae8003135f4"/>
</p:tagLst>
</file>

<file path=ppt/tags/tag6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14dc0d9087acd43e2bbb7e6e3cfa8001eae6186"/>
  <p:tag name="KSO_WM_NEWLAYOUT_GROUP_ID" val="layout_30"/>
  <p:tag name="KSO_WM_NEWLAYOUT_ID" val="slide_6cd0fa25c93ee54b"/>
  <p:tag name="KSO_WM_UNIT_PRESET_TEXT" val="单击此处添加标题"/>
</p:tagLst>
</file>

<file path=ppt/tags/tag6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65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3758"/>
  <p:tag name="KSO_WM_TEMPLATE_SLIDE_ID" val="slide_6cd0fa25c93ee54b"/>
</p:tagLst>
</file>

<file path=ppt/tags/tag6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86e041667bc755ac0d06182eb9c84e95a679ef0"/>
  <p:tag name="KSO_WM_NEWLAYOUT_GROUP_ID" val="layout_35"/>
  <p:tag name="KSO_WM_NEWLAYOUT_ID" val="slide_af18951a26c3c748"/>
  <p:tag name="KSO_WM_UNIT_PRESET_TEXT" val="单击此处添加标题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76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3758"/>
  <p:tag name="KSO_WM_TEMPLATE_SLIDE_ID" val="slide_af18951a26c3c748"/>
</p:tagLst>
</file>

<file path=ppt/tags/tag67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678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679.xml><?xml version="1.0" encoding="utf-8"?>
<p:tagLst xmlns:p="http://schemas.openxmlformats.org/presentationml/2006/main">
  <p:tag name="KSO_WM_BEAUTIFY_FLAG" val="#wm#"/>
  <p:tag name="KSO_WM_TEMPLATE_CATEGORY" val="custom"/>
  <p:tag name="KSO_WM_TEMPLATE_INDEX" val="40494639"/>
  <p:tag name="KSO_WM_FIGMA_SLIDE_GROUP" val="2"/>
  <p:tag name="KSO_WM_SLIDE_ID" val="custom40494639_5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OLOR_TYPE" val="0"/>
  <p:tag name="KSO_WM_TEMPLATE_MASTER_TYPE" val="0"/>
  <p:tag name="KSO_WM_TEMPLATE_SUBCATEGORY" val="29"/>
</p:tagLst>
</file>

<file path=ppt/tags/tag680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蓝色职场简约风主题">
  <a:themeElements>
    <a:clrScheme name="">
      <a:dk1>
        <a:srgbClr val="000000"/>
      </a:dk1>
      <a:lt1>
        <a:srgbClr val="FFFFFF"/>
      </a:lt1>
      <a:dk2>
        <a:srgbClr val="0B2663"/>
      </a:dk2>
      <a:lt2>
        <a:srgbClr val="F6F6F9"/>
      </a:lt2>
      <a:accent1>
        <a:srgbClr val="3266EB"/>
      </a:accent1>
      <a:accent2>
        <a:srgbClr val="4471EE"/>
      </a:accent2>
      <a:accent3>
        <a:srgbClr val="698DF1"/>
      </a:accent3>
      <a:accent4>
        <a:srgbClr val="8FAAF5"/>
      </a:accent4>
      <a:accent5>
        <a:srgbClr val="B4C6F8"/>
      </a:accent5>
      <a:accent6>
        <a:srgbClr val="DAE3FC"/>
      </a:accent6>
      <a:hlink>
        <a:srgbClr val="1F52D7"/>
      </a:hlink>
      <a:folHlink>
        <a:srgbClr val="394E85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2595</Words>
  <Application>WPS 演示</Application>
  <PresentationFormat>宽屏</PresentationFormat>
  <Paragraphs>363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MiSans Medium</vt:lpstr>
      <vt:lpstr>MiSans Normal</vt:lpstr>
      <vt:lpstr>Wingdings</vt:lpstr>
      <vt:lpstr>微软雅黑</vt:lpstr>
      <vt:lpstr>Arial Unicode MS</vt:lpstr>
      <vt:lpstr>Calibri</vt:lpstr>
      <vt:lpstr>蓝色职场简约风主题</vt:lpstr>
      <vt:lpstr>校园美食配送 Java多线程并发模拟系统</vt:lpstr>
      <vt:lpstr>目录</vt:lpstr>
      <vt:lpstr>项目总览</vt:lpstr>
      <vt:lpstr>项目目标</vt:lpstr>
      <vt:lpstr>小组成员分工</vt:lpstr>
      <vt:lpstr>系统流程</vt:lpstr>
      <vt:lpstr>食堂选择界面</vt:lpstr>
      <vt:lpstr>任务生成界面</vt:lpstr>
      <vt:lpstr>模拟运行界面</vt:lpstr>
      <vt:lpstr>关键功能</vt:lpstr>
      <vt:lpstr>面向对象设计</vt:lpstr>
      <vt:lpstr>文件读写功能</vt:lpstr>
      <vt:lpstr>集合框架应用</vt:lpstr>
      <vt:lpstr>派送时间功能算法</vt:lpstr>
      <vt:lpstr>核心逻辑 - 并发</vt:lpstr>
      <vt:lpstr>取餐并行逻辑</vt:lpstr>
      <vt:lpstr>送餐串行逻辑</vt:lpstr>
      <vt:lpstr>最终成果</vt:lpstr>
      <vt:lpstr>并发日志展示</vt:lpstr>
      <vt:lpstr>功能演示</vt:lpstr>
      <vt:lpstr>项目总结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Xuan</dc:creator>
  <cp:lastModifiedBy>许愿</cp:lastModifiedBy>
  <cp:revision>158</cp:revision>
  <dcterms:created xsi:type="dcterms:W3CDTF">2019-06-19T02:08:00Z</dcterms:created>
  <dcterms:modified xsi:type="dcterms:W3CDTF">2026-01-22T13:55:12Z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B9980EB86E5D4D31AD439769238118B0_11</vt:lpwstr>
  </property>
  <property fmtid="{D5CDD505-2E9C-101B-9397-08002B2CF9AE}" pid="4" name="KSOTemplateUUID">
    <vt:lpwstr>v1.0_ai_69796643758</vt:lpwstr>
  </property>
</Properties>
</file>