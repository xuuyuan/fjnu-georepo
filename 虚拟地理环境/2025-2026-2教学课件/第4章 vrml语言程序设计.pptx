
<file path=[Content_Types].xml><?xml version="1.0" encoding="utf-8"?>
<Types xmlns="http://schemas.openxmlformats.org/package/2006/content-types">
  <Default Extension="jpeg" ContentType="image/jpeg"/>
  <Default Extension="JPG" ContentType="image/.jpg"/>
  <Default Extension="wav" ContentType="audio/x-wav"/>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3"/>
    <p:sldMasterId id="2147483673" r:id="rId4"/>
  </p:sldMasterIdLst>
  <p:sldIdLst>
    <p:sldId id="402" r:id="rId5"/>
    <p:sldId id="401" r:id="rId6"/>
    <p:sldId id="285" r:id="rId7"/>
    <p:sldId id="286" r:id="rId8"/>
    <p:sldId id="287" r:id="rId9"/>
    <p:sldId id="403" r:id="rId10"/>
    <p:sldId id="288" r:id="rId11"/>
    <p:sldId id="404" r:id="rId12"/>
    <p:sldId id="289" r:id="rId13"/>
    <p:sldId id="290" r:id="rId14"/>
    <p:sldId id="291" r:id="rId15"/>
    <p:sldId id="292" r:id="rId16"/>
    <p:sldId id="293" r:id="rId17"/>
    <p:sldId id="294" r:id="rId18"/>
    <p:sldId id="295" r:id="rId19"/>
    <p:sldId id="296" r:id="rId20"/>
    <p:sldId id="405" r:id="rId21"/>
    <p:sldId id="297" r:id="rId22"/>
    <p:sldId id="298" r:id="rId23"/>
    <p:sldId id="299" r:id="rId24"/>
    <p:sldId id="411" r:id="rId25"/>
    <p:sldId id="300" r:id="rId26"/>
    <p:sldId id="406" r:id="rId27"/>
    <p:sldId id="301" r:id="rId28"/>
    <p:sldId id="310" r:id="rId29"/>
    <p:sldId id="311" r:id="rId30"/>
    <p:sldId id="312" r:id="rId31"/>
    <p:sldId id="313" r:id="rId32"/>
    <p:sldId id="314" r:id="rId33"/>
    <p:sldId id="315" r:id="rId34"/>
    <p:sldId id="316" r:id="rId35"/>
    <p:sldId id="317" r:id="rId36"/>
    <p:sldId id="407" r:id="rId37"/>
    <p:sldId id="318" r:id="rId38"/>
    <p:sldId id="319" r:id="rId39"/>
    <p:sldId id="320" r:id="rId40"/>
    <p:sldId id="321" r:id="rId41"/>
    <p:sldId id="324" r:id="rId42"/>
    <p:sldId id="325" r:id="rId43"/>
    <p:sldId id="326" r:id="rId44"/>
    <p:sldId id="327" r:id="rId45"/>
    <p:sldId id="328" r:id="rId46"/>
    <p:sldId id="329" r:id="rId47"/>
    <p:sldId id="330" r:id="rId48"/>
    <p:sldId id="331" r:id="rId49"/>
    <p:sldId id="332" r:id="rId50"/>
    <p:sldId id="333" r:id="rId51"/>
    <p:sldId id="334" r:id="rId52"/>
    <p:sldId id="335" r:id="rId53"/>
    <p:sldId id="336" r:id="rId54"/>
    <p:sldId id="337" r:id="rId55"/>
    <p:sldId id="338" r:id="rId56"/>
    <p:sldId id="341" r:id="rId57"/>
    <p:sldId id="342" r:id="rId58"/>
    <p:sldId id="343" r:id="rId59"/>
    <p:sldId id="344" r:id="rId60"/>
    <p:sldId id="345" r:id="rId61"/>
    <p:sldId id="346" r:id="rId62"/>
    <p:sldId id="349" r:id="rId63"/>
    <p:sldId id="408" r:id="rId64"/>
    <p:sldId id="350" r:id="rId65"/>
    <p:sldId id="351" r:id="rId66"/>
    <p:sldId id="352" r:id="rId67"/>
    <p:sldId id="353" r:id="rId68"/>
    <p:sldId id="354" r:id="rId69"/>
    <p:sldId id="355" r:id="rId70"/>
    <p:sldId id="356" r:id="rId71"/>
    <p:sldId id="357" r:id="rId72"/>
    <p:sldId id="358" r:id="rId73"/>
    <p:sldId id="359" r:id="rId74"/>
    <p:sldId id="360" r:id="rId75"/>
    <p:sldId id="361" r:id="rId76"/>
    <p:sldId id="362" r:id="rId77"/>
    <p:sldId id="409" r:id="rId78"/>
    <p:sldId id="363" r:id="rId79"/>
    <p:sldId id="364" r:id="rId80"/>
    <p:sldId id="365" r:id="rId81"/>
    <p:sldId id="366" r:id="rId82"/>
    <p:sldId id="367" r:id="rId83"/>
    <p:sldId id="368" r:id="rId84"/>
    <p:sldId id="369" r:id="rId85"/>
    <p:sldId id="370" r:id="rId86"/>
    <p:sldId id="371" r:id="rId87"/>
    <p:sldId id="372" r:id="rId88"/>
    <p:sldId id="373" r:id="rId89"/>
    <p:sldId id="374" r:id="rId90"/>
    <p:sldId id="375" r:id="rId91"/>
    <p:sldId id="376" r:id="rId92"/>
    <p:sldId id="377" r:id="rId93"/>
    <p:sldId id="378" r:id="rId94"/>
    <p:sldId id="379" r:id="rId95"/>
    <p:sldId id="380" r:id="rId96"/>
    <p:sldId id="381" r:id="rId97"/>
    <p:sldId id="382" r:id="rId98"/>
    <p:sldId id="383" r:id="rId99"/>
    <p:sldId id="384" r:id="rId100"/>
    <p:sldId id="385" r:id="rId101"/>
    <p:sldId id="386" r:id="rId102"/>
    <p:sldId id="388" r:id="rId103"/>
    <p:sldId id="387" r:id="rId104"/>
    <p:sldId id="389" r:id="rId105"/>
    <p:sldId id="390" r:id="rId106"/>
    <p:sldId id="391" r:id="rId107"/>
    <p:sldId id="392" r:id="rId108"/>
    <p:sldId id="393" r:id="rId109"/>
    <p:sldId id="394" r:id="rId110"/>
    <p:sldId id="395" r:id="rId111"/>
    <p:sldId id="396" r:id="rId112"/>
    <p:sldId id="397" r:id="rId113"/>
    <p:sldId id="398" r:id="rId114"/>
    <p:sldId id="399" r:id="rId115"/>
    <p:sldId id="400" r:id="rId116"/>
    <p:sldId id="256" r:id="rId117"/>
    <p:sldId id="257" r:id="rId118"/>
    <p:sldId id="410" r:id="rId119"/>
    <p:sldId id="258" r:id="rId120"/>
    <p:sldId id="259" r:id="rId121"/>
    <p:sldId id="260" r:id="rId122"/>
    <p:sldId id="261" r:id="rId123"/>
    <p:sldId id="262" r:id="rId124"/>
    <p:sldId id="263" r:id="rId125"/>
    <p:sldId id="264" r:id="rId126"/>
    <p:sldId id="266" r:id="rId127"/>
    <p:sldId id="267" r:id="rId128"/>
    <p:sldId id="269" r:id="rId129"/>
    <p:sldId id="270" r:id="rId130"/>
    <p:sldId id="271" r:id="rId131"/>
    <p:sldId id="272" r:id="rId132"/>
    <p:sldId id="273" r:id="rId133"/>
    <p:sldId id="274" r:id="rId134"/>
    <p:sldId id="275" r:id="rId135"/>
    <p:sldId id="276" r:id="rId136"/>
    <p:sldId id="277" r:id="rId137"/>
    <p:sldId id="278" r:id="rId138"/>
    <p:sldId id="279" r:id="rId139"/>
    <p:sldId id="280" r:id="rId140"/>
    <p:sldId id="281" r:id="rId141"/>
    <p:sldId id="282" r:id="rId142"/>
    <p:sldId id="283" r:id="rId143"/>
  </p:sldIdLst>
  <p:sldSz cx="9144000" cy="6858000" type="screen4x3"/>
  <p:notesSz cx="6858000" cy="9144000"/>
  <p:defaultTextStyle>
    <a:defPPr>
      <a:defRPr lang="en-US"/>
    </a:defPPr>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33CC"/>
    <a:srgbClr val="3333FF"/>
    <a:srgbClr val="CC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5245"/>
  </p:normalViewPr>
  <p:slideViewPr>
    <p:cSldViewPr showGuides="1">
      <p:cViewPr varScale="1">
        <p:scale>
          <a:sx n="73" d="100"/>
          <a:sy n="73" d="100"/>
        </p:scale>
        <p:origin x="1083" y="3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5.xml"/><Relationship Id="rId98" Type="http://schemas.openxmlformats.org/officeDocument/2006/relationships/slide" Target="slides/slide94.xml"/><Relationship Id="rId97" Type="http://schemas.openxmlformats.org/officeDocument/2006/relationships/slide" Target="slides/slide93.xml"/><Relationship Id="rId96" Type="http://schemas.openxmlformats.org/officeDocument/2006/relationships/slide" Target="slides/slide92.xml"/><Relationship Id="rId95" Type="http://schemas.openxmlformats.org/officeDocument/2006/relationships/slide" Target="slides/slide91.xml"/><Relationship Id="rId94" Type="http://schemas.openxmlformats.org/officeDocument/2006/relationships/slide" Target="slides/slide90.xml"/><Relationship Id="rId93" Type="http://schemas.openxmlformats.org/officeDocument/2006/relationships/slide" Target="slides/slide89.xml"/><Relationship Id="rId92" Type="http://schemas.openxmlformats.org/officeDocument/2006/relationships/slide" Target="slides/slide88.xml"/><Relationship Id="rId91" Type="http://schemas.openxmlformats.org/officeDocument/2006/relationships/slide" Target="slides/slide87.xml"/><Relationship Id="rId90" Type="http://schemas.openxmlformats.org/officeDocument/2006/relationships/slide" Target="slides/slide86.xml"/><Relationship Id="rId9" Type="http://schemas.openxmlformats.org/officeDocument/2006/relationships/slide" Target="slides/slide5.xml"/><Relationship Id="rId89" Type="http://schemas.openxmlformats.org/officeDocument/2006/relationships/slide" Target="slides/slide85.xml"/><Relationship Id="rId88" Type="http://schemas.openxmlformats.org/officeDocument/2006/relationships/slide" Target="slides/slide84.xml"/><Relationship Id="rId87" Type="http://schemas.openxmlformats.org/officeDocument/2006/relationships/slide" Target="slides/slide83.xml"/><Relationship Id="rId86" Type="http://schemas.openxmlformats.org/officeDocument/2006/relationships/slide" Target="slides/slide82.xml"/><Relationship Id="rId85" Type="http://schemas.openxmlformats.org/officeDocument/2006/relationships/slide" Target="slides/slide81.xml"/><Relationship Id="rId84" Type="http://schemas.openxmlformats.org/officeDocument/2006/relationships/slide" Target="slides/slide80.xml"/><Relationship Id="rId83" Type="http://schemas.openxmlformats.org/officeDocument/2006/relationships/slide" Target="slides/slide79.xml"/><Relationship Id="rId82" Type="http://schemas.openxmlformats.org/officeDocument/2006/relationships/slide" Target="slides/slide78.xml"/><Relationship Id="rId81" Type="http://schemas.openxmlformats.org/officeDocument/2006/relationships/slide" Target="slides/slide77.xml"/><Relationship Id="rId80" Type="http://schemas.openxmlformats.org/officeDocument/2006/relationships/slide" Target="slides/slide76.xml"/><Relationship Id="rId8" Type="http://schemas.openxmlformats.org/officeDocument/2006/relationships/slide" Target="slides/slide4.xml"/><Relationship Id="rId79" Type="http://schemas.openxmlformats.org/officeDocument/2006/relationships/slide" Target="slides/slide75.xml"/><Relationship Id="rId78" Type="http://schemas.openxmlformats.org/officeDocument/2006/relationships/slide" Target="slides/slide74.xml"/><Relationship Id="rId77" Type="http://schemas.openxmlformats.org/officeDocument/2006/relationships/slide" Target="slides/slide73.xml"/><Relationship Id="rId76" Type="http://schemas.openxmlformats.org/officeDocument/2006/relationships/slide" Target="slides/slide72.xml"/><Relationship Id="rId75" Type="http://schemas.openxmlformats.org/officeDocument/2006/relationships/slide" Target="slides/slide71.xml"/><Relationship Id="rId74" Type="http://schemas.openxmlformats.org/officeDocument/2006/relationships/slide" Target="slides/slide70.xml"/><Relationship Id="rId73" Type="http://schemas.openxmlformats.org/officeDocument/2006/relationships/slide" Target="slides/slide69.xml"/><Relationship Id="rId72" Type="http://schemas.openxmlformats.org/officeDocument/2006/relationships/slide" Target="slides/slide68.xml"/><Relationship Id="rId71" Type="http://schemas.openxmlformats.org/officeDocument/2006/relationships/slide" Target="slides/slide67.xml"/><Relationship Id="rId70" Type="http://schemas.openxmlformats.org/officeDocument/2006/relationships/slide" Target="slides/slide66.xml"/><Relationship Id="rId7" Type="http://schemas.openxmlformats.org/officeDocument/2006/relationships/slide" Target="slides/slide3.xml"/><Relationship Id="rId69" Type="http://schemas.openxmlformats.org/officeDocument/2006/relationships/slide" Target="slides/slide65.xml"/><Relationship Id="rId68" Type="http://schemas.openxmlformats.org/officeDocument/2006/relationships/slide" Target="slides/slide64.xml"/><Relationship Id="rId67" Type="http://schemas.openxmlformats.org/officeDocument/2006/relationships/slide" Target="slides/slide63.xml"/><Relationship Id="rId66" Type="http://schemas.openxmlformats.org/officeDocument/2006/relationships/slide" Target="slides/slide62.xml"/><Relationship Id="rId65" Type="http://schemas.openxmlformats.org/officeDocument/2006/relationships/slide" Target="slides/slide61.xml"/><Relationship Id="rId64" Type="http://schemas.openxmlformats.org/officeDocument/2006/relationships/slide" Target="slides/slide60.xml"/><Relationship Id="rId63" Type="http://schemas.openxmlformats.org/officeDocument/2006/relationships/slide" Target="slides/slide59.xml"/><Relationship Id="rId62" Type="http://schemas.openxmlformats.org/officeDocument/2006/relationships/slide" Target="slides/slide58.xml"/><Relationship Id="rId61" Type="http://schemas.openxmlformats.org/officeDocument/2006/relationships/slide" Target="slides/slide57.xml"/><Relationship Id="rId60" Type="http://schemas.openxmlformats.org/officeDocument/2006/relationships/slide" Target="slides/slide56.xml"/><Relationship Id="rId6" Type="http://schemas.openxmlformats.org/officeDocument/2006/relationships/slide" Target="slides/slide2.xml"/><Relationship Id="rId59" Type="http://schemas.openxmlformats.org/officeDocument/2006/relationships/slide" Target="slides/slide55.xml"/><Relationship Id="rId58" Type="http://schemas.openxmlformats.org/officeDocument/2006/relationships/slide" Target="slides/slide54.xml"/><Relationship Id="rId57" Type="http://schemas.openxmlformats.org/officeDocument/2006/relationships/slide" Target="slides/slide53.xml"/><Relationship Id="rId56" Type="http://schemas.openxmlformats.org/officeDocument/2006/relationships/slide" Target="slides/slide52.xml"/><Relationship Id="rId55" Type="http://schemas.openxmlformats.org/officeDocument/2006/relationships/slide" Target="slides/slide51.xml"/><Relationship Id="rId54" Type="http://schemas.openxmlformats.org/officeDocument/2006/relationships/slide" Target="slides/slide50.xml"/><Relationship Id="rId53" Type="http://schemas.openxmlformats.org/officeDocument/2006/relationships/slide" Target="slides/slide49.xml"/><Relationship Id="rId52" Type="http://schemas.openxmlformats.org/officeDocument/2006/relationships/slide" Target="slides/slide48.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slide" Target="slides/slide1.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Master" Target="slideMasters/slideMaster3.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6" Type="http://schemas.openxmlformats.org/officeDocument/2006/relationships/tableStyles" Target="tableStyles.xml"/><Relationship Id="rId145" Type="http://schemas.openxmlformats.org/officeDocument/2006/relationships/viewProps" Target="viewProps.xml"/><Relationship Id="rId144" Type="http://schemas.openxmlformats.org/officeDocument/2006/relationships/presProps" Target="presProps.xml"/><Relationship Id="rId143" Type="http://schemas.openxmlformats.org/officeDocument/2006/relationships/slide" Target="slides/slide139.xml"/><Relationship Id="rId142" Type="http://schemas.openxmlformats.org/officeDocument/2006/relationships/slide" Target="slides/slide138.xml"/><Relationship Id="rId141" Type="http://schemas.openxmlformats.org/officeDocument/2006/relationships/slide" Target="slides/slide137.xml"/><Relationship Id="rId140" Type="http://schemas.openxmlformats.org/officeDocument/2006/relationships/slide" Target="slides/slide136.xml"/><Relationship Id="rId14" Type="http://schemas.openxmlformats.org/officeDocument/2006/relationships/slide" Target="slides/slide10.xml"/><Relationship Id="rId139" Type="http://schemas.openxmlformats.org/officeDocument/2006/relationships/slide" Target="slides/slide135.xml"/><Relationship Id="rId138" Type="http://schemas.openxmlformats.org/officeDocument/2006/relationships/slide" Target="slides/slide134.xml"/><Relationship Id="rId137" Type="http://schemas.openxmlformats.org/officeDocument/2006/relationships/slide" Target="slides/slide133.xml"/><Relationship Id="rId136" Type="http://schemas.openxmlformats.org/officeDocument/2006/relationships/slide" Target="slides/slide132.xml"/><Relationship Id="rId135" Type="http://schemas.openxmlformats.org/officeDocument/2006/relationships/slide" Target="slides/slide131.xml"/><Relationship Id="rId134" Type="http://schemas.openxmlformats.org/officeDocument/2006/relationships/slide" Target="slides/slide130.xml"/><Relationship Id="rId133" Type="http://schemas.openxmlformats.org/officeDocument/2006/relationships/slide" Target="slides/slide129.xml"/><Relationship Id="rId132" Type="http://schemas.openxmlformats.org/officeDocument/2006/relationships/slide" Target="slides/slide128.xml"/><Relationship Id="rId131" Type="http://schemas.openxmlformats.org/officeDocument/2006/relationships/slide" Target="slides/slide127.xml"/><Relationship Id="rId130" Type="http://schemas.openxmlformats.org/officeDocument/2006/relationships/slide" Target="slides/slide126.xml"/><Relationship Id="rId13" Type="http://schemas.openxmlformats.org/officeDocument/2006/relationships/slide" Target="slides/slide9.xml"/><Relationship Id="rId129" Type="http://schemas.openxmlformats.org/officeDocument/2006/relationships/slide" Target="slides/slide125.xml"/><Relationship Id="rId128" Type="http://schemas.openxmlformats.org/officeDocument/2006/relationships/slide" Target="slides/slide124.xml"/><Relationship Id="rId127" Type="http://schemas.openxmlformats.org/officeDocument/2006/relationships/slide" Target="slides/slide123.xml"/><Relationship Id="rId126" Type="http://schemas.openxmlformats.org/officeDocument/2006/relationships/slide" Target="slides/slide122.xml"/><Relationship Id="rId125" Type="http://schemas.openxmlformats.org/officeDocument/2006/relationships/slide" Target="slides/slide121.xml"/><Relationship Id="rId124" Type="http://schemas.openxmlformats.org/officeDocument/2006/relationships/slide" Target="slides/slide120.xml"/><Relationship Id="rId123" Type="http://schemas.openxmlformats.org/officeDocument/2006/relationships/slide" Target="slides/slide119.xml"/><Relationship Id="rId122" Type="http://schemas.openxmlformats.org/officeDocument/2006/relationships/slide" Target="slides/slide118.xml"/><Relationship Id="rId121" Type="http://schemas.openxmlformats.org/officeDocument/2006/relationships/slide" Target="slides/slide117.xml"/><Relationship Id="rId120" Type="http://schemas.openxmlformats.org/officeDocument/2006/relationships/slide" Target="slides/slide116.xml"/><Relationship Id="rId12" Type="http://schemas.openxmlformats.org/officeDocument/2006/relationships/slide" Target="slides/slide8.xml"/><Relationship Id="rId119" Type="http://schemas.openxmlformats.org/officeDocument/2006/relationships/slide" Target="slides/slide115.xml"/><Relationship Id="rId118" Type="http://schemas.openxmlformats.org/officeDocument/2006/relationships/slide" Target="slides/slide114.xml"/><Relationship Id="rId117" Type="http://schemas.openxmlformats.org/officeDocument/2006/relationships/slide" Target="slides/slide113.xml"/><Relationship Id="rId116" Type="http://schemas.openxmlformats.org/officeDocument/2006/relationships/slide" Target="slides/slide112.xml"/><Relationship Id="rId115" Type="http://schemas.openxmlformats.org/officeDocument/2006/relationships/slide" Target="slides/slide111.xml"/><Relationship Id="rId114" Type="http://schemas.openxmlformats.org/officeDocument/2006/relationships/slide" Target="slides/slide110.xml"/><Relationship Id="rId113" Type="http://schemas.openxmlformats.org/officeDocument/2006/relationships/slide" Target="slides/slide109.xml"/><Relationship Id="rId112" Type="http://schemas.openxmlformats.org/officeDocument/2006/relationships/slide" Target="slides/slide108.xml"/><Relationship Id="rId111" Type="http://schemas.openxmlformats.org/officeDocument/2006/relationships/slide" Target="slides/slide107.xml"/><Relationship Id="rId110" Type="http://schemas.openxmlformats.org/officeDocument/2006/relationships/slide" Target="slides/slide106.xml"/><Relationship Id="rId11" Type="http://schemas.openxmlformats.org/officeDocument/2006/relationships/slide" Target="slides/slide7.xml"/><Relationship Id="rId109" Type="http://schemas.openxmlformats.org/officeDocument/2006/relationships/slide" Target="slides/slide105.xml"/><Relationship Id="rId108" Type="http://schemas.openxmlformats.org/officeDocument/2006/relationships/slide" Target="slides/slide104.xml"/><Relationship Id="rId107" Type="http://schemas.openxmlformats.org/officeDocument/2006/relationships/slide" Target="slides/slide103.xml"/><Relationship Id="rId106" Type="http://schemas.openxmlformats.org/officeDocument/2006/relationships/slide" Target="slides/slide102.xml"/><Relationship Id="rId105" Type="http://schemas.openxmlformats.org/officeDocument/2006/relationships/slide" Target="slides/slide101.xml"/><Relationship Id="rId104" Type="http://schemas.openxmlformats.org/officeDocument/2006/relationships/slide" Target="slides/slide100.xml"/><Relationship Id="rId103" Type="http://schemas.openxmlformats.org/officeDocument/2006/relationships/slide" Target="slides/slide99.xml"/><Relationship Id="rId102" Type="http://schemas.openxmlformats.org/officeDocument/2006/relationships/slide" Target="slides/slide98.xml"/><Relationship Id="rId101" Type="http://schemas.openxmlformats.org/officeDocument/2006/relationships/slide" Target="slides/slide97.xml"/><Relationship Id="rId100" Type="http://schemas.openxmlformats.org/officeDocument/2006/relationships/slide" Target="slides/slide96.xml"/><Relationship Id="rId10" Type="http://schemas.openxmlformats.org/officeDocument/2006/relationships/slide" Target="slides/slide6.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solidFill>
          <a:schemeClr val="bg1"/>
        </a:solidFill>
        <a:effectLst/>
      </p:bgPr>
    </p:bg>
    <p:spTree>
      <p:nvGrpSpPr>
        <p:cNvPr id="1" name=""/>
        <p:cNvGrpSpPr/>
        <p:nvPr/>
      </p:nvGrpSpPr>
      <p:grpSpPr>
        <a:xfrm>
          <a:off x="0" y="0"/>
          <a:ext cx="0" cy="0"/>
          <a:chOff x="0" y="0"/>
          <a:chExt cx="0" cy="0"/>
        </a:xfrm>
      </p:grpSpPr>
      <p:sp>
        <p:nvSpPr>
          <p:cNvPr id="176277" name="Rectangle 109"/>
          <p:cNvSpPr/>
          <p:nvPr/>
        </p:nvSpPr>
        <p:spPr>
          <a:xfrm>
            <a:off x="1098550" y="862013"/>
            <a:ext cx="5662613" cy="77787"/>
          </a:xfrm>
          <a:prstGeom prst="rect">
            <a:avLst/>
          </a:prstGeom>
          <a:solidFill>
            <a:schemeClr val="hlink"/>
          </a:solidFill>
          <a:ln w="9525">
            <a:noFill/>
          </a:ln>
        </p:spPr>
        <p:txBody>
          <a:bodyPr wrap="none" anchor="ctr" anchorCtr="0"/>
          <a:p>
            <a:pPr lvl="0" algn="ctr" eaLnBrk="1" hangingPunct="1"/>
            <a:endParaRPr lang="zh-CN" altLang="en-US" dirty="0">
              <a:latin typeface="Times New Roman" panose="02020603050405020304" pitchFamily="18" charset="0"/>
            </a:endParaRPr>
          </a:p>
        </p:txBody>
      </p:sp>
      <p:sp>
        <p:nvSpPr>
          <p:cNvPr id="176276" name="Rectangle 108"/>
          <p:cNvSpPr/>
          <p:nvPr/>
        </p:nvSpPr>
        <p:spPr>
          <a:xfrm>
            <a:off x="3017838" y="2120900"/>
            <a:ext cx="5662612" cy="77788"/>
          </a:xfrm>
          <a:prstGeom prst="rect">
            <a:avLst/>
          </a:prstGeom>
          <a:solidFill>
            <a:schemeClr val="hlink"/>
          </a:solidFill>
          <a:ln w="9525">
            <a:noFill/>
          </a:ln>
        </p:spPr>
        <p:txBody>
          <a:bodyPr wrap="none" anchor="ctr" anchorCtr="0"/>
          <a:p>
            <a:pPr lvl="0" algn="ctr" eaLnBrk="1" hangingPunct="1"/>
            <a:endParaRPr lang="zh-CN" altLang="en-US" dirty="0">
              <a:latin typeface="Times New Roman" panose="02020603050405020304" pitchFamily="18" charset="0"/>
            </a:endParaRPr>
          </a:p>
        </p:txBody>
      </p:sp>
      <p:grpSp>
        <p:nvGrpSpPr>
          <p:cNvPr id="4098" name="Group 2"/>
          <p:cNvGrpSpPr/>
          <p:nvPr/>
        </p:nvGrpSpPr>
        <p:grpSpPr>
          <a:xfrm>
            <a:off x="0" y="68263"/>
            <a:ext cx="8678863" cy="6713537"/>
            <a:chOff x="0" y="43"/>
            <a:chExt cx="5467" cy="4229"/>
          </a:xfrm>
        </p:grpSpPr>
        <p:sp>
          <p:nvSpPr>
            <p:cNvPr id="4106" name="Rectangle 3"/>
            <p:cNvSpPr/>
            <p:nvPr userDrawn="1"/>
          </p:nvSpPr>
          <p:spPr>
            <a:xfrm>
              <a:off x="692" y="494"/>
              <a:ext cx="4775" cy="936"/>
            </a:xfrm>
            <a:prstGeom prst="rect">
              <a:avLst/>
            </a:prstGeom>
            <a:solidFill>
              <a:schemeClr val="accent1"/>
            </a:solidFill>
            <a:ln w="9525">
              <a:noFill/>
            </a:ln>
          </p:spPr>
          <p:txBody>
            <a:bodyPr wrap="none" anchor="ctr" anchorCtr="0"/>
            <a:p>
              <a:pPr lvl="0" eaLnBrk="1" hangingPunct="1"/>
              <a:endParaRPr lang="zh-CN" altLang="en-US" dirty="0">
                <a:latin typeface="Times New Roman" panose="02020603050405020304" pitchFamily="18" charset="0"/>
              </a:endParaRPr>
            </a:p>
          </p:txBody>
        </p:sp>
        <p:grpSp>
          <p:nvGrpSpPr>
            <p:cNvPr id="4107" name="Group 4"/>
            <p:cNvGrpSpPr/>
            <p:nvPr userDrawn="1"/>
          </p:nvGrpSpPr>
          <p:grpSpPr>
            <a:xfrm>
              <a:off x="0" y="43"/>
              <a:ext cx="624" cy="4229"/>
              <a:chOff x="0" y="43"/>
              <a:chExt cx="624" cy="4229"/>
            </a:xfrm>
          </p:grpSpPr>
          <p:sp>
            <p:nvSpPr>
              <p:cNvPr id="4108" name="Line 5"/>
              <p:cNvSpPr/>
              <p:nvPr userDrawn="1"/>
            </p:nvSpPr>
            <p:spPr>
              <a:xfrm>
                <a:off x="0" y="4203"/>
                <a:ext cx="624" cy="0"/>
              </a:xfrm>
              <a:prstGeom prst="line">
                <a:avLst/>
              </a:prstGeom>
              <a:ln w="9525" cap="flat" cmpd="sng">
                <a:solidFill>
                  <a:schemeClr val="bg2"/>
                </a:solidFill>
                <a:prstDash val="solid"/>
                <a:headEnd type="none" w="med" len="med"/>
                <a:tailEnd type="none" w="med" len="med"/>
              </a:ln>
            </p:spPr>
          </p:sp>
          <p:sp>
            <p:nvSpPr>
              <p:cNvPr id="4109" name="Line 6"/>
              <p:cNvSpPr/>
              <p:nvPr userDrawn="1"/>
            </p:nvSpPr>
            <p:spPr>
              <a:xfrm>
                <a:off x="0" y="4239"/>
                <a:ext cx="624" cy="0"/>
              </a:xfrm>
              <a:prstGeom prst="line">
                <a:avLst/>
              </a:prstGeom>
              <a:ln w="38100" cap="flat" cmpd="sng">
                <a:solidFill>
                  <a:schemeClr val="bg2"/>
                </a:solidFill>
                <a:prstDash val="solid"/>
                <a:headEnd type="none" w="med" len="med"/>
                <a:tailEnd type="none" w="med" len="med"/>
              </a:ln>
            </p:spPr>
          </p:sp>
          <p:sp>
            <p:nvSpPr>
              <p:cNvPr id="4110" name="Line 7"/>
              <p:cNvSpPr/>
              <p:nvPr userDrawn="1"/>
            </p:nvSpPr>
            <p:spPr>
              <a:xfrm>
                <a:off x="0" y="4272"/>
                <a:ext cx="624" cy="0"/>
              </a:xfrm>
              <a:prstGeom prst="line">
                <a:avLst/>
              </a:prstGeom>
              <a:ln w="19050" cap="flat" cmpd="sng">
                <a:solidFill>
                  <a:schemeClr val="bg2"/>
                </a:solidFill>
                <a:prstDash val="solid"/>
                <a:headEnd type="none" w="med" len="med"/>
                <a:tailEnd type="none" w="med" len="med"/>
              </a:ln>
            </p:spPr>
          </p:sp>
          <p:sp>
            <p:nvSpPr>
              <p:cNvPr id="4111" name="Line 8"/>
              <p:cNvSpPr/>
              <p:nvPr userDrawn="1"/>
            </p:nvSpPr>
            <p:spPr>
              <a:xfrm>
                <a:off x="0" y="4113"/>
                <a:ext cx="624" cy="0"/>
              </a:xfrm>
              <a:prstGeom prst="line">
                <a:avLst/>
              </a:prstGeom>
              <a:ln w="28575" cap="flat" cmpd="sng">
                <a:solidFill>
                  <a:schemeClr val="bg2"/>
                </a:solidFill>
                <a:prstDash val="solid"/>
                <a:headEnd type="none" w="med" len="med"/>
                <a:tailEnd type="none" w="med" len="med"/>
              </a:ln>
            </p:spPr>
          </p:sp>
          <p:sp>
            <p:nvSpPr>
              <p:cNvPr id="4112" name="Line 9"/>
              <p:cNvSpPr/>
              <p:nvPr userDrawn="1"/>
            </p:nvSpPr>
            <p:spPr>
              <a:xfrm>
                <a:off x="0" y="4065"/>
                <a:ext cx="624" cy="0"/>
              </a:xfrm>
              <a:prstGeom prst="line">
                <a:avLst/>
              </a:prstGeom>
              <a:ln w="12700" cap="flat" cmpd="sng">
                <a:solidFill>
                  <a:schemeClr val="bg2"/>
                </a:solidFill>
                <a:prstDash val="solid"/>
                <a:headEnd type="none" w="med" len="med"/>
                <a:tailEnd type="none" w="med" len="med"/>
              </a:ln>
            </p:spPr>
          </p:sp>
          <p:sp>
            <p:nvSpPr>
              <p:cNvPr id="4113" name="Line 10"/>
              <p:cNvSpPr/>
              <p:nvPr userDrawn="1"/>
            </p:nvSpPr>
            <p:spPr>
              <a:xfrm>
                <a:off x="0" y="4158"/>
                <a:ext cx="624" cy="0"/>
              </a:xfrm>
              <a:prstGeom prst="line">
                <a:avLst/>
              </a:prstGeom>
              <a:ln w="19050" cap="flat" cmpd="sng">
                <a:solidFill>
                  <a:schemeClr val="bg2"/>
                </a:solidFill>
                <a:prstDash val="solid"/>
                <a:headEnd type="none" w="med" len="med"/>
                <a:tailEnd type="none" w="med" len="med"/>
              </a:ln>
            </p:spPr>
          </p:sp>
          <p:sp>
            <p:nvSpPr>
              <p:cNvPr id="4114" name="Line 11"/>
              <p:cNvSpPr/>
              <p:nvPr userDrawn="1"/>
            </p:nvSpPr>
            <p:spPr>
              <a:xfrm>
                <a:off x="0" y="3666"/>
                <a:ext cx="624" cy="0"/>
              </a:xfrm>
              <a:prstGeom prst="line">
                <a:avLst/>
              </a:prstGeom>
              <a:ln w="9525" cap="flat" cmpd="sng">
                <a:solidFill>
                  <a:schemeClr val="bg2"/>
                </a:solidFill>
                <a:prstDash val="solid"/>
                <a:headEnd type="none" w="med" len="med"/>
                <a:tailEnd type="none" w="med" len="med"/>
              </a:ln>
            </p:spPr>
          </p:sp>
          <p:sp>
            <p:nvSpPr>
              <p:cNvPr id="4115" name="Line 12"/>
              <p:cNvSpPr/>
              <p:nvPr userDrawn="1"/>
            </p:nvSpPr>
            <p:spPr>
              <a:xfrm>
                <a:off x="0" y="3639"/>
                <a:ext cx="624" cy="0"/>
              </a:xfrm>
              <a:prstGeom prst="line">
                <a:avLst/>
              </a:prstGeom>
              <a:ln w="38100" cap="flat" cmpd="sng">
                <a:solidFill>
                  <a:schemeClr val="bg2"/>
                </a:solidFill>
                <a:prstDash val="solid"/>
                <a:headEnd type="none" w="med" len="med"/>
                <a:tailEnd type="none" w="med" len="med"/>
              </a:ln>
            </p:spPr>
          </p:sp>
          <p:sp>
            <p:nvSpPr>
              <p:cNvPr id="4116" name="Line 13"/>
              <p:cNvSpPr/>
              <p:nvPr userDrawn="1"/>
            </p:nvSpPr>
            <p:spPr>
              <a:xfrm>
                <a:off x="0" y="4020"/>
                <a:ext cx="624" cy="0"/>
              </a:xfrm>
              <a:prstGeom prst="line">
                <a:avLst/>
              </a:prstGeom>
              <a:ln w="19050" cap="flat" cmpd="sng">
                <a:solidFill>
                  <a:schemeClr val="bg2"/>
                </a:solidFill>
                <a:prstDash val="solid"/>
                <a:headEnd type="none" w="med" len="med"/>
                <a:tailEnd type="none" w="med" len="med"/>
              </a:ln>
            </p:spPr>
          </p:sp>
          <p:sp>
            <p:nvSpPr>
              <p:cNvPr id="4117" name="Line 14"/>
              <p:cNvSpPr/>
              <p:nvPr userDrawn="1"/>
            </p:nvSpPr>
            <p:spPr>
              <a:xfrm>
                <a:off x="0" y="3894"/>
                <a:ext cx="624" cy="0"/>
              </a:xfrm>
              <a:prstGeom prst="line">
                <a:avLst/>
              </a:prstGeom>
              <a:ln w="28575" cap="flat" cmpd="sng">
                <a:solidFill>
                  <a:schemeClr val="bg2"/>
                </a:solidFill>
                <a:prstDash val="solid"/>
                <a:headEnd type="none" w="med" len="med"/>
                <a:tailEnd type="none" w="med" len="med"/>
              </a:ln>
            </p:spPr>
          </p:sp>
          <p:sp>
            <p:nvSpPr>
              <p:cNvPr id="4118" name="Line 15"/>
              <p:cNvSpPr/>
              <p:nvPr userDrawn="1"/>
            </p:nvSpPr>
            <p:spPr>
              <a:xfrm>
                <a:off x="0" y="3813"/>
                <a:ext cx="624" cy="0"/>
              </a:xfrm>
              <a:prstGeom prst="line">
                <a:avLst/>
              </a:prstGeom>
              <a:ln w="12700" cap="flat" cmpd="sng">
                <a:solidFill>
                  <a:schemeClr val="bg2"/>
                </a:solidFill>
                <a:prstDash val="solid"/>
                <a:headEnd type="none" w="med" len="med"/>
                <a:tailEnd type="none" w="med" len="med"/>
              </a:ln>
            </p:spPr>
          </p:sp>
          <p:sp>
            <p:nvSpPr>
              <p:cNvPr id="4119" name="Line 16"/>
              <p:cNvSpPr/>
              <p:nvPr userDrawn="1"/>
            </p:nvSpPr>
            <p:spPr>
              <a:xfrm>
                <a:off x="0" y="3999"/>
                <a:ext cx="624" cy="0"/>
              </a:xfrm>
              <a:prstGeom prst="line">
                <a:avLst/>
              </a:prstGeom>
              <a:ln w="9525" cap="flat" cmpd="sng">
                <a:solidFill>
                  <a:schemeClr val="bg2"/>
                </a:solidFill>
                <a:prstDash val="solid"/>
                <a:headEnd type="none" w="med" len="med"/>
                <a:tailEnd type="none" w="med" len="med"/>
              </a:ln>
            </p:spPr>
          </p:sp>
          <p:sp>
            <p:nvSpPr>
              <p:cNvPr id="4120" name="Line 17"/>
              <p:cNvSpPr/>
              <p:nvPr userDrawn="1"/>
            </p:nvSpPr>
            <p:spPr>
              <a:xfrm>
                <a:off x="0" y="3687"/>
                <a:ext cx="624" cy="0"/>
              </a:xfrm>
              <a:prstGeom prst="line">
                <a:avLst/>
              </a:prstGeom>
              <a:ln w="12700" cap="flat" cmpd="sng">
                <a:solidFill>
                  <a:schemeClr val="bg2"/>
                </a:solidFill>
                <a:prstDash val="solid"/>
                <a:headEnd type="none" w="med" len="med"/>
                <a:tailEnd type="none" w="med" len="med"/>
              </a:ln>
            </p:spPr>
          </p:sp>
          <p:sp>
            <p:nvSpPr>
              <p:cNvPr id="4121" name="Line 18"/>
              <p:cNvSpPr/>
              <p:nvPr userDrawn="1"/>
            </p:nvSpPr>
            <p:spPr>
              <a:xfrm>
                <a:off x="0" y="3741"/>
                <a:ext cx="624" cy="0"/>
              </a:xfrm>
              <a:prstGeom prst="line">
                <a:avLst/>
              </a:prstGeom>
              <a:ln w="12700" cap="flat" cmpd="sng">
                <a:solidFill>
                  <a:schemeClr val="bg2"/>
                </a:solidFill>
                <a:prstDash val="solid"/>
                <a:headEnd type="none" w="med" len="med"/>
                <a:tailEnd type="none" w="med" len="med"/>
              </a:ln>
            </p:spPr>
          </p:sp>
          <p:sp>
            <p:nvSpPr>
              <p:cNvPr id="4122" name="Line 19"/>
              <p:cNvSpPr/>
              <p:nvPr userDrawn="1"/>
            </p:nvSpPr>
            <p:spPr>
              <a:xfrm>
                <a:off x="0" y="3939"/>
                <a:ext cx="624" cy="0"/>
              </a:xfrm>
              <a:prstGeom prst="line">
                <a:avLst/>
              </a:prstGeom>
              <a:ln w="19050" cap="flat" cmpd="sng">
                <a:solidFill>
                  <a:schemeClr val="bg2"/>
                </a:solidFill>
                <a:prstDash val="solid"/>
                <a:headEnd type="none" w="med" len="med"/>
                <a:tailEnd type="none" w="med" len="med"/>
              </a:ln>
            </p:spPr>
          </p:sp>
          <p:sp>
            <p:nvSpPr>
              <p:cNvPr id="4123" name="Line 20"/>
              <p:cNvSpPr/>
              <p:nvPr userDrawn="1"/>
            </p:nvSpPr>
            <p:spPr>
              <a:xfrm>
                <a:off x="0" y="3918"/>
                <a:ext cx="624" cy="0"/>
              </a:xfrm>
              <a:prstGeom prst="line">
                <a:avLst/>
              </a:prstGeom>
              <a:ln w="9525" cap="flat" cmpd="sng">
                <a:solidFill>
                  <a:schemeClr val="bg2"/>
                </a:solidFill>
                <a:prstDash val="solid"/>
                <a:headEnd type="none" w="med" len="med"/>
                <a:tailEnd type="none" w="med" len="med"/>
              </a:ln>
            </p:spPr>
          </p:sp>
          <p:sp>
            <p:nvSpPr>
              <p:cNvPr id="4124" name="Line 21"/>
              <p:cNvSpPr/>
              <p:nvPr userDrawn="1"/>
            </p:nvSpPr>
            <p:spPr>
              <a:xfrm>
                <a:off x="0" y="3510"/>
                <a:ext cx="624" cy="0"/>
              </a:xfrm>
              <a:prstGeom prst="line">
                <a:avLst/>
              </a:prstGeom>
              <a:ln w="9525" cap="flat" cmpd="sng">
                <a:solidFill>
                  <a:schemeClr val="bg2"/>
                </a:solidFill>
                <a:prstDash val="solid"/>
                <a:headEnd type="none" w="med" len="med"/>
                <a:tailEnd type="none" w="med" len="med"/>
              </a:ln>
            </p:spPr>
          </p:sp>
          <p:sp>
            <p:nvSpPr>
              <p:cNvPr id="4125" name="Line 22"/>
              <p:cNvSpPr/>
              <p:nvPr userDrawn="1"/>
            </p:nvSpPr>
            <p:spPr>
              <a:xfrm>
                <a:off x="0" y="3546"/>
                <a:ext cx="624" cy="0"/>
              </a:xfrm>
              <a:prstGeom prst="line">
                <a:avLst/>
              </a:prstGeom>
              <a:ln w="38100" cap="flat" cmpd="sng">
                <a:solidFill>
                  <a:schemeClr val="bg2"/>
                </a:solidFill>
                <a:prstDash val="solid"/>
                <a:headEnd type="none" w="med" len="med"/>
                <a:tailEnd type="none" w="med" len="med"/>
              </a:ln>
            </p:spPr>
          </p:sp>
          <p:sp>
            <p:nvSpPr>
              <p:cNvPr id="4126" name="Line 23"/>
              <p:cNvSpPr/>
              <p:nvPr userDrawn="1"/>
            </p:nvSpPr>
            <p:spPr>
              <a:xfrm>
                <a:off x="0" y="3579"/>
                <a:ext cx="624" cy="0"/>
              </a:xfrm>
              <a:prstGeom prst="line">
                <a:avLst/>
              </a:prstGeom>
              <a:ln w="19050" cap="flat" cmpd="sng">
                <a:solidFill>
                  <a:schemeClr val="bg2"/>
                </a:solidFill>
                <a:prstDash val="solid"/>
                <a:headEnd type="none" w="med" len="med"/>
                <a:tailEnd type="none" w="med" len="med"/>
              </a:ln>
            </p:spPr>
          </p:sp>
          <p:sp>
            <p:nvSpPr>
              <p:cNvPr id="4127" name="Line 24"/>
              <p:cNvSpPr/>
              <p:nvPr userDrawn="1"/>
            </p:nvSpPr>
            <p:spPr>
              <a:xfrm>
                <a:off x="0" y="3420"/>
                <a:ext cx="624" cy="0"/>
              </a:xfrm>
              <a:prstGeom prst="line">
                <a:avLst/>
              </a:prstGeom>
              <a:ln w="28575" cap="flat" cmpd="sng">
                <a:solidFill>
                  <a:schemeClr val="bg2"/>
                </a:solidFill>
                <a:prstDash val="solid"/>
                <a:headEnd type="none" w="med" len="med"/>
                <a:tailEnd type="none" w="med" len="med"/>
              </a:ln>
            </p:spPr>
          </p:sp>
          <p:sp>
            <p:nvSpPr>
              <p:cNvPr id="4128" name="Line 25"/>
              <p:cNvSpPr/>
              <p:nvPr userDrawn="1"/>
            </p:nvSpPr>
            <p:spPr>
              <a:xfrm>
                <a:off x="0" y="3372"/>
                <a:ext cx="624" cy="0"/>
              </a:xfrm>
              <a:prstGeom prst="line">
                <a:avLst/>
              </a:prstGeom>
              <a:ln w="12700" cap="flat" cmpd="sng">
                <a:solidFill>
                  <a:schemeClr val="bg2"/>
                </a:solidFill>
                <a:prstDash val="solid"/>
                <a:headEnd type="none" w="med" len="med"/>
                <a:tailEnd type="none" w="med" len="med"/>
              </a:ln>
            </p:spPr>
          </p:sp>
          <p:sp>
            <p:nvSpPr>
              <p:cNvPr id="4129" name="Line 26"/>
              <p:cNvSpPr/>
              <p:nvPr userDrawn="1"/>
            </p:nvSpPr>
            <p:spPr>
              <a:xfrm>
                <a:off x="0" y="3465"/>
                <a:ext cx="624" cy="0"/>
              </a:xfrm>
              <a:prstGeom prst="line">
                <a:avLst/>
              </a:prstGeom>
              <a:ln w="19050" cap="flat" cmpd="sng">
                <a:solidFill>
                  <a:schemeClr val="bg2"/>
                </a:solidFill>
                <a:prstDash val="solid"/>
                <a:headEnd type="none" w="med" len="med"/>
                <a:tailEnd type="none" w="med" len="med"/>
              </a:ln>
            </p:spPr>
          </p:sp>
          <p:sp>
            <p:nvSpPr>
              <p:cNvPr id="4130" name="Line 27"/>
              <p:cNvSpPr/>
              <p:nvPr userDrawn="1"/>
            </p:nvSpPr>
            <p:spPr>
              <a:xfrm>
                <a:off x="0" y="2973"/>
                <a:ext cx="624" cy="0"/>
              </a:xfrm>
              <a:prstGeom prst="line">
                <a:avLst/>
              </a:prstGeom>
              <a:ln w="9525" cap="flat" cmpd="sng">
                <a:solidFill>
                  <a:schemeClr val="bg2"/>
                </a:solidFill>
                <a:prstDash val="solid"/>
                <a:headEnd type="none" w="med" len="med"/>
                <a:tailEnd type="none" w="med" len="med"/>
              </a:ln>
            </p:spPr>
          </p:sp>
          <p:sp>
            <p:nvSpPr>
              <p:cNvPr id="4131" name="Line 28"/>
              <p:cNvSpPr/>
              <p:nvPr userDrawn="1"/>
            </p:nvSpPr>
            <p:spPr>
              <a:xfrm>
                <a:off x="0" y="2946"/>
                <a:ext cx="624" cy="0"/>
              </a:xfrm>
              <a:prstGeom prst="line">
                <a:avLst/>
              </a:prstGeom>
              <a:ln w="38100" cap="flat" cmpd="sng">
                <a:solidFill>
                  <a:schemeClr val="bg2"/>
                </a:solidFill>
                <a:prstDash val="solid"/>
                <a:headEnd type="none" w="med" len="med"/>
                <a:tailEnd type="none" w="med" len="med"/>
              </a:ln>
            </p:spPr>
          </p:sp>
          <p:sp>
            <p:nvSpPr>
              <p:cNvPr id="4132" name="Line 29"/>
              <p:cNvSpPr/>
              <p:nvPr userDrawn="1"/>
            </p:nvSpPr>
            <p:spPr>
              <a:xfrm>
                <a:off x="0" y="3327"/>
                <a:ext cx="624" cy="0"/>
              </a:xfrm>
              <a:prstGeom prst="line">
                <a:avLst/>
              </a:prstGeom>
              <a:ln w="19050" cap="flat" cmpd="sng">
                <a:solidFill>
                  <a:schemeClr val="bg2"/>
                </a:solidFill>
                <a:prstDash val="solid"/>
                <a:headEnd type="none" w="med" len="med"/>
                <a:tailEnd type="none" w="med" len="med"/>
              </a:ln>
            </p:spPr>
          </p:sp>
          <p:sp>
            <p:nvSpPr>
              <p:cNvPr id="4133" name="Line 30"/>
              <p:cNvSpPr/>
              <p:nvPr userDrawn="1"/>
            </p:nvSpPr>
            <p:spPr>
              <a:xfrm>
                <a:off x="0" y="3201"/>
                <a:ext cx="624" cy="0"/>
              </a:xfrm>
              <a:prstGeom prst="line">
                <a:avLst/>
              </a:prstGeom>
              <a:ln w="28575" cap="flat" cmpd="sng">
                <a:solidFill>
                  <a:schemeClr val="bg2"/>
                </a:solidFill>
                <a:prstDash val="solid"/>
                <a:headEnd type="none" w="med" len="med"/>
                <a:tailEnd type="none" w="med" len="med"/>
              </a:ln>
            </p:spPr>
          </p:sp>
          <p:sp>
            <p:nvSpPr>
              <p:cNvPr id="4134" name="Line 31"/>
              <p:cNvSpPr/>
              <p:nvPr userDrawn="1"/>
            </p:nvSpPr>
            <p:spPr>
              <a:xfrm>
                <a:off x="0" y="3120"/>
                <a:ext cx="624" cy="0"/>
              </a:xfrm>
              <a:prstGeom prst="line">
                <a:avLst/>
              </a:prstGeom>
              <a:ln w="12700" cap="flat" cmpd="sng">
                <a:solidFill>
                  <a:schemeClr val="bg2"/>
                </a:solidFill>
                <a:prstDash val="solid"/>
                <a:headEnd type="none" w="med" len="med"/>
                <a:tailEnd type="none" w="med" len="med"/>
              </a:ln>
            </p:spPr>
          </p:sp>
          <p:sp>
            <p:nvSpPr>
              <p:cNvPr id="4135" name="Line 32"/>
              <p:cNvSpPr/>
              <p:nvPr userDrawn="1"/>
            </p:nvSpPr>
            <p:spPr>
              <a:xfrm>
                <a:off x="0" y="3306"/>
                <a:ext cx="624" cy="0"/>
              </a:xfrm>
              <a:prstGeom prst="line">
                <a:avLst/>
              </a:prstGeom>
              <a:ln w="9525" cap="flat" cmpd="sng">
                <a:solidFill>
                  <a:schemeClr val="bg2"/>
                </a:solidFill>
                <a:prstDash val="solid"/>
                <a:headEnd type="none" w="med" len="med"/>
                <a:tailEnd type="none" w="med" len="med"/>
              </a:ln>
            </p:spPr>
          </p:sp>
          <p:sp>
            <p:nvSpPr>
              <p:cNvPr id="4136" name="Line 33"/>
              <p:cNvSpPr/>
              <p:nvPr userDrawn="1"/>
            </p:nvSpPr>
            <p:spPr>
              <a:xfrm>
                <a:off x="0" y="2994"/>
                <a:ext cx="624" cy="0"/>
              </a:xfrm>
              <a:prstGeom prst="line">
                <a:avLst/>
              </a:prstGeom>
              <a:ln w="12700" cap="flat" cmpd="sng">
                <a:solidFill>
                  <a:schemeClr val="bg2"/>
                </a:solidFill>
                <a:prstDash val="solid"/>
                <a:headEnd type="none" w="med" len="med"/>
                <a:tailEnd type="none" w="med" len="med"/>
              </a:ln>
            </p:spPr>
          </p:sp>
          <p:sp>
            <p:nvSpPr>
              <p:cNvPr id="4137" name="Line 34"/>
              <p:cNvSpPr/>
              <p:nvPr userDrawn="1"/>
            </p:nvSpPr>
            <p:spPr>
              <a:xfrm>
                <a:off x="0" y="3048"/>
                <a:ext cx="624" cy="0"/>
              </a:xfrm>
              <a:prstGeom prst="line">
                <a:avLst/>
              </a:prstGeom>
              <a:ln w="12700" cap="flat" cmpd="sng">
                <a:solidFill>
                  <a:schemeClr val="bg2"/>
                </a:solidFill>
                <a:prstDash val="solid"/>
                <a:headEnd type="none" w="med" len="med"/>
                <a:tailEnd type="none" w="med" len="med"/>
              </a:ln>
            </p:spPr>
          </p:sp>
          <p:sp>
            <p:nvSpPr>
              <p:cNvPr id="4138" name="Line 35"/>
              <p:cNvSpPr/>
              <p:nvPr userDrawn="1"/>
            </p:nvSpPr>
            <p:spPr>
              <a:xfrm>
                <a:off x="0" y="3246"/>
                <a:ext cx="624" cy="0"/>
              </a:xfrm>
              <a:prstGeom prst="line">
                <a:avLst/>
              </a:prstGeom>
              <a:ln w="19050" cap="flat" cmpd="sng">
                <a:solidFill>
                  <a:schemeClr val="bg2"/>
                </a:solidFill>
                <a:prstDash val="solid"/>
                <a:headEnd type="none" w="med" len="med"/>
                <a:tailEnd type="none" w="med" len="med"/>
              </a:ln>
            </p:spPr>
          </p:sp>
          <p:sp>
            <p:nvSpPr>
              <p:cNvPr id="4139" name="Line 36"/>
              <p:cNvSpPr/>
              <p:nvPr userDrawn="1"/>
            </p:nvSpPr>
            <p:spPr>
              <a:xfrm>
                <a:off x="0" y="3225"/>
                <a:ext cx="624" cy="0"/>
              </a:xfrm>
              <a:prstGeom prst="line">
                <a:avLst/>
              </a:prstGeom>
              <a:ln w="9525" cap="flat" cmpd="sng">
                <a:solidFill>
                  <a:schemeClr val="bg2"/>
                </a:solidFill>
                <a:prstDash val="solid"/>
                <a:headEnd type="none" w="med" len="med"/>
                <a:tailEnd type="none" w="med" len="med"/>
              </a:ln>
            </p:spPr>
          </p:sp>
          <p:sp>
            <p:nvSpPr>
              <p:cNvPr id="4140" name="Line 37"/>
              <p:cNvSpPr/>
              <p:nvPr userDrawn="1"/>
            </p:nvSpPr>
            <p:spPr>
              <a:xfrm>
                <a:off x="0" y="2831"/>
                <a:ext cx="624" cy="0"/>
              </a:xfrm>
              <a:prstGeom prst="line">
                <a:avLst/>
              </a:prstGeom>
              <a:ln w="28575" cap="flat" cmpd="sng">
                <a:solidFill>
                  <a:schemeClr val="bg2"/>
                </a:solidFill>
                <a:prstDash val="solid"/>
                <a:headEnd type="none" w="med" len="med"/>
                <a:tailEnd type="none" w="med" len="med"/>
              </a:ln>
            </p:spPr>
          </p:sp>
          <p:sp>
            <p:nvSpPr>
              <p:cNvPr id="4141" name="Line 38"/>
              <p:cNvSpPr/>
              <p:nvPr userDrawn="1"/>
            </p:nvSpPr>
            <p:spPr>
              <a:xfrm>
                <a:off x="0" y="2750"/>
                <a:ext cx="624" cy="0"/>
              </a:xfrm>
              <a:prstGeom prst="line">
                <a:avLst/>
              </a:prstGeom>
              <a:ln w="12700" cap="flat" cmpd="sng">
                <a:solidFill>
                  <a:schemeClr val="bg2"/>
                </a:solidFill>
                <a:prstDash val="solid"/>
                <a:headEnd type="none" w="med" len="med"/>
                <a:tailEnd type="none" w="med" len="med"/>
              </a:ln>
            </p:spPr>
          </p:sp>
          <p:sp>
            <p:nvSpPr>
              <p:cNvPr id="4142" name="Line 39"/>
              <p:cNvSpPr/>
              <p:nvPr userDrawn="1"/>
            </p:nvSpPr>
            <p:spPr>
              <a:xfrm>
                <a:off x="0" y="2678"/>
                <a:ext cx="624" cy="0"/>
              </a:xfrm>
              <a:prstGeom prst="line">
                <a:avLst/>
              </a:prstGeom>
              <a:ln w="12700" cap="flat" cmpd="sng">
                <a:solidFill>
                  <a:schemeClr val="bg2"/>
                </a:solidFill>
                <a:prstDash val="solid"/>
                <a:headEnd type="none" w="med" len="med"/>
                <a:tailEnd type="none" w="med" len="med"/>
              </a:ln>
            </p:spPr>
          </p:sp>
          <p:sp>
            <p:nvSpPr>
              <p:cNvPr id="4143" name="Line 40"/>
              <p:cNvSpPr/>
              <p:nvPr userDrawn="1"/>
            </p:nvSpPr>
            <p:spPr>
              <a:xfrm>
                <a:off x="0" y="2876"/>
                <a:ext cx="624" cy="0"/>
              </a:xfrm>
              <a:prstGeom prst="line">
                <a:avLst/>
              </a:prstGeom>
              <a:ln w="19050" cap="flat" cmpd="sng">
                <a:solidFill>
                  <a:schemeClr val="bg2"/>
                </a:solidFill>
                <a:prstDash val="solid"/>
                <a:headEnd type="none" w="med" len="med"/>
                <a:tailEnd type="none" w="med" len="med"/>
              </a:ln>
            </p:spPr>
          </p:sp>
          <p:sp>
            <p:nvSpPr>
              <p:cNvPr id="4144" name="Line 41"/>
              <p:cNvSpPr/>
              <p:nvPr userDrawn="1"/>
            </p:nvSpPr>
            <p:spPr>
              <a:xfrm>
                <a:off x="0" y="2855"/>
                <a:ext cx="624" cy="0"/>
              </a:xfrm>
              <a:prstGeom prst="line">
                <a:avLst/>
              </a:prstGeom>
              <a:ln w="9525" cap="flat" cmpd="sng">
                <a:solidFill>
                  <a:schemeClr val="bg2"/>
                </a:solidFill>
                <a:prstDash val="solid"/>
                <a:headEnd type="none" w="med" len="med"/>
                <a:tailEnd type="none" w="med" len="med"/>
              </a:ln>
            </p:spPr>
          </p:sp>
          <p:sp>
            <p:nvSpPr>
              <p:cNvPr id="4145" name="Line 42"/>
              <p:cNvSpPr/>
              <p:nvPr userDrawn="1"/>
            </p:nvSpPr>
            <p:spPr>
              <a:xfrm>
                <a:off x="0" y="2554"/>
                <a:ext cx="624" cy="0"/>
              </a:xfrm>
              <a:prstGeom prst="line">
                <a:avLst/>
              </a:prstGeom>
              <a:ln w="9525" cap="flat" cmpd="sng">
                <a:solidFill>
                  <a:schemeClr val="bg2"/>
                </a:solidFill>
                <a:prstDash val="solid"/>
                <a:headEnd type="none" w="med" len="med"/>
                <a:tailEnd type="none" w="med" len="med"/>
              </a:ln>
            </p:spPr>
          </p:sp>
          <p:sp>
            <p:nvSpPr>
              <p:cNvPr id="4146" name="Line 43"/>
              <p:cNvSpPr/>
              <p:nvPr userDrawn="1"/>
            </p:nvSpPr>
            <p:spPr>
              <a:xfrm>
                <a:off x="0" y="2590"/>
                <a:ext cx="624" cy="0"/>
              </a:xfrm>
              <a:prstGeom prst="line">
                <a:avLst/>
              </a:prstGeom>
              <a:ln w="38100" cap="flat" cmpd="sng">
                <a:solidFill>
                  <a:schemeClr val="bg2"/>
                </a:solidFill>
                <a:prstDash val="solid"/>
                <a:headEnd type="none" w="med" len="med"/>
                <a:tailEnd type="none" w="med" len="med"/>
              </a:ln>
            </p:spPr>
          </p:sp>
          <p:sp>
            <p:nvSpPr>
              <p:cNvPr id="4147" name="Line 44"/>
              <p:cNvSpPr/>
              <p:nvPr userDrawn="1"/>
            </p:nvSpPr>
            <p:spPr>
              <a:xfrm>
                <a:off x="0" y="2623"/>
                <a:ext cx="624" cy="0"/>
              </a:xfrm>
              <a:prstGeom prst="line">
                <a:avLst/>
              </a:prstGeom>
              <a:ln w="19050" cap="flat" cmpd="sng">
                <a:solidFill>
                  <a:schemeClr val="bg2"/>
                </a:solidFill>
                <a:prstDash val="solid"/>
                <a:headEnd type="none" w="med" len="med"/>
                <a:tailEnd type="none" w="med" len="med"/>
              </a:ln>
            </p:spPr>
          </p:sp>
          <p:sp>
            <p:nvSpPr>
              <p:cNvPr id="4148" name="Line 45"/>
              <p:cNvSpPr/>
              <p:nvPr userDrawn="1"/>
            </p:nvSpPr>
            <p:spPr>
              <a:xfrm>
                <a:off x="0" y="2464"/>
                <a:ext cx="624" cy="0"/>
              </a:xfrm>
              <a:prstGeom prst="line">
                <a:avLst/>
              </a:prstGeom>
              <a:ln w="28575" cap="flat" cmpd="sng">
                <a:solidFill>
                  <a:schemeClr val="bg2"/>
                </a:solidFill>
                <a:prstDash val="solid"/>
                <a:headEnd type="none" w="med" len="med"/>
                <a:tailEnd type="none" w="med" len="med"/>
              </a:ln>
            </p:spPr>
          </p:sp>
          <p:sp>
            <p:nvSpPr>
              <p:cNvPr id="4149" name="Line 46"/>
              <p:cNvSpPr/>
              <p:nvPr userDrawn="1"/>
            </p:nvSpPr>
            <p:spPr>
              <a:xfrm>
                <a:off x="0" y="2416"/>
                <a:ext cx="624" cy="0"/>
              </a:xfrm>
              <a:prstGeom prst="line">
                <a:avLst/>
              </a:prstGeom>
              <a:ln w="12700" cap="flat" cmpd="sng">
                <a:solidFill>
                  <a:schemeClr val="bg2"/>
                </a:solidFill>
                <a:prstDash val="solid"/>
                <a:headEnd type="none" w="med" len="med"/>
                <a:tailEnd type="none" w="med" len="med"/>
              </a:ln>
            </p:spPr>
          </p:sp>
          <p:sp>
            <p:nvSpPr>
              <p:cNvPr id="4150" name="Line 47"/>
              <p:cNvSpPr/>
              <p:nvPr userDrawn="1"/>
            </p:nvSpPr>
            <p:spPr>
              <a:xfrm>
                <a:off x="0" y="2509"/>
                <a:ext cx="624" cy="0"/>
              </a:xfrm>
              <a:prstGeom prst="line">
                <a:avLst/>
              </a:prstGeom>
              <a:ln w="19050" cap="flat" cmpd="sng">
                <a:solidFill>
                  <a:schemeClr val="bg2"/>
                </a:solidFill>
                <a:prstDash val="solid"/>
                <a:headEnd type="none" w="med" len="med"/>
                <a:tailEnd type="none" w="med" len="med"/>
              </a:ln>
            </p:spPr>
          </p:sp>
          <p:sp>
            <p:nvSpPr>
              <p:cNvPr id="4151" name="Line 48"/>
              <p:cNvSpPr/>
              <p:nvPr userDrawn="1"/>
            </p:nvSpPr>
            <p:spPr>
              <a:xfrm>
                <a:off x="0" y="2371"/>
                <a:ext cx="624" cy="0"/>
              </a:xfrm>
              <a:prstGeom prst="line">
                <a:avLst/>
              </a:prstGeom>
              <a:ln w="19050" cap="flat" cmpd="sng">
                <a:solidFill>
                  <a:schemeClr val="bg2"/>
                </a:solidFill>
                <a:prstDash val="solid"/>
                <a:headEnd type="none" w="med" len="med"/>
                <a:tailEnd type="none" w="med" len="med"/>
              </a:ln>
            </p:spPr>
          </p:sp>
          <p:sp>
            <p:nvSpPr>
              <p:cNvPr id="4152" name="Line 49"/>
              <p:cNvSpPr/>
              <p:nvPr userDrawn="1"/>
            </p:nvSpPr>
            <p:spPr>
              <a:xfrm>
                <a:off x="0" y="2245"/>
                <a:ext cx="624" cy="0"/>
              </a:xfrm>
              <a:prstGeom prst="line">
                <a:avLst/>
              </a:prstGeom>
              <a:ln w="28575" cap="flat" cmpd="sng">
                <a:solidFill>
                  <a:schemeClr val="bg2"/>
                </a:solidFill>
                <a:prstDash val="solid"/>
                <a:headEnd type="none" w="med" len="med"/>
                <a:tailEnd type="none" w="med" len="med"/>
              </a:ln>
            </p:spPr>
          </p:sp>
          <p:sp>
            <p:nvSpPr>
              <p:cNvPr id="4153" name="Line 50"/>
              <p:cNvSpPr/>
              <p:nvPr userDrawn="1"/>
            </p:nvSpPr>
            <p:spPr>
              <a:xfrm>
                <a:off x="0" y="2350"/>
                <a:ext cx="624" cy="0"/>
              </a:xfrm>
              <a:prstGeom prst="line">
                <a:avLst/>
              </a:prstGeom>
              <a:ln w="9525" cap="flat" cmpd="sng">
                <a:solidFill>
                  <a:schemeClr val="bg2"/>
                </a:solidFill>
                <a:prstDash val="solid"/>
                <a:headEnd type="none" w="med" len="med"/>
                <a:tailEnd type="none" w="med" len="med"/>
              </a:ln>
            </p:spPr>
          </p:sp>
          <p:sp>
            <p:nvSpPr>
              <p:cNvPr id="4154" name="Line 51"/>
              <p:cNvSpPr/>
              <p:nvPr userDrawn="1"/>
            </p:nvSpPr>
            <p:spPr>
              <a:xfrm>
                <a:off x="0" y="2290"/>
                <a:ext cx="624" cy="0"/>
              </a:xfrm>
              <a:prstGeom prst="line">
                <a:avLst/>
              </a:prstGeom>
              <a:ln w="19050" cap="flat" cmpd="sng">
                <a:solidFill>
                  <a:schemeClr val="bg2"/>
                </a:solidFill>
                <a:prstDash val="solid"/>
                <a:headEnd type="none" w="med" len="med"/>
                <a:tailEnd type="none" w="med" len="med"/>
              </a:ln>
            </p:spPr>
          </p:sp>
          <p:sp>
            <p:nvSpPr>
              <p:cNvPr id="4155" name="Line 52"/>
              <p:cNvSpPr/>
              <p:nvPr userDrawn="1"/>
            </p:nvSpPr>
            <p:spPr>
              <a:xfrm>
                <a:off x="0" y="2269"/>
                <a:ext cx="624" cy="0"/>
              </a:xfrm>
              <a:prstGeom prst="line">
                <a:avLst/>
              </a:prstGeom>
              <a:ln w="9525" cap="flat" cmpd="sng">
                <a:solidFill>
                  <a:schemeClr val="bg2"/>
                </a:solidFill>
                <a:prstDash val="solid"/>
                <a:headEnd type="none" w="med" len="med"/>
                <a:tailEnd type="none" w="med" len="med"/>
              </a:ln>
            </p:spPr>
          </p:sp>
          <p:sp>
            <p:nvSpPr>
              <p:cNvPr id="4156" name="Line 53"/>
              <p:cNvSpPr/>
              <p:nvPr userDrawn="1"/>
            </p:nvSpPr>
            <p:spPr>
              <a:xfrm>
                <a:off x="0" y="2130"/>
                <a:ext cx="624" cy="0"/>
              </a:xfrm>
              <a:prstGeom prst="line">
                <a:avLst/>
              </a:prstGeom>
              <a:ln w="9525" cap="flat" cmpd="sng">
                <a:solidFill>
                  <a:schemeClr val="bg2"/>
                </a:solidFill>
                <a:prstDash val="solid"/>
                <a:headEnd type="none" w="med" len="med"/>
                <a:tailEnd type="none" w="med" len="med"/>
              </a:ln>
            </p:spPr>
          </p:sp>
          <p:sp>
            <p:nvSpPr>
              <p:cNvPr id="4157" name="Line 54"/>
              <p:cNvSpPr/>
              <p:nvPr userDrawn="1"/>
            </p:nvSpPr>
            <p:spPr>
              <a:xfrm>
                <a:off x="0" y="2166"/>
                <a:ext cx="624" cy="0"/>
              </a:xfrm>
              <a:prstGeom prst="line">
                <a:avLst/>
              </a:prstGeom>
              <a:ln w="38100" cap="flat" cmpd="sng">
                <a:solidFill>
                  <a:schemeClr val="bg2"/>
                </a:solidFill>
                <a:prstDash val="solid"/>
                <a:headEnd type="none" w="med" len="med"/>
                <a:tailEnd type="none" w="med" len="med"/>
              </a:ln>
            </p:spPr>
          </p:sp>
          <p:sp>
            <p:nvSpPr>
              <p:cNvPr id="4158" name="Line 55"/>
              <p:cNvSpPr/>
              <p:nvPr userDrawn="1"/>
            </p:nvSpPr>
            <p:spPr>
              <a:xfrm>
                <a:off x="0" y="2199"/>
                <a:ext cx="624" cy="0"/>
              </a:xfrm>
              <a:prstGeom prst="line">
                <a:avLst/>
              </a:prstGeom>
              <a:ln w="19050" cap="flat" cmpd="sng">
                <a:solidFill>
                  <a:schemeClr val="bg2"/>
                </a:solidFill>
                <a:prstDash val="solid"/>
                <a:headEnd type="none" w="med" len="med"/>
                <a:tailEnd type="none" w="med" len="med"/>
              </a:ln>
            </p:spPr>
          </p:sp>
          <p:sp>
            <p:nvSpPr>
              <p:cNvPr id="4159" name="Line 56"/>
              <p:cNvSpPr/>
              <p:nvPr userDrawn="1"/>
            </p:nvSpPr>
            <p:spPr>
              <a:xfrm>
                <a:off x="0" y="2040"/>
                <a:ext cx="624" cy="0"/>
              </a:xfrm>
              <a:prstGeom prst="line">
                <a:avLst/>
              </a:prstGeom>
              <a:ln w="28575" cap="flat" cmpd="sng">
                <a:solidFill>
                  <a:schemeClr val="bg2"/>
                </a:solidFill>
                <a:prstDash val="solid"/>
                <a:headEnd type="none" w="med" len="med"/>
                <a:tailEnd type="none" w="med" len="med"/>
              </a:ln>
            </p:spPr>
          </p:sp>
          <p:sp>
            <p:nvSpPr>
              <p:cNvPr id="4160" name="Line 57"/>
              <p:cNvSpPr/>
              <p:nvPr userDrawn="1"/>
            </p:nvSpPr>
            <p:spPr>
              <a:xfrm>
                <a:off x="0" y="1992"/>
                <a:ext cx="624" cy="0"/>
              </a:xfrm>
              <a:prstGeom prst="line">
                <a:avLst/>
              </a:prstGeom>
              <a:ln w="12700" cap="flat" cmpd="sng">
                <a:solidFill>
                  <a:schemeClr val="bg2"/>
                </a:solidFill>
                <a:prstDash val="solid"/>
                <a:headEnd type="none" w="med" len="med"/>
                <a:tailEnd type="none" w="med" len="med"/>
              </a:ln>
            </p:spPr>
          </p:sp>
          <p:sp>
            <p:nvSpPr>
              <p:cNvPr id="4161" name="Line 58"/>
              <p:cNvSpPr/>
              <p:nvPr userDrawn="1"/>
            </p:nvSpPr>
            <p:spPr>
              <a:xfrm>
                <a:off x="0" y="2085"/>
                <a:ext cx="624" cy="0"/>
              </a:xfrm>
              <a:prstGeom prst="line">
                <a:avLst/>
              </a:prstGeom>
              <a:ln w="19050" cap="flat" cmpd="sng">
                <a:solidFill>
                  <a:schemeClr val="bg2"/>
                </a:solidFill>
                <a:prstDash val="solid"/>
                <a:headEnd type="none" w="med" len="med"/>
                <a:tailEnd type="none" w="med" len="med"/>
              </a:ln>
            </p:spPr>
          </p:sp>
          <p:sp>
            <p:nvSpPr>
              <p:cNvPr id="4162" name="Line 59"/>
              <p:cNvSpPr/>
              <p:nvPr userDrawn="1"/>
            </p:nvSpPr>
            <p:spPr>
              <a:xfrm>
                <a:off x="0" y="1593"/>
                <a:ext cx="624" cy="0"/>
              </a:xfrm>
              <a:prstGeom prst="line">
                <a:avLst/>
              </a:prstGeom>
              <a:ln w="9525" cap="flat" cmpd="sng">
                <a:solidFill>
                  <a:schemeClr val="bg2"/>
                </a:solidFill>
                <a:prstDash val="solid"/>
                <a:headEnd type="none" w="med" len="med"/>
                <a:tailEnd type="none" w="med" len="med"/>
              </a:ln>
            </p:spPr>
          </p:sp>
          <p:sp>
            <p:nvSpPr>
              <p:cNvPr id="4163" name="Line 60"/>
              <p:cNvSpPr/>
              <p:nvPr userDrawn="1"/>
            </p:nvSpPr>
            <p:spPr>
              <a:xfrm>
                <a:off x="0" y="1566"/>
                <a:ext cx="624" cy="0"/>
              </a:xfrm>
              <a:prstGeom prst="line">
                <a:avLst/>
              </a:prstGeom>
              <a:ln w="38100" cap="flat" cmpd="sng">
                <a:solidFill>
                  <a:schemeClr val="bg2"/>
                </a:solidFill>
                <a:prstDash val="solid"/>
                <a:headEnd type="none" w="med" len="med"/>
                <a:tailEnd type="none" w="med" len="med"/>
              </a:ln>
            </p:spPr>
          </p:sp>
          <p:sp>
            <p:nvSpPr>
              <p:cNvPr id="4164" name="Line 61"/>
              <p:cNvSpPr/>
              <p:nvPr userDrawn="1"/>
            </p:nvSpPr>
            <p:spPr>
              <a:xfrm>
                <a:off x="0" y="1947"/>
                <a:ext cx="624" cy="0"/>
              </a:xfrm>
              <a:prstGeom prst="line">
                <a:avLst/>
              </a:prstGeom>
              <a:ln w="19050" cap="flat" cmpd="sng">
                <a:solidFill>
                  <a:schemeClr val="bg2"/>
                </a:solidFill>
                <a:prstDash val="solid"/>
                <a:headEnd type="none" w="med" len="med"/>
                <a:tailEnd type="none" w="med" len="med"/>
              </a:ln>
            </p:spPr>
          </p:sp>
          <p:sp>
            <p:nvSpPr>
              <p:cNvPr id="4165" name="Line 62"/>
              <p:cNvSpPr/>
              <p:nvPr userDrawn="1"/>
            </p:nvSpPr>
            <p:spPr>
              <a:xfrm>
                <a:off x="0" y="1821"/>
                <a:ext cx="624" cy="0"/>
              </a:xfrm>
              <a:prstGeom prst="line">
                <a:avLst/>
              </a:prstGeom>
              <a:ln w="28575" cap="flat" cmpd="sng">
                <a:solidFill>
                  <a:schemeClr val="bg2"/>
                </a:solidFill>
                <a:prstDash val="solid"/>
                <a:headEnd type="none" w="med" len="med"/>
                <a:tailEnd type="none" w="med" len="med"/>
              </a:ln>
            </p:spPr>
          </p:sp>
          <p:sp>
            <p:nvSpPr>
              <p:cNvPr id="4166" name="Line 63"/>
              <p:cNvSpPr/>
              <p:nvPr userDrawn="1"/>
            </p:nvSpPr>
            <p:spPr>
              <a:xfrm>
                <a:off x="0" y="1740"/>
                <a:ext cx="624" cy="0"/>
              </a:xfrm>
              <a:prstGeom prst="line">
                <a:avLst/>
              </a:prstGeom>
              <a:ln w="12700" cap="flat" cmpd="sng">
                <a:solidFill>
                  <a:schemeClr val="bg2"/>
                </a:solidFill>
                <a:prstDash val="solid"/>
                <a:headEnd type="none" w="med" len="med"/>
                <a:tailEnd type="none" w="med" len="med"/>
              </a:ln>
            </p:spPr>
          </p:sp>
          <p:sp>
            <p:nvSpPr>
              <p:cNvPr id="4167" name="Line 64"/>
              <p:cNvSpPr/>
              <p:nvPr userDrawn="1"/>
            </p:nvSpPr>
            <p:spPr>
              <a:xfrm>
                <a:off x="0" y="1926"/>
                <a:ext cx="624" cy="0"/>
              </a:xfrm>
              <a:prstGeom prst="line">
                <a:avLst/>
              </a:prstGeom>
              <a:ln w="9525" cap="flat" cmpd="sng">
                <a:solidFill>
                  <a:schemeClr val="bg2"/>
                </a:solidFill>
                <a:prstDash val="solid"/>
                <a:headEnd type="none" w="med" len="med"/>
                <a:tailEnd type="none" w="med" len="med"/>
              </a:ln>
            </p:spPr>
          </p:sp>
          <p:sp>
            <p:nvSpPr>
              <p:cNvPr id="4168" name="Line 65"/>
              <p:cNvSpPr/>
              <p:nvPr userDrawn="1"/>
            </p:nvSpPr>
            <p:spPr>
              <a:xfrm>
                <a:off x="0" y="1614"/>
                <a:ext cx="624" cy="0"/>
              </a:xfrm>
              <a:prstGeom prst="line">
                <a:avLst/>
              </a:prstGeom>
              <a:ln w="12700" cap="flat" cmpd="sng">
                <a:solidFill>
                  <a:schemeClr val="bg2"/>
                </a:solidFill>
                <a:prstDash val="solid"/>
                <a:headEnd type="none" w="med" len="med"/>
                <a:tailEnd type="none" w="med" len="med"/>
              </a:ln>
            </p:spPr>
          </p:sp>
          <p:sp>
            <p:nvSpPr>
              <p:cNvPr id="4169" name="Line 66"/>
              <p:cNvSpPr/>
              <p:nvPr userDrawn="1"/>
            </p:nvSpPr>
            <p:spPr>
              <a:xfrm>
                <a:off x="0" y="1668"/>
                <a:ext cx="624" cy="0"/>
              </a:xfrm>
              <a:prstGeom prst="line">
                <a:avLst/>
              </a:prstGeom>
              <a:ln w="12700" cap="flat" cmpd="sng">
                <a:solidFill>
                  <a:schemeClr val="bg2"/>
                </a:solidFill>
                <a:prstDash val="solid"/>
                <a:headEnd type="none" w="med" len="med"/>
                <a:tailEnd type="none" w="med" len="med"/>
              </a:ln>
            </p:spPr>
          </p:sp>
          <p:sp>
            <p:nvSpPr>
              <p:cNvPr id="4170" name="Line 67"/>
              <p:cNvSpPr/>
              <p:nvPr userDrawn="1"/>
            </p:nvSpPr>
            <p:spPr>
              <a:xfrm>
                <a:off x="0" y="1866"/>
                <a:ext cx="624" cy="0"/>
              </a:xfrm>
              <a:prstGeom prst="line">
                <a:avLst/>
              </a:prstGeom>
              <a:ln w="19050" cap="flat" cmpd="sng">
                <a:solidFill>
                  <a:schemeClr val="bg2"/>
                </a:solidFill>
                <a:prstDash val="solid"/>
                <a:headEnd type="none" w="med" len="med"/>
                <a:tailEnd type="none" w="med" len="med"/>
              </a:ln>
            </p:spPr>
          </p:sp>
          <p:sp>
            <p:nvSpPr>
              <p:cNvPr id="4171" name="Line 68"/>
              <p:cNvSpPr/>
              <p:nvPr userDrawn="1"/>
            </p:nvSpPr>
            <p:spPr>
              <a:xfrm>
                <a:off x="0" y="1845"/>
                <a:ext cx="624" cy="0"/>
              </a:xfrm>
              <a:prstGeom prst="line">
                <a:avLst/>
              </a:prstGeom>
              <a:ln w="9525" cap="flat" cmpd="sng">
                <a:solidFill>
                  <a:schemeClr val="bg2"/>
                </a:solidFill>
                <a:prstDash val="solid"/>
                <a:headEnd type="none" w="med" len="med"/>
                <a:tailEnd type="none" w="med" len="med"/>
              </a:ln>
            </p:spPr>
          </p:sp>
          <p:sp>
            <p:nvSpPr>
              <p:cNvPr id="4172" name="Line 69"/>
              <p:cNvSpPr/>
              <p:nvPr userDrawn="1"/>
            </p:nvSpPr>
            <p:spPr>
              <a:xfrm>
                <a:off x="0" y="1437"/>
                <a:ext cx="624" cy="0"/>
              </a:xfrm>
              <a:prstGeom prst="line">
                <a:avLst/>
              </a:prstGeom>
              <a:ln w="9525" cap="flat" cmpd="sng">
                <a:solidFill>
                  <a:schemeClr val="bg2"/>
                </a:solidFill>
                <a:prstDash val="solid"/>
                <a:headEnd type="none" w="med" len="med"/>
                <a:tailEnd type="none" w="med" len="med"/>
              </a:ln>
            </p:spPr>
          </p:sp>
          <p:sp>
            <p:nvSpPr>
              <p:cNvPr id="4173" name="Line 70"/>
              <p:cNvSpPr/>
              <p:nvPr userDrawn="1"/>
            </p:nvSpPr>
            <p:spPr>
              <a:xfrm>
                <a:off x="0" y="1473"/>
                <a:ext cx="624" cy="0"/>
              </a:xfrm>
              <a:prstGeom prst="line">
                <a:avLst/>
              </a:prstGeom>
              <a:ln w="38100" cap="flat" cmpd="sng">
                <a:solidFill>
                  <a:schemeClr val="bg2"/>
                </a:solidFill>
                <a:prstDash val="solid"/>
                <a:headEnd type="none" w="med" len="med"/>
                <a:tailEnd type="none" w="med" len="med"/>
              </a:ln>
            </p:spPr>
          </p:sp>
          <p:sp>
            <p:nvSpPr>
              <p:cNvPr id="4174" name="Line 71"/>
              <p:cNvSpPr/>
              <p:nvPr userDrawn="1"/>
            </p:nvSpPr>
            <p:spPr>
              <a:xfrm>
                <a:off x="0" y="1506"/>
                <a:ext cx="624" cy="0"/>
              </a:xfrm>
              <a:prstGeom prst="line">
                <a:avLst/>
              </a:prstGeom>
              <a:ln w="19050" cap="flat" cmpd="sng">
                <a:solidFill>
                  <a:schemeClr val="bg2"/>
                </a:solidFill>
                <a:prstDash val="solid"/>
                <a:headEnd type="none" w="med" len="med"/>
                <a:tailEnd type="none" w="med" len="med"/>
              </a:ln>
            </p:spPr>
          </p:sp>
          <p:sp>
            <p:nvSpPr>
              <p:cNvPr id="4175" name="Line 72"/>
              <p:cNvSpPr/>
              <p:nvPr userDrawn="1"/>
            </p:nvSpPr>
            <p:spPr>
              <a:xfrm>
                <a:off x="0" y="1347"/>
                <a:ext cx="624" cy="0"/>
              </a:xfrm>
              <a:prstGeom prst="line">
                <a:avLst/>
              </a:prstGeom>
              <a:ln w="28575" cap="flat" cmpd="sng">
                <a:solidFill>
                  <a:schemeClr val="bg2"/>
                </a:solidFill>
                <a:prstDash val="solid"/>
                <a:headEnd type="none" w="med" len="med"/>
                <a:tailEnd type="none" w="med" len="med"/>
              </a:ln>
            </p:spPr>
          </p:sp>
          <p:sp>
            <p:nvSpPr>
              <p:cNvPr id="4176" name="Line 73"/>
              <p:cNvSpPr/>
              <p:nvPr userDrawn="1"/>
            </p:nvSpPr>
            <p:spPr>
              <a:xfrm>
                <a:off x="0" y="1392"/>
                <a:ext cx="624" cy="0"/>
              </a:xfrm>
              <a:prstGeom prst="line">
                <a:avLst/>
              </a:prstGeom>
              <a:ln w="19050" cap="flat" cmpd="sng">
                <a:solidFill>
                  <a:schemeClr val="bg2"/>
                </a:solidFill>
                <a:prstDash val="solid"/>
                <a:headEnd type="none" w="med" len="med"/>
                <a:tailEnd type="none" w="med" len="med"/>
              </a:ln>
            </p:spPr>
          </p:sp>
          <p:sp>
            <p:nvSpPr>
              <p:cNvPr id="4177" name="Line 74"/>
              <p:cNvSpPr/>
              <p:nvPr userDrawn="1"/>
            </p:nvSpPr>
            <p:spPr>
              <a:xfrm>
                <a:off x="0" y="1016"/>
                <a:ext cx="624" cy="0"/>
              </a:xfrm>
              <a:prstGeom prst="line">
                <a:avLst/>
              </a:prstGeom>
              <a:ln w="9525" cap="flat" cmpd="sng">
                <a:solidFill>
                  <a:schemeClr val="bg2"/>
                </a:solidFill>
                <a:prstDash val="solid"/>
                <a:headEnd type="none" w="med" len="med"/>
                <a:tailEnd type="none" w="med" len="med"/>
              </a:ln>
            </p:spPr>
          </p:sp>
          <p:sp>
            <p:nvSpPr>
              <p:cNvPr id="4178" name="Line 75"/>
              <p:cNvSpPr/>
              <p:nvPr userDrawn="1"/>
            </p:nvSpPr>
            <p:spPr>
              <a:xfrm>
                <a:off x="0" y="989"/>
                <a:ext cx="624" cy="0"/>
              </a:xfrm>
              <a:prstGeom prst="line">
                <a:avLst/>
              </a:prstGeom>
              <a:ln w="38100" cap="flat" cmpd="sng">
                <a:solidFill>
                  <a:schemeClr val="bg2"/>
                </a:solidFill>
                <a:prstDash val="solid"/>
                <a:headEnd type="none" w="med" len="med"/>
                <a:tailEnd type="none" w="med" len="med"/>
              </a:ln>
            </p:spPr>
          </p:sp>
          <p:sp>
            <p:nvSpPr>
              <p:cNvPr id="4179" name="Line 76"/>
              <p:cNvSpPr/>
              <p:nvPr userDrawn="1"/>
            </p:nvSpPr>
            <p:spPr>
              <a:xfrm>
                <a:off x="0" y="1244"/>
                <a:ext cx="624" cy="0"/>
              </a:xfrm>
              <a:prstGeom prst="line">
                <a:avLst/>
              </a:prstGeom>
              <a:ln w="28575" cap="flat" cmpd="sng">
                <a:solidFill>
                  <a:schemeClr val="bg2"/>
                </a:solidFill>
                <a:prstDash val="solid"/>
                <a:headEnd type="none" w="med" len="med"/>
                <a:tailEnd type="none" w="med" len="med"/>
              </a:ln>
            </p:spPr>
          </p:sp>
          <p:sp>
            <p:nvSpPr>
              <p:cNvPr id="4180" name="Line 77"/>
              <p:cNvSpPr/>
              <p:nvPr userDrawn="1"/>
            </p:nvSpPr>
            <p:spPr>
              <a:xfrm>
                <a:off x="0" y="1163"/>
                <a:ext cx="624" cy="0"/>
              </a:xfrm>
              <a:prstGeom prst="line">
                <a:avLst/>
              </a:prstGeom>
              <a:ln w="12700" cap="flat" cmpd="sng">
                <a:solidFill>
                  <a:schemeClr val="bg2"/>
                </a:solidFill>
                <a:prstDash val="solid"/>
                <a:headEnd type="none" w="med" len="med"/>
                <a:tailEnd type="none" w="med" len="med"/>
              </a:ln>
            </p:spPr>
          </p:sp>
          <p:sp>
            <p:nvSpPr>
              <p:cNvPr id="4181" name="Line 78"/>
              <p:cNvSpPr/>
              <p:nvPr userDrawn="1"/>
            </p:nvSpPr>
            <p:spPr>
              <a:xfrm>
                <a:off x="0" y="1037"/>
                <a:ext cx="624" cy="0"/>
              </a:xfrm>
              <a:prstGeom prst="line">
                <a:avLst/>
              </a:prstGeom>
              <a:ln w="12700" cap="flat" cmpd="sng">
                <a:solidFill>
                  <a:schemeClr val="bg2"/>
                </a:solidFill>
                <a:prstDash val="solid"/>
                <a:headEnd type="none" w="med" len="med"/>
                <a:tailEnd type="none" w="med" len="med"/>
              </a:ln>
            </p:spPr>
          </p:sp>
          <p:sp>
            <p:nvSpPr>
              <p:cNvPr id="4182" name="Line 79"/>
              <p:cNvSpPr/>
              <p:nvPr userDrawn="1"/>
            </p:nvSpPr>
            <p:spPr>
              <a:xfrm>
                <a:off x="0" y="1091"/>
                <a:ext cx="624" cy="0"/>
              </a:xfrm>
              <a:prstGeom prst="line">
                <a:avLst/>
              </a:prstGeom>
              <a:ln w="12700" cap="flat" cmpd="sng">
                <a:solidFill>
                  <a:schemeClr val="bg2"/>
                </a:solidFill>
                <a:prstDash val="solid"/>
                <a:headEnd type="none" w="med" len="med"/>
                <a:tailEnd type="none" w="med" len="med"/>
              </a:ln>
            </p:spPr>
          </p:sp>
          <p:sp>
            <p:nvSpPr>
              <p:cNvPr id="4183" name="Line 80"/>
              <p:cNvSpPr/>
              <p:nvPr userDrawn="1"/>
            </p:nvSpPr>
            <p:spPr>
              <a:xfrm>
                <a:off x="0" y="1289"/>
                <a:ext cx="624" cy="0"/>
              </a:xfrm>
              <a:prstGeom prst="line">
                <a:avLst/>
              </a:prstGeom>
              <a:ln w="19050" cap="flat" cmpd="sng">
                <a:solidFill>
                  <a:schemeClr val="bg2"/>
                </a:solidFill>
                <a:prstDash val="solid"/>
                <a:headEnd type="none" w="med" len="med"/>
                <a:tailEnd type="none" w="med" len="med"/>
              </a:ln>
            </p:spPr>
          </p:sp>
          <p:sp>
            <p:nvSpPr>
              <p:cNvPr id="4184" name="Line 81"/>
              <p:cNvSpPr/>
              <p:nvPr userDrawn="1"/>
            </p:nvSpPr>
            <p:spPr>
              <a:xfrm>
                <a:off x="0" y="1268"/>
                <a:ext cx="624" cy="0"/>
              </a:xfrm>
              <a:prstGeom prst="line">
                <a:avLst/>
              </a:prstGeom>
              <a:ln w="9525" cap="flat" cmpd="sng">
                <a:solidFill>
                  <a:schemeClr val="bg2"/>
                </a:solidFill>
                <a:prstDash val="solid"/>
                <a:headEnd type="none" w="med" len="med"/>
                <a:tailEnd type="none" w="med" len="med"/>
              </a:ln>
            </p:spPr>
          </p:sp>
          <p:sp>
            <p:nvSpPr>
              <p:cNvPr id="4185" name="Line 82"/>
              <p:cNvSpPr/>
              <p:nvPr userDrawn="1"/>
            </p:nvSpPr>
            <p:spPr>
              <a:xfrm>
                <a:off x="0" y="860"/>
                <a:ext cx="624" cy="0"/>
              </a:xfrm>
              <a:prstGeom prst="line">
                <a:avLst/>
              </a:prstGeom>
              <a:ln w="9525" cap="flat" cmpd="sng">
                <a:solidFill>
                  <a:schemeClr val="bg2"/>
                </a:solidFill>
                <a:prstDash val="solid"/>
                <a:headEnd type="none" w="med" len="med"/>
                <a:tailEnd type="none" w="med" len="med"/>
              </a:ln>
            </p:spPr>
          </p:sp>
          <p:sp>
            <p:nvSpPr>
              <p:cNvPr id="4186" name="Line 83"/>
              <p:cNvSpPr/>
              <p:nvPr userDrawn="1"/>
            </p:nvSpPr>
            <p:spPr>
              <a:xfrm>
                <a:off x="0" y="896"/>
                <a:ext cx="624" cy="0"/>
              </a:xfrm>
              <a:prstGeom prst="line">
                <a:avLst/>
              </a:prstGeom>
              <a:ln w="38100" cap="flat" cmpd="sng">
                <a:solidFill>
                  <a:schemeClr val="bg2"/>
                </a:solidFill>
                <a:prstDash val="solid"/>
                <a:headEnd type="none" w="med" len="med"/>
                <a:tailEnd type="none" w="med" len="med"/>
              </a:ln>
            </p:spPr>
          </p:sp>
          <p:sp>
            <p:nvSpPr>
              <p:cNvPr id="4187" name="Line 84"/>
              <p:cNvSpPr/>
              <p:nvPr userDrawn="1"/>
            </p:nvSpPr>
            <p:spPr>
              <a:xfrm>
                <a:off x="0" y="929"/>
                <a:ext cx="624" cy="0"/>
              </a:xfrm>
              <a:prstGeom prst="line">
                <a:avLst/>
              </a:prstGeom>
              <a:ln w="19050" cap="flat" cmpd="sng">
                <a:solidFill>
                  <a:schemeClr val="bg2"/>
                </a:solidFill>
                <a:prstDash val="solid"/>
                <a:headEnd type="none" w="med" len="med"/>
                <a:tailEnd type="none" w="med" len="med"/>
              </a:ln>
            </p:spPr>
          </p:sp>
          <p:sp>
            <p:nvSpPr>
              <p:cNvPr id="4188" name="Line 85"/>
              <p:cNvSpPr/>
              <p:nvPr userDrawn="1"/>
            </p:nvSpPr>
            <p:spPr>
              <a:xfrm>
                <a:off x="0" y="770"/>
                <a:ext cx="624" cy="0"/>
              </a:xfrm>
              <a:prstGeom prst="line">
                <a:avLst/>
              </a:prstGeom>
              <a:ln w="28575" cap="flat" cmpd="sng">
                <a:solidFill>
                  <a:schemeClr val="bg2"/>
                </a:solidFill>
                <a:prstDash val="solid"/>
                <a:headEnd type="none" w="med" len="med"/>
                <a:tailEnd type="none" w="med" len="med"/>
              </a:ln>
            </p:spPr>
          </p:sp>
          <p:sp>
            <p:nvSpPr>
              <p:cNvPr id="4189" name="Line 86"/>
              <p:cNvSpPr/>
              <p:nvPr userDrawn="1"/>
            </p:nvSpPr>
            <p:spPr>
              <a:xfrm>
                <a:off x="0" y="815"/>
                <a:ext cx="624" cy="0"/>
              </a:xfrm>
              <a:prstGeom prst="line">
                <a:avLst/>
              </a:prstGeom>
              <a:ln w="19050" cap="flat" cmpd="sng">
                <a:solidFill>
                  <a:schemeClr val="bg2"/>
                </a:solidFill>
                <a:prstDash val="solid"/>
                <a:headEnd type="none" w="med" len="med"/>
                <a:tailEnd type="none" w="med" len="med"/>
              </a:ln>
            </p:spPr>
          </p:sp>
          <p:sp>
            <p:nvSpPr>
              <p:cNvPr id="4190" name="Line 87"/>
              <p:cNvSpPr/>
              <p:nvPr userDrawn="1"/>
            </p:nvSpPr>
            <p:spPr>
              <a:xfrm>
                <a:off x="0" y="718"/>
                <a:ext cx="624" cy="0"/>
              </a:xfrm>
              <a:prstGeom prst="line">
                <a:avLst/>
              </a:prstGeom>
              <a:ln w="12700" cap="flat" cmpd="sng">
                <a:solidFill>
                  <a:schemeClr val="bg2"/>
                </a:solidFill>
                <a:prstDash val="solid"/>
                <a:headEnd type="none" w="med" len="med"/>
                <a:tailEnd type="none" w="med" len="med"/>
              </a:ln>
            </p:spPr>
          </p:sp>
          <p:sp>
            <p:nvSpPr>
              <p:cNvPr id="4191" name="Line 88"/>
              <p:cNvSpPr/>
              <p:nvPr userDrawn="1"/>
            </p:nvSpPr>
            <p:spPr>
              <a:xfrm>
                <a:off x="0" y="646"/>
                <a:ext cx="624" cy="0"/>
              </a:xfrm>
              <a:prstGeom prst="line">
                <a:avLst/>
              </a:prstGeom>
              <a:ln w="12700" cap="flat" cmpd="sng">
                <a:solidFill>
                  <a:schemeClr val="bg2"/>
                </a:solidFill>
                <a:prstDash val="solid"/>
                <a:headEnd type="none" w="med" len="med"/>
                <a:tailEnd type="none" w="med" len="med"/>
              </a:ln>
            </p:spPr>
          </p:sp>
          <p:sp>
            <p:nvSpPr>
              <p:cNvPr id="4192" name="Line 89"/>
              <p:cNvSpPr/>
              <p:nvPr userDrawn="1"/>
            </p:nvSpPr>
            <p:spPr>
              <a:xfrm>
                <a:off x="0" y="522"/>
                <a:ext cx="624" cy="0"/>
              </a:xfrm>
              <a:prstGeom prst="line">
                <a:avLst/>
              </a:prstGeom>
              <a:ln w="9525" cap="flat" cmpd="sng">
                <a:solidFill>
                  <a:schemeClr val="bg2"/>
                </a:solidFill>
                <a:prstDash val="solid"/>
                <a:headEnd type="none" w="med" len="med"/>
                <a:tailEnd type="none" w="med" len="med"/>
              </a:ln>
            </p:spPr>
          </p:sp>
          <p:sp>
            <p:nvSpPr>
              <p:cNvPr id="4193" name="Line 90"/>
              <p:cNvSpPr/>
              <p:nvPr userDrawn="1"/>
            </p:nvSpPr>
            <p:spPr>
              <a:xfrm>
                <a:off x="0" y="558"/>
                <a:ext cx="624" cy="0"/>
              </a:xfrm>
              <a:prstGeom prst="line">
                <a:avLst/>
              </a:prstGeom>
              <a:ln w="38100" cap="flat" cmpd="sng">
                <a:solidFill>
                  <a:schemeClr val="bg2"/>
                </a:solidFill>
                <a:prstDash val="solid"/>
                <a:headEnd type="none" w="med" len="med"/>
                <a:tailEnd type="none" w="med" len="med"/>
              </a:ln>
            </p:spPr>
          </p:sp>
          <p:sp>
            <p:nvSpPr>
              <p:cNvPr id="4194" name="Line 91"/>
              <p:cNvSpPr/>
              <p:nvPr userDrawn="1"/>
            </p:nvSpPr>
            <p:spPr>
              <a:xfrm>
                <a:off x="0" y="591"/>
                <a:ext cx="624" cy="0"/>
              </a:xfrm>
              <a:prstGeom prst="line">
                <a:avLst/>
              </a:prstGeom>
              <a:ln w="19050" cap="flat" cmpd="sng">
                <a:solidFill>
                  <a:schemeClr val="bg2"/>
                </a:solidFill>
                <a:prstDash val="solid"/>
                <a:headEnd type="none" w="med" len="med"/>
                <a:tailEnd type="none" w="med" len="med"/>
              </a:ln>
            </p:spPr>
          </p:sp>
          <p:sp>
            <p:nvSpPr>
              <p:cNvPr id="4195" name="Line 92"/>
              <p:cNvSpPr/>
              <p:nvPr userDrawn="1"/>
            </p:nvSpPr>
            <p:spPr>
              <a:xfrm>
                <a:off x="0" y="432"/>
                <a:ext cx="624" cy="0"/>
              </a:xfrm>
              <a:prstGeom prst="line">
                <a:avLst/>
              </a:prstGeom>
              <a:ln w="28575" cap="flat" cmpd="sng">
                <a:solidFill>
                  <a:schemeClr val="bg2"/>
                </a:solidFill>
                <a:prstDash val="solid"/>
                <a:headEnd type="none" w="med" len="med"/>
                <a:tailEnd type="none" w="med" len="med"/>
              </a:ln>
            </p:spPr>
          </p:sp>
          <p:sp>
            <p:nvSpPr>
              <p:cNvPr id="4196" name="Line 93"/>
              <p:cNvSpPr/>
              <p:nvPr userDrawn="1"/>
            </p:nvSpPr>
            <p:spPr>
              <a:xfrm>
                <a:off x="0" y="384"/>
                <a:ext cx="624" cy="0"/>
              </a:xfrm>
              <a:prstGeom prst="line">
                <a:avLst/>
              </a:prstGeom>
              <a:ln w="12700" cap="flat" cmpd="sng">
                <a:solidFill>
                  <a:schemeClr val="bg2"/>
                </a:solidFill>
                <a:prstDash val="solid"/>
                <a:headEnd type="none" w="med" len="med"/>
                <a:tailEnd type="none" w="med" len="med"/>
              </a:ln>
            </p:spPr>
          </p:sp>
          <p:sp>
            <p:nvSpPr>
              <p:cNvPr id="4197" name="Line 94"/>
              <p:cNvSpPr/>
              <p:nvPr userDrawn="1"/>
            </p:nvSpPr>
            <p:spPr>
              <a:xfrm>
                <a:off x="0" y="477"/>
                <a:ext cx="624" cy="0"/>
              </a:xfrm>
              <a:prstGeom prst="line">
                <a:avLst/>
              </a:prstGeom>
              <a:ln w="19050" cap="flat" cmpd="sng">
                <a:solidFill>
                  <a:schemeClr val="bg2"/>
                </a:solidFill>
                <a:prstDash val="solid"/>
                <a:headEnd type="none" w="med" len="med"/>
                <a:tailEnd type="none" w="med" len="med"/>
              </a:ln>
            </p:spPr>
          </p:sp>
          <p:sp>
            <p:nvSpPr>
              <p:cNvPr id="4198" name="Line 95"/>
              <p:cNvSpPr/>
              <p:nvPr userDrawn="1"/>
            </p:nvSpPr>
            <p:spPr>
              <a:xfrm>
                <a:off x="0" y="339"/>
                <a:ext cx="624" cy="0"/>
              </a:xfrm>
              <a:prstGeom prst="line">
                <a:avLst/>
              </a:prstGeom>
              <a:ln w="19050" cap="flat" cmpd="sng">
                <a:solidFill>
                  <a:schemeClr val="bg2"/>
                </a:solidFill>
                <a:prstDash val="solid"/>
                <a:headEnd type="none" w="med" len="med"/>
                <a:tailEnd type="none" w="med" len="med"/>
              </a:ln>
            </p:spPr>
          </p:sp>
          <p:sp>
            <p:nvSpPr>
              <p:cNvPr id="4199" name="Line 96"/>
              <p:cNvSpPr/>
              <p:nvPr userDrawn="1"/>
            </p:nvSpPr>
            <p:spPr>
              <a:xfrm>
                <a:off x="0" y="318"/>
                <a:ext cx="624" cy="0"/>
              </a:xfrm>
              <a:prstGeom prst="line">
                <a:avLst/>
              </a:prstGeom>
              <a:ln w="9525" cap="flat" cmpd="sng">
                <a:solidFill>
                  <a:schemeClr val="bg2"/>
                </a:solidFill>
                <a:prstDash val="solid"/>
                <a:headEnd type="none" w="med" len="med"/>
                <a:tailEnd type="none" w="med" len="med"/>
              </a:ln>
            </p:spPr>
          </p:sp>
          <p:sp>
            <p:nvSpPr>
              <p:cNvPr id="4200" name="Line 97"/>
              <p:cNvSpPr/>
              <p:nvPr userDrawn="1"/>
            </p:nvSpPr>
            <p:spPr>
              <a:xfrm>
                <a:off x="0" y="258"/>
                <a:ext cx="624" cy="0"/>
              </a:xfrm>
              <a:prstGeom prst="line">
                <a:avLst/>
              </a:prstGeom>
              <a:ln w="19050" cap="flat" cmpd="sng">
                <a:solidFill>
                  <a:schemeClr val="bg2"/>
                </a:solidFill>
                <a:prstDash val="solid"/>
                <a:headEnd type="none" w="med" len="med"/>
                <a:tailEnd type="none" w="med" len="med"/>
              </a:ln>
            </p:spPr>
          </p:sp>
          <p:sp>
            <p:nvSpPr>
              <p:cNvPr id="4201" name="Line 98"/>
              <p:cNvSpPr/>
              <p:nvPr userDrawn="1"/>
            </p:nvSpPr>
            <p:spPr>
              <a:xfrm>
                <a:off x="0" y="70"/>
                <a:ext cx="624" cy="0"/>
              </a:xfrm>
              <a:prstGeom prst="line">
                <a:avLst/>
              </a:prstGeom>
              <a:ln w="9525" cap="flat" cmpd="sng">
                <a:solidFill>
                  <a:schemeClr val="bg2"/>
                </a:solidFill>
                <a:prstDash val="solid"/>
                <a:headEnd type="none" w="med" len="med"/>
                <a:tailEnd type="none" w="med" len="med"/>
              </a:ln>
            </p:spPr>
          </p:sp>
          <p:sp>
            <p:nvSpPr>
              <p:cNvPr id="4202" name="Line 99"/>
              <p:cNvSpPr/>
              <p:nvPr userDrawn="1"/>
            </p:nvSpPr>
            <p:spPr>
              <a:xfrm>
                <a:off x="0" y="43"/>
                <a:ext cx="624" cy="0"/>
              </a:xfrm>
              <a:prstGeom prst="line">
                <a:avLst/>
              </a:prstGeom>
              <a:ln w="38100" cap="flat" cmpd="sng">
                <a:solidFill>
                  <a:schemeClr val="bg2"/>
                </a:solidFill>
                <a:prstDash val="solid"/>
                <a:headEnd type="none" w="med" len="med"/>
                <a:tailEnd type="none" w="med" len="med"/>
              </a:ln>
            </p:spPr>
          </p:sp>
          <p:sp>
            <p:nvSpPr>
              <p:cNvPr id="4203" name="Line 100"/>
              <p:cNvSpPr/>
              <p:nvPr userDrawn="1"/>
            </p:nvSpPr>
            <p:spPr>
              <a:xfrm>
                <a:off x="0" y="91"/>
                <a:ext cx="624" cy="0"/>
              </a:xfrm>
              <a:prstGeom prst="line">
                <a:avLst/>
              </a:prstGeom>
              <a:ln w="12700" cap="flat" cmpd="sng">
                <a:solidFill>
                  <a:schemeClr val="bg2"/>
                </a:solidFill>
                <a:prstDash val="solid"/>
                <a:headEnd type="none" w="med" len="med"/>
                <a:tailEnd type="none" w="med" len="med"/>
              </a:ln>
            </p:spPr>
          </p:sp>
          <p:sp>
            <p:nvSpPr>
              <p:cNvPr id="4204" name="Line 101"/>
              <p:cNvSpPr/>
              <p:nvPr userDrawn="1"/>
            </p:nvSpPr>
            <p:spPr>
              <a:xfrm>
                <a:off x="0" y="145"/>
                <a:ext cx="624" cy="0"/>
              </a:xfrm>
              <a:prstGeom prst="line">
                <a:avLst/>
              </a:prstGeom>
              <a:ln w="12700" cap="flat" cmpd="sng">
                <a:solidFill>
                  <a:schemeClr val="bg2"/>
                </a:solidFill>
                <a:prstDash val="solid"/>
                <a:headEnd type="none" w="med" len="med"/>
                <a:tailEnd type="none" w="med" len="med"/>
              </a:ln>
            </p:spPr>
          </p:sp>
          <p:sp>
            <p:nvSpPr>
              <p:cNvPr id="4205" name="Line 102"/>
              <p:cNvSpPr/>
              <p:nvPr userDrawn="1"/>
            </p:nvSpPr>
            <p:spPr>
              <a:xfrm>
                <a:off x="0" y="202"/>
                <a:ext cx="624" cy="0"/>
              </a:xfrm>
              <a:prstGeom prst="line">
                <a:avLst/>
              </a:prstGeom>
              <a:ln w="38100" cap="flat" cmpd="sng">
                <a:solidFill>
                  <a:schemeClr val="bg2"/>
                </a:solidFill>
                <a:prstDash val="solid"/>
                <a:headEnd type="none" w="med" len="med"/>
                <a:tailEnd type="none" w="med" len="med"/>
              </a:ln>
            </p:spPr>
          </p:sp>
        </p:grpSp>
      </p:grpSp>
      <p:sp>
        <p:nvSpPr>
          <p:cNvPr id="177258" name="Rectangle 106"/>
          <p:cNvSpPr>
            <a:spLocks noGrp="1" noChangeArrowheads="1"/>
          </p:cNvSpPr>
          <p:nvPr>
            <p:ph type="ctrTitle"/>
          </p:nvPr>
        </p:nvSpPr>
        <p:spPr>
          <a:xfrm>
            <a:off x="1169988" y="1046163"/>
            <a:ext cx="7380287" cy="1012825"/>
          </a:xfrm>
        </p:spPr>
        <p:txBody>
          <a:bodyPr/>
          <a:lstStyle>
            <a:lvl1pPr>
              <a:defRPr sz="4000"/>
            </a:lvl1pPr>
          </a:lstStyle>
          <a:p>
            <a:pPr lvl="0"/>
            <a:r>
              <a:rPr lang="zh-CN" altLang="en-US" noProof="0"/>
              <a:t>单击此处编辑母版标题样式</a:t>
            </a:r>
            <a:endParaRPr lang="zh-CN" altLang="en-US" noProof="0"/>
          </a:p>
        </p:txBody>
      </p:sp>
      <p:sp>
        <p:nvSpPr>
          <p:cNvPr id="177259" name="Rectangle 107"/>
          <p:cNvSpPr>
            <a:spLocks noGrp="1" noChangeArrowheads="1"/>
          </p:cNvSpPr>
          <p:nvPr>
            <p:ph type="subTitle" idx="1"/>
          </p:nvPr>
        </p:nvSpPr>
        <p:spPr>
          <a:xfrm>
            <a:off x="1566863" y="2693988"/>
            <a:ext cx="6662737" cy="2994025"/>
          </a:xfrm>
        </p:spPr>
        <p:txBody>
          <a:bodyPr/>
          <a:lstStyle>
            <a:lvl1pPr marL="0" indent="0" algn="ctr">
              <a:buFont typeface="Wingdings" panose="05000000000000000000" pitchFamily="2" charset="2"/>
              <a:buNone/>
              <a:defRPr/>
            </a:lvl1pPr>
          </a:lstStyle>
          <a:p>
            <a:pPr lvl="0"/>
            <a:r>
              <a:rPr lang="zh-CN" altLang="en-US" noProof="0"/>
              <a:t>单击此处编辑母版副标题样式</a:t>
            </a:r>
            <a:endParaRPr lang="zh-CN" altLang="en-US" noProof="0"/>
          </a:p>
        </p:txBody>
      </p:sp>
      <p:sp>
        <p:nvSpPr>
          <p:cNvPr id="176278" name="Rectangle 103"/>
          <p:cNvSpPr>
            <a:spLocks noGrp="1" noChangeArrowheads="1"/>
          </p:cNvSpPr>
          <p:nvPr>
            <p:ph type="dt" sz="half" idx="2"/>
          </p:nvPr>
        </p:nvSpPr>
        <p:spPr bwMode="auto">
          <a:xfrm>
            <a:off x="1387475" y="6357938"/>
            <a:ext cx="1905000" cy="457200"/>
          </a:xfrm>
          <a:prstGeom prst="rect">
            <a:avLst/>
          </a:prstGeom>
          <a:noFill/>
        </p:spPr>
        <p:txBody>
          <a:bodyPr vert="horz" wrap="square" lIns="91440" tIns="45720" rIns="91440" bIns="45720" numCol="1" anchor="b" anchorCtr="0" compatLnSpc="1"/>
          <a:lstStyle>
            <a:lvl1pPr>
              <a:defRPr kumimoji="0" sz="1400">
                <a:solidFill>
                  <a:schemeClr val="folHlink"/>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folHlink"/>
              </a:solidFill>
              <a:effectLst/>
              <a:uLnTx/>
              <a:uFillTx/>
              <a:latin typeface="Times New Roman" panose="02020603050405020304" pitchFamily="18" charset="0"/>
              <a:ea typeface="宋体" panose="02010600030101010101" pitchFamily="2" charset="-122"/>
              <a:cs typeface="+mn-cs"/>
            </a:endParaRPr>
          </a:p>
        </p:txBody>
      </p:sp>
      <p:sp>
        <p:nvSpPr>
          <p:cNvPr id="176279" name="Rectangle 104"/>
          <p:cNvSpPr>
            <a:spLocks noGrp="1" noChangeArrowheads="1"/>
          </p:cNvSpPr>
          <p:nvPr>
            <p:ph type="ftr" sz="quarter" idx="3"/>
          </p:nvPr>
        </p:nvSpPr>
        <p:spPr bwMode="auto">
          <a:xfrm>
            <a:off x="3722688" y="6357938"/>
            <a:ext cx="2271713" cy="457200"/>
          </a:xfrm>
          <a:prstGeom prst="rect">
            <a:avLst/>
          </a:prstGeom>
          <a:noFill/>
        </p:spPr>
        <p:txBody>
          <a:bodyPr vert="horz" wrap="square" lIns="91440" tIns="45720" rIns="91440" bIns="45720" numCol="1" anchor="b" anchorCtr="0" compatLnSpc="1"/>
          <a:lstStyle>
            <a:lvl1pPr>
              <a:defRPr sz="1400"/>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folHlink"/>
              </a:solidFill>
              <a:effectLst/>
              <a:uLnTx/>
              <a:uFillTx/>
              <a:latin typeface="Times New Roman" panose="02020603050405020304" pitchFamily="18" charset="0"/>
              <a:ea typeface="宋体" panose="02010600030101010101" pitchFamily="2" charset="-122"/>
              <a:cs typeface="+mn-cs"/>
            </a:endParaRPr>
          </a:p>
        </p:txBody>
      </p:sp>
      <p:sp>
        <p:nvSpPr>
          <p:cNvPr id="176280" name="Rectangle 105"/>
          <p:cNvSpPr>
            <a:spLocks noGrp="1" noChangeArrowheads="1"/>
          </p:cNvSpPr>
          <p:nvPr>
            <p:ph type="sldNum" sz="quarter" idx="4"/>
          </p:nvPr>
        </p:nvSpPr>
        <p:spPr bwMode="auto">
          <a:xfrm>
            <a:off x="6464300" y="6361113"/>
            <a:ext cx="1906588" cy="457200"/>
          </a:xfrm>
          <a:prstGeom prst="rect">
            <a:avLst/>
          </a:prstGeom>
          <a:noFill/>
        </p:spPr>
        <p:txBody>
          <a:bodyPr vert="horz" wrap="square" lIns="91440" tIns="45720" rIns="91440" bIns="45720" numCol="1" anchor="b" anchorCtr="0" compatLnSpc="1"/>
          <a:p>
            <a:pPr lvl="0" algn="r" eaLnBrk="1" hangingPunct="1"/>
            <a:fld id="{9A0DB2DC-4C9A-4742-B13C-FB6460FD3503}" type="slidenum">
              <a:rPr lang="zh-CN" altLang="en-US" sz="1400" dirty="0">
                <a:solidFill>
                  <a:schemeClr val="folHlink"/>
                </a:solidFill>
              </a:rPr>
            </a:fld>
            <a:endParaRPr lang="zh-CN" altLang="en-US" sz="1400" dirty="0">
              <a:solidFill>
                <a:schemeClr val="folHlink"/>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nodeType="afterEffect">
                                  <p:stCondLst>
                                    <p:cond delay="0"/>
                                  </p:stCondLst>
                                  <p:childTnLst>
                                    <p:set>
                                      <p:cBhvr>
                                        <p:cTn id="6" dur="1" fill="hold">
                                          <p:stCondLst>
                                            <p:cond delay="0"/>
                                          </p:stCondLst>
                                        </p:cTn>
                                        <p:tgtEl>
                                          <p:spTgt spid="176277"/>
                                        </p:tgtEl>
                                        <p:attrNameLst>
                                          <p:attrName>style.visibility</p:attrName>
                                        </p:attrNameLst>
                                      </p:cBhvr>
                                      <p:to>
                                        <p:strVal val="visible"/>
                                      </p:to>
                                    </p:set>
                                    <p:animEffect transition="in" filter="slide(fromLeft)">
                                      <p:cBhvr>
                                        <p:cTn id="7" dur="500"/>
                                        <p:tgtEl>
                                          <p:spTgt spid="176277"/>
                                        </p:tgtEl>
                                      </p:cBhvr>
                                    </p:animEffect>
                                  </p:childTnLst>
                                </p:cTn>
                              </p:par>
                            </p:childTnLst>
                          </p:cTn>
                        </p:par>
                        <p:par>
                          <p:cTn id="8" fill="hold">
                            <p:stCondLst>
                              <p:cond delay="500"/>
                            </p:stCondLst>
                            <p:childTnLst>
                              <p:par>
                                <p:cTn id="9" presetID="12" presetClass="entr" presetSubtype="2" fill="hold" nodeType="afterEffect">
                                  <p:stCondLst>
                                    <p:cond delay="0"/>
                                  </p:stCondLst>
                                  <p:childTnLst>
                                    <p:set>
                                      <p:cBhvr>
                                        <p:cTn id="10" dur="1" fill="hold">
                                          <p:stCondLst>
                                            <p:cond delay="0"/>
                                          </p:stCondLst>
                                        </p:cTn>
                                        <p:tgtEl>
                                          <p:spTgt spid="176276"/>
                                        </p:tgtEl>
                                        <p:attrNameLst>
                                          <p:attrName>style.visibility</p:attrName>
                                        </p:attrNameLst>
                                      </p:cBhvr>
                                      <p:to>
                                        <p:strVal val="visible"/>
                                      </p:to>
                                    </p:set>
                                    <p:animEffect transition="in" filter="slide(fromRight)">
                                      <p:cBhvr>
                                        <p:cTn id="11" dur="500"/>
                                        <p:tgtEl>
                                          <p:spTgt spid="1762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6276" grpId="0" animBg="1"/>
      <p:bldP spid="176277" grpId="0" animBg="1"/>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页脚占位符 3"/>
          <p:cNvSpPr>
            <a:spLocks noGrp="1"/>
          </p:cNvSpPr>
          <p:nvPr>
            <p:ph type="ftr" sz="quarter" idx="3"/>
          </p:nvPr>
        </p:nvSpPr>
        <p:spPr bwMode="auto">
          <a:xfrm>
            <a:off x="3733800" y="6570663"/>
            <a:ext cx="2590800" cy="280988"/>
          </a:xfrm>
          <a:prstGeom prst="rect">
            <a:avLst/>
          </a:prstGeom>
          <a:noFill/>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200" b="0" i="0" u="none" strike="noStrike" kern="1200" cap="none" spc="0" normalizeH="0" baseline="0" noProof="0">
                <a:ln>
                  <a:noFill/>
                </a:ln>
                <a:solidFill>
                  <a:schemeClr val="folHlink"/>
                </a:solidFill>
                <a:effectLst/>
                <a:uLnTx/>
                <a:uFillTx/>
                <a:latin typeface="Times New Roman" panose="02020603050405020304" pitchFamily="18" charset="0"/>
                <a:ea typeface="宋体" panose="02010600030101010101" pitchFamily="2" charset="-122"/>
                <a:cs typeface="+mn-cs"/>
              </a:rPr>
              <a:t>《虚拟地理环境及其应用》</a:t>
            </a:r>
            <a:endParaRPr kumimoji="0" lang="zh-CN" altLang="en-US" sz="1200" b="0" i="0" u="none" strike="noStrike" kern="1200" cap="none" spc="0" normalizeH="0" baseline="0" noProof="0">
              <a:ln>
                <a:noFill/>
              </a:ln>
              <a:solidFill>
                <a:schemeClr val="folHlink"/>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单击此处编辑母版文本样式</a:t>
            </a:r>
            <a:endParaRPr lang="zh-CN" altLang="en-US"/>
          </a:p>
        </p:txBody>
      </p:sp>
      <p:sp>
        <p:nvSpPr>
          <p:cNvPr id="4" name="页脚占位符 3"/>
          <p:cNvSpPr>
            <a:spLocks noGrp="1"/>
          </p:cNvSpPr>
          <p:nvPr>
            <p:ph type="ftr" sz="quarter" idx="3"/>
          </p:nvPr>
        </p:nvSpPr>
        <p:spPr bwMode="auto">
          <a:xfrm>
            <a:off x="3733800" y="6570663"/>
            <a:ext cx="2590800" cy="280988"/>
          </a:xfrm>
          <a:prstGeom prst="rect">
            <a:avLst/>
          </a:prstGeom>
          <a:noFill/>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200" b="0" i="0" u="none" strike="noStrike" kern="1200" cap="none" spc="0" normalizeH="0" baseline="0" noProof="0">
                <a:ln>
                  <a:noFill/>
                </a:ln>
                <a:solidFill>
                  <a:schemeClr val="folHlink"/>
                </a:solidFill>
                <a:effectLst/>
                <a:uLnTx/>
                <a:uFillTx/>
                <a:latin typeface="Times New Roman" panose="02020603050405020304" pitchFamily="18" charset="0"/>
                <a:ea typeface="宋体" panose="02010600030101010101" pitchFamily="2" charset="-122"/>
                <a:cs typeface="+mn-cs"/>
              </a:rPr>
              <a:t>《虚拟地理环境及其应用》</a:t>
            </a:r>
            <a:endParaRPr kumimoji="0" lang="zh-CN" altLang="en-US" sz="1200" b="0" i="0" u="none" strike="noStrike" kern="1200" cap="none" spc="0" normalizeH="0" baseline="0" noProof="0">
              <a:ln>
                <a:noFill/>
              </a:ln>
              <a:solidFill>
                <a:schemeClr val="folHlink"/>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09625" y="2214563"/>
            <a:ext cx="3902075" cy="3881437"/>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4864100" y="2214563"/>
            <a:ext cx="3903663" cy="3881437"/>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页脚占位符 4"/>
          <p:cNvSpPr>
            <a:spLocks noGrp="1"/>
          </p:cNvSpPr>
          <p:nvPr>
            <p:ph type="ftr" sz="quarter" idx="3"/>
          </p:nvPr>
        </p:nvSpPr>
        <p:spPr bwMode="auto">
          <a:xfrm>
            <a:off x="3733800" y="6570663"/>
            <a:ext cx="2590800" cy="280988"/>
          </a:xfrm>
          <a:prstGeom prst="rect">
            <a:avLst/>
          </a:prstGeom>
          <a:noFill/>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200" b="0" i="0" u="none" strike="noStrike" kern="1200" cap="none" spc="0" normalizeH="0" baseline="0" noProof="0">
                <a:ln>
                  <a:noFill/>
                </a:ln>
                <a:solidFill>
                  <a:schemeClr val="folHlink"/>
                </a:solidFill>
                <a:effectLst/>
                <a:uLnTx/>
                <a:uFillTx/>
                <a:latin typeface="Times New Roman" panose="02020603050405020304" pitchFamily="18" charset="0"/>
                <a:ea typeface="宋体" panose="02010600030101010101" pitchFamily="2" charset="-122"/>
                <a:cs typeface="+mn-cs"/>
              </a:rPr>
              <a:t>《虚拟地理环境及其应用》</a:t>
            </a:r>
            <a:endParaRPr kumimoji="0" lang="zh-CN" altLang="en-US" sz="1200" b="0" i="0" u="none" strike="noStrike" kern="1200" cap="none" spc="0" normalizeH="0" baseline="0" noProof="0">
              <a:ln>
                <a:noFill/>
              </a:ln>
              <a:solidFill>
                <a:schemeClr val="folHlink"/>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30238" y="2505075"/>
            <a:ext cx="386873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29150" y="2505075"/>
            <a:ext cx="38877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页脚占位符 6"/>
          <p:cNvSpPr>
            <a:spLocks noGrp="1"/>
          </p:cNvSpPr>
          <p:nvPr>
            <p:ph type="ftr" sz="quarter" idx="13"/>
          </p:nvPr>
        </p:nvSpPr>
        <p:spPr bwMode="auto">
          <a:xfrm>
            <a:off x="3733800" y="6570663"/>
            <a:ext cx="2590800" cy="280988"/>
          </a:xfrm>
          <a:prstGeom prst="rect">
            <a:avLst/>
          </a:prstGeom>
          <a:noFill/>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200" b="0" i="0" u="none" strike="noStrike" kern="1200" cap="none" spc="0" normalizeH="0" baseline="0" noProof="0">
                <a:ln>
                  <a:noFill/>
                </a:ln>
                <a:solidFill>
                  <a:schemeClr val="folHlink"/>
                </a:solidFill>
                <a:effectLst/>
                <a:uLnTx/>
                <a:uFillTx/>
                <a:latin typeface="Times New Roman" panose="02020603050405020304" pitchFamily="18" charset="0"/>
                <a:ea typeface="宋体" panose="02010600030101010101" pitchFamily="2" charset="-122"/>
                <a:cs typeface="+mn-cs"/>
              </a:rPr>
              <a:t>《虚拟地理环境及其应用》</a:t>
            </a:r>
            <a:endParaRPr kumimoji="0" lang="zh-CN" altLang="en-US" sz="1200" b="0" i="0" u="none" strike="noStrike" kern="1200" cap="none" spc="0" normalizeH="0" baseline="0" noProof="0">
              <a:ln>
                <a:noFill/>
              </a:ln>
              <a:solidFill>
                <a:schemeClr val="folHlink"/>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页脚占位符 2"/>
          <p:cNvSpPr>
            <a:spLocks noGrp="1"/>
          </p:cNvSpPr>
          <p:nvPr>
            <p:ph type="ftr" sz="quarter" idx="3"/>
          </p:nvPr>
        </p:nvSpPr>
        <p:spPr bwMode="auto">
          <a:xfrm>
            <a:off x="3733800" y="6570663"/>
            <a:ext cx="2590800" cy="280988"/>
          </a:xfrm>
          <a:prstGeom prst="rect">
            <a:avLst/>
          </a:prstGeom>
          <a:noFill/>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200" b="0" i="0" u="none" strike="noStrike" kern="1200" cap="none" spc="0" normalizeH="0" baseline="0" noProof="0">
                <a:ln>
                  <a:noFill/>
                </a:ln>
                <a:solidFill>
                  <a:schemeClr val="folHlink"/>
                </a:solidFill>
                <a:effectLst/>
                <a:uLnTx/>
                <a:uFillTx/>
                <a:latin typeface="Times New Roman" panose="02020603050405020304" pitchFamily="18" charset="0"/>
                <a:ea typeface="宋体" panose="02010600030101010101" pitchFamily="2" charset="-122"/>
                <a:cs typeface="+mn-cs"/>
              </a:rPr>
              <a:t>《虚拟地理环境及其应用》</a:t>
            </a:r>
            <a:endParaRPr kumimoji="0" lang="zh-CN" altLang="en-US" sz="1200" b="0" i="0" u="none" strike="noStrike" kern="1200" cap="none" spc="0" normalizeH="0" baseline="0" noProof="0">
              <a:ln>
                <a:noFill/>
              </a:ln>
              <a:solidFill>
                <a:schemeClr val="folHlink"/>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1"/>
        </a:solidFill>
        <a:effectLst/>
      </p:bgPr>
    </p:bg>
    <p:spTree>
      <p:nvGrpSpPr>
        <p:cNvPr id="1" name=""/>
        <p:cNvGrpSpPr/>
        <p:nvPr/>
      </p:nvGrpSpPr>
      <p:grpSpPr>
        <a:xfrm>
          <a:off x="0" y="0"/>
          <a:ext cx="0" cy="0"/>
          <a:chOff x="0" y="0"/>
          <a:chExt cx="0" cy="0"/>
        </a:xfrm>
      </p:grpSpPr>
      <p:sp>
        <p:nvSpPr>
          <p:cNvPr id="2" name="页脚占位符 1"/>
          <p:cNvSpPr>
            <a:spLocks noGrp="1"/>
          </p:cNvSpPr>
          <p:nvPr>
            <p:ph type="ftr" sz="quarter" idx="3"/>
          </p:nvPr>
        </p:nvSpPr>
        <p:spPr bwMode="auto">
          <a:xfrm>
            <a:off x="3733800" y="6570663"/>
            <a:ext cx="2590800" cy="280988"/>
          </a:xfrm>
          <a:prstGeom prst="rect">
            <a:avLst/>
          </a:prstGeom>
          <a:noFill/>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200" b="0" i="0" u="none" strike="noStrike" kern="1200" cap="none" spc="0" normalizeH="0" baseline="0" noProof="0">
                <a:ln>
                  <a:noFill/>
                </a:ln>
                <a:solidFill>
                  <a:schemeClr val="folHlink"/>
                </a:solidFill>
                <a:effectLst/>
                <a:uLnTx/>
                <a:uFillTx/>
                <a:latin typeface="Times New Roman" panose="02020603050405020304" pitchFamily="18" charset="0"/>
                <a:ea typeface="宋体" panose="02010600030101010101" pitchFamily="2" charset="-122"/>
                <a:cs typeface="+mn-cs"/>
              </a:rPr>
              <a:t>《虚拟地理环境及其应用》</a:t>
            </a:r>
            <a:endParaRPr kumimoji="0" lang="zh-CN" altLang="en-US" sz="1200" b="0" i="0" u="none" strike="noStrike" kern="1200" cap="none" spc="0" normalizeH="0" baseline="0" noProof="0">
              <a:ln>
                <a:noFill/>
              </a:ln>
              <a:solidFill>
                <a:schemeClr val="folHlink"/>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页脚占位符 4"/>
          <p:cNvSpPr>
            <a:spLocks noGrp="1"/>
          </p:cNvSpPr>
          <p:nvPr>
            <p:ph type="ftr" sz="quarter" idx="3"/>
          </p:nvPr>
        </p:nvSpPr>
        <p:spPr bwMode="auto">
          <a:xfrm>
            <a:off x="3733800" y="6570663"/>
            <a:ext cx="2590800" cy="280988"/>
          </a:xfrm>
          <a:prstGeom prst="rect">
            <a:avLst/>
          </a:prstGeom>
          <a:noFill/>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200" b="0" i="0" u="none" strike="noStrike" kern="1200" cap="none" spc="0" normalizeH="0" baseline="0" noProof="0">
                <a:ln>
                  <a:noFill/>
                </a:ln>
                <a:solidFill>
                  <a:schemeClr val="folHlink"/>
                </a:solidFill>
                <a:effectLst/>
                <a:uLnTx/>
                <a:uFillTx/>
                <a:latin typeface="Times New Roman" panose="02020603050405020304" pitchFamily="18" charset="0"/>
                <a:ea typeface="宋体" panose="02010600030101010101" pitchFamily="2" charset="-122"/>
                <a:cs typeface="+mn-cs"/>
              </a:rPr>
              <a:t>《虚拟地理环境及其应用》</a:t>
            </a:r>
            <a:endParaRPr kumimoji="0" lang="zh-CN" altLang="en-US" sz="1200" b="0" i="0" u="none" strike="noStrike" kern="1200" cap="none" spc="0" normalizeH="0" baseline="0" noProof="0">
              <a:ln>
                <a:noFill/>
              </a:ln>
              <a:solidFill>
                <a:schemeClr val="folHlink"/>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3887788" y="987425"/>
            <a:ext cx="462915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defRPr/>
            </a:pPr>
            <a:endParaRPr kumimoji="1" lang="zh-CN" alt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页脚占位符 4"/>
          <p:cNvSpPr>
            <a:spLocks noGrp="1"/>
          </p:cNvSpPr>
          <p:nvPr>
            <p:ph type="ftr" sz="quarter" idx="3"/>
          </p:nvPr>
        </p:nvSpPr>
        <p:spPr bwMode="auto">
          <a:xfrm>
            <a:off x="3733800" y="6570663"/>
            <a:ext cx="2590800" cy="280988"/>
          </a:xfrm>
          <a:prstGeom prst="rect">
            <a:avLst/>
          </a:prstGeom>
          <a:noFill/>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200" b="0" i="0" u="none" strike="noStrike" kern="1200" cap="none" spc="0" normalizeH="0" baseline="0" noProof="0">
                <a:ln>
                  <a:noFill/>
                </a:ln>
                <a:solidFill>
                  <a:schemeClr val="folHlink"/>
                </a:solidFill>
                <a:effectLst/>
                <a:uLnTx/>
                <a:uFillTx/>
                <a:latin typeface="Times New Roman" panose="02020603050405020304" pitchFamily="18" charset="0"/>
                <a:ea typeface="宋体" panose="02010600030101010101" pitchFamily="2" charset="-122"/>
                <a:cs typeface="+mn-cs"/>
              </a:rPr>
              <a:t>《虚拟地理环境及其应用》</a:t>
            </a:r>
            <a:endParaRPr kumimoji="0" lang="zh-CN" altLang="en-US" sz="1200" b="0" i="0" u="none" strike="noStrike" kern="1200" cap="none" spc="0" normalizeH="0" baseline="0" noProof="0">
              <a:ln>
                <a:noFill/>
              </a:ln>
              <a:solidFill>
                <a:schemeClr val="folHlink"/>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页脚占位符 3"/>
          <p:cNvSpPr>
            <a:spLocks noGrp="1"/>
          </p:cNvSpPr>
          <p:nvPr>
            <p:ph type="ftr" sz="quarter" idx="3"/>
          </p:nvPr>
        </p:nvSpPr>
        <p:spPr bwMode="auto">
          <a:xfrm>
            <a:off x="3733800" y="6570663"/>
            <a:ext cx="2590800" cy="280988"/>
          </a:xfrm>
          <a:prstGeom prst="rect">
            <a:avLst/>
          </a:prstGeom>
          <a:noFill/>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200" b="0" i="0" u="none" strike="noStrike" kern="1200" cap="none" spc="0" normalizeH="0" baseline="0" noProof="0">
                <a:ln>
                  <a:noFill/>
                </a:ln>
                <a:solidFill>
                  <a:schemeClr val="folHlink"/>
                </a:solidFill>
                <a:effectLst/>
                <a:uLnTx/>
                <a:uFillTx/>
                <a:latin typeface="Times New Roman" panose="02020603050405020304" pitchFamily="18" charset="0"/>
                <a:ea typeface="宋体" panose="02010600030101010101" pitchFamily="2" charset="-122"/>
                <a:cs typeface="+mn-cs"/>
              </a:rPr>
              <a:t>《虚拟地理环境及其应用》</a:t>
            </a:r>
            <a:endParaRPr kumimoji="0" lang="zh-CN" altLang="en-US" sz="1200" b="0" i="0" u="none" strike="noStrike" kern="1200" cap="none" spc="0" normalizeH="0" baseline="0" noProof="0">
              <a:ln>
                <a:noFill/>
              </a:ln>
              <a:solidFill>
                <a:schemeClr val="folHlink"/>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chemeClr val="bg1"/>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78625" y="609600"/>
            <a:ext cx="1989138" cy="54864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09625" y="609600"/>
            <a:ext cx="5816600" cy="54864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页脚占位符 3"/>
          <p:cNvSpPr>
            <a:spLocks noGrp="1"/>
          </p:cNvSpPr>
          <p:nvPr>
            <p:ph type="ftr" sz="quarter" idx="3"/>
          </p:nvPr>
        </p:nvSpPr>
        <p:spPr bwMode="auto">
          <a:xfrm>
            <a:off x="3733800" y="6570663"/>
            <a:ext cx="2590800" cy="280988"/>
          </a:xfrm>
          <a:prstGeom prst="rect">
            <a:avLst/>
          </a:prstGeom>
          <a:noFill/>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200" b="0" i="0" u="none" strike="noStrike" kern="1200" cap="none" spc="0" normalizeH="0" baseline="0" noProof="0">
                <a:ln>
                  <a:noFill/>
                </a:ln>
                <a:solidFill>
                  <a:schemeClr val="folHlink"/>
                </a:solidFill>
                <a:effectLst/>
                <a:uLnTx/>
                <a:uFillTx/>
                <a:latin typeface="Times New Roman" panose="02020603050405020304" pitchFamily="18" charset="0"/>
                <a:ea typeface="宋体" panose="02010600030101010101" pitchFamily="2" charset="-122"/>
                <a:cs typeface="+mn-cs"/>
              </a:rPr>
              <a:t>《虚拟地理环境及其应用》</a:t>
            </a:r>
            <a:endParaRPr kumimoji="0" lang="zh-CN" altLang="en-US" sz="1200" b="0" i="0" u="none" strike="noStrike" kern="1200" cap="none" spc="0" normalizeH="0" baseline="0" noProof="0">
              <a:ln>
                <a:noFill/>
              </a:ln>
              <a:solidFill>
                <a:schemeClr val="folHlink"/>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内容">
    <p:bg>
      <p:bgPr>
        <a:solidFill>
          <a:schemeClr val="bg1"/>
        </a:solidFill>
        <a:effectLst/>
      </p:bgPr>
    </p:bg>
    <p:spTree>
      <p:nvGrpSpPr>
        <p:cNvPr id="1" name=""/>
        <p:cNvGrpSpPr/>
        <p:nvPr/>
      </p:nvGrpSpPr>
      <p:grpSpPr>
        <a:xfrm>
          <a:off x="0" y="0"/>
          <a:ext cx="0" cy="0"/>
          <a:chOff x="0" y="0"/>
          <a:chExt cx="0" cy="0"/>
        </a:xfrm>
      </p:grpSpPr>
      <p:sp>
        <p:nvSpPr>
          <p:cNvPr id="2" name="内容占位符 1"/>
          <p:cNvSpPr>
            <a:spLocks noGrp="1"/>
          </p:cNvSpPr>
          <p:nvPr>
            <p:ph/>
          </p:nvPr>
        </p:nvSpPr>
        <p:spPr>
          <a:xfrm>
            <a:off x="809625" y="609600"/>
            <a:ext cx="7958138" cy="5486400"/>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3" name="页脚占位符 2"/>
          <p:cNvSpPr>
            <a:spLocks noGrp="1"/>
          </p:cNvSpPr>
          <p:nvPr>
            <p:ph type="ftr" sz="quarter" idx="3"/>
          </p:nvPr>
        </p:nvSpPr>
        <p:spPr bwMode="auto">
          <a:xfrm>
            <a:off x="3733800" y="6570663"/>
            <a:ext cx="2590800" cy="280988"/>
          </a:xfrm>
          <a:prstGeom prst="rect">
            <a:avLst/>
          </a:prstGeom>
          <a:noFill/>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200" b="0" i="0" u="none" strike="noStrike" kern="1200" cap="none" spc="0" normalizeH="0" baseline="0" noProof="0">
                <a:ln>
                  <a:noFill/>
                </a:ln>
                <a:solidFill>
                  <a:schemeClr val="folHlink"/>
                </a:solidFill>
                <a:effectLst/>
                <a:uLnTx/>
                <a:uFillTx/>
                <a:latin typeface="Times New Roman" panose="02020603050405020304" pitchFamily="18" charset="0"/>
                <a:ea typeface="宋体" panose="02010600030101010101" pitchFamily="2" charset="-122"/>
                <a:cs typeface="+mn-cs"/>
              </a:rPr>
              <a:t>《虚拟地理环境及其应用》</a:t>
            </a:r>
            <a:endParaRPr kumimoji="0" lang="zh-CN" altLang="en-US" sz="1200" b="0" i="0" u="none" strike="noStrike" kern="1200" cap="none" spc="0" normalizeH="0" baseline="0" noProof="0">
              <a:ln>
                <a:noFill/>
              </a:ln>
              <a:solidFill>
                <a:schemeClr val="folHlink"/>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blipFill rotWithShape="0">
          <a:blip r:embed="rId2">
            <a:duotone>
              <a:schemeClr val="bg1"/>
              <a:srgbClr val="FFFFFF"/>
            </a:duotone>
          </a:blip>
          <a:stretch>
            <a:fillRect/>
          </a:stretch>
        </a:blipFill>
        <a:effectLst/>
      </p:bgPr>
    </p:bg>
    <p:spTree>
      <p:nvGrpSpPr>
        <p:cNvPr id="1" name=""/>
        <p:cNvGrpSpPr/>
        <p:nvPr/>
      </p:nvGrpSpPr>
      <p:grpSpPr>
        <a:xfrm>
          <a:off x="0" y="0"/>
          <a:ext cx="0" cy="0"/>
          <a:chOff x="0" y="0"/>
          <a:chExt cx="0" cy="0"/>
        </a:xfrm>
      </p:grpSpPr>
      <p:sp>
        <p:nvSpPr>
          <p:cNvPr id="16386" name="Freeform 4"/>
          <p:cNvSpPr/>
          <p:nvPr/>
        </p:nvSpPr>
        <p:spPr>
          <a:xfrm>
            <a:off x="285750" y="2803525"/>
            <a:ext cx="1588" cy="3035300"/>
          </a:xfrm>
          <a:custGeom>
            <a:avLst/>
            <a:gdLst/>
            <a:ahLst/>
            <a:cxnLst>
              <a:cxn ang="0">
                <a:pos x="0" y="0"/>
              </a:cxn>
              <a:cxn ang="0">
                <a:pos x="0" y="9525"/>
              </a:cxn>
              <a:cxn ang="0">
                <a:pos x="0" y="9525"/>
              </a:cxn>
              <a:cxn ang="0">
                <a:pos x="0" y="95250"/>
              </a:cxn>
              <a:cxn ang="0">
                <a:pos x="0" y="3035300"/>
              </a:cxn>
              <a:cxn ang="0">
                <a:pos x="0" y="3035300"/>
              </a:cxn>
              <a:cxn ang="0">
                <a:pos x="0" y="0"/>
              </a:cxn>
              <a:cxn ang="0">
                <a:pos x="0" y="0"/>
              </a:cxn>
            </a:cxnLst>
            <a:pathLst>
              <a:path w="1588" h="1912">
                <a:moveTo>
                  <a:pt x="0" y="0"/>
                </a:moveTo>
                <a:lnTo>
                  <a:pt x="0" y="6"/>
                </a:lnTo>
                <a:lnTo>
                  <a:pt x="0" y="6"/>
                </a:lnTo>
                <a:lnTo>
                  <a:pt x="0" y="60"/>
                </a:lnTo>
                <a:lnTo>
                  <a:pt x="0" y="1912"/>
                </a:lnTo>
                <a:lnTo>
                  <a:pt x="0" y="1912"/>
                </a:lnTo>
                <a:lnTo>
                  <a:pt x="0" y="0"/>
                </a:lnTo>
                <a:lnTo>
                  <a:pt x="0" y="0"/>
                </a:lnTo>
                <a:close/>
              </a:path>
            </a:pathLst>
          </a:custGeom>
          <a:solidFill>
            <a:srgbClr val="6BBA27">
              <a:alpha val="100000"/>
            </a:srgbClr>
          </a:solidFill>
          <a:ln w="9525">
            <a:noFill/>
          </a:ln>
        </p:spPr>
        <p:txBody>
          <a:bodyPr/>
          <a:p>
            <a:endParaRPr lang="zh-CN" altLang="en-US"/>
          </a:p>
        </p:txBody>
      </p:sp>
      <p:sp>
        <p:nvSpPr>
          <p:cNvPr id="190466" name="Rectangle 2"/>
          <p:cNvSpPr>
            <a:spLocks noGrp="1" noChangeArrowheads="1"/>
          </p:cNvSpPr>
          <p:nvPr>
            <p:ph type="ctrTitle" sz="quarter"/>
          </p:nvPr>
        </p:nvSpPr>
        <p:spPr>
          <a:xfrm>
            <a:off x="685800" y="1997075"/>
            <a:ext cx="7772400" cy="1431925"/>
          </a:xfrm>
        </p:spPr>
        <p:txBody>
          <a:bodyPr anchor="b" anchorCtr="1"/>
          <a:lstStyle>
            <a:lvl1pPr algn="ctr">
              <a:defRPr/>
            </a:lvl1pPr>
          </a:lstStyle>
          <a:p>
            <a:pPr lvl="0"/>
            <a:r>
              <a:rPr lang="zh-CN" altLang="en-US" noProof="0"/>
              <a:t>单击此处编辑母版标题样式</a:t>
            </a:r>
            <a:endParaRPr lang="zh-CN" altLang="en-US" noProof="0"/>
          </a:p>
        </p:txBody>
      </p:sp>
      <p:sp>
        <p:nvSpPr>
          <p:cNvPr id="190467" name="Rectangle 3"/>
          <p:cNvSpPr>
            <a:spLocks noGrp="1" noChangeArrowheads="1"/>
          </p:cNvSpPr>
          <p:nvPr>
            <p:ph type="subTitle" sz="quarter" idx="1"/>
          </p:nvPr>
        </p:nvSpPr>
        <p:spPr>
          <a:xfrm>
            <a:off x="1371600" y="3886200"/>
            <a:ext cx="6400800" cy="1752600"/>
          </a:xfrm>
        </p:spPr>
        <p:txBody>
          <a:bodyPr/>
          <a:lstStyle>
            <a:lvl1pPr marL="0" indent="0" algn="ctr">
              <a:buFontTx/>
              <a:buNone/>
              <a:defRPr/>
            </a:lvl1pPr>
          </a:lstStyle>
          <a:p>
            <a:pPr lvl="0"/>
            <a:r>
              <a:rPr lang="zh-CN" altLang="en-US" noProof="0"/>
              <a:t>单击此处编辑母版副标题样式</a:t>
            </a:r>
            <a:endParaRPr lang="zh-CN" altLang="en-US" noProof="0"/>
          </a:p>
        </p:txBody>
      </p:sp>
      <p:sp>
        <p:nvSpPr>
          <p:cNvPr id="3" name="Rectangle 5"/>
          <p:cNvSpPr>
            <a:spLocks noGrp="1" noChangeArrowheads="1"/>
          </p:cNvSpPr>
          <p:nvPr>
            <p:ph type="ftr" sz="quarter" idx="3"/>
          </p:nvPr>
        </p:nvSpPr>
        <p:spPr bwMode="auto">
          <a:xfrm>
            <a:off x="3124200" y="6245225"/>
            <a:ext cx="2895600" cy="476250"/>
          </a:xfrm>
          <a:prstGeom prst="rect">
            <a:avLst/>
          </a:prstGeom>
          <a:noFill/>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endParaRPr>
          </a:p>
        </p:txBody>
      </p:sp>
      <p:sp>
        <p:nvSpPr>
          <p:cNvPr id="4" name="Rectangle 6"/>
          <p:cNvSpPr>
            <a:spLocks noGrp="1" noChangeArrowheads="1"/>
          </p:cNvSpPr>
          <p:nvPr>
            <p:ph type="sldNum" sz="quarter" idx="4"/>
          </p:nvPr>
        </p:nvSpPr>
        <p:spPr bwMode="auto">
          <a:xfrm>
            <a:off x="6553200" y="6245225"/>
            <a:ext cx="2133600" cy="476250"/>
          </a:xfrm>
          <a:prstGeom prst="rect">
            <a:avLst/>
          </a:prstGeom>
          <a:noFill/>
        </p:spPr>
        <p:txBody>
          <a:bodyPr vert="horz" wrap="square" lIns="91440" tIns="45720" rIns="91440" bIns="45720" numCol="1" anchor="b" anchorCtr="0" compatLnSpc="1"/>
          <a:p>
            <a:pPr algn="r" eaLnBrk="1" hangingPunct="1"/>
            <a:fld id="{9A0DB2DC-4C9A-4742-B13C-FB6460FD3503}" type="slidenum">
              <a:rPr lang="zh-CN" altLang="en-US" dirty="0">
                <a:effectLst>
                  <a:outerShdw blurRad="38100" dist="38100" dir="2700000">
                    <a:srgbClr val="000000"/>
                  </a:outerShdw>
                </a:effectLst>
                <a:latin typeface="Arial" panose="020B0604020202020204" pitchFamily="34" charset="0"/>
              </a:rPr>
            </a:fld>
            <a:endParaRPr lang="zh-CN" altLang="en-US" dirty="0">
              <a:effectLst>
                <a:outerShdw blurRad="38100" dist="38100" dir="2700000">
                  <a:srgbClr val="000000"/>
                </a:outerShdw>
              </a:effectLst>
              <a:latin typeface="Arial" panose="020B0604020202020204" pitchFamily="34" charset="0"/>
            </a:endParaRPr>
          </a:p>
        </p:txBody>
      </p:sp>
      <p:sp>
        <p:nvSpPr>
          <p:cNvPr id="5" name="Rectangle 7"/>
          <p:cNvSpPr>
            <a:spLocks noGrp="1" noChangeArrowheads="1"/>
          </p:cNvSpPr>
          <p:nvPr>
            <p:ph type="dt" sz="quarter" idx="2"/>
          </p:nvPr>
        </p:nvSpPr>
        <p:spPr bwMode="auto">
          <a:xfrm>
            <a:off x="457200" y="6245225"/>
            <a:ext cx="2133600" cy="476250"/>
          </a:xfrm>
          <a:prstGeom prst="rect">
            <a:avLst/>
          </a:prstGeom>
          <a:noFill/>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bg>
      <p:bgPr>
        <a:blipFill rotWithShape="0">
          <a:blip r:embed="rId2">
            <a:duotone>
              <a:schemeClr val="bg1"/>
              <a:srgbClr val="FFFFFF"/>
            </a:duotone>
          </a:blip>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bwMode="auto">
          <a:xfrm>
            <a:off x="457200" y="6245225"/>
            <a:ext cx="2133600" cy="476250"/>
          </a:xfrm>
          <a:prstGeom prst="rect">
            <a:avLst/>
          </a:prstGeom>
          <a:noFill/>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3"/>
          </p:nvPr>
        </p:nvSpPr>
        <p:spPr bwMode="auto">
          <a:xfrm>
            <a:off x="3124200" y="6245225"/>
            <a:ext cx="2895600" cy="476250"/>
          </a:xfrm>
          <a:prstGeom prst="rect">
            <a:avLst/>
          </a:prstGeom>
          <a:noFill/>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4"/>
          </p:nvPr>
        </p:nvSpPr>
        <p:spPr bwMode="auto">
          <a:xfrm>
            <a:off x="6553200" y="6245225"/>
            <a:ext cx="2133600" cy="476250"/>
          </a:xfrm>
          <a:prstGeom prst="rect">
            <a:avLst/>
          </a:prstGeom>
          <a:noFill/>
        </p:spPr>
        <p:txBody>
          <a:bodyPr vert="horz" wrap="square" lIns="91440" tIns="45720" rIns="91440" bIns="45720" numCol="1" anchor="b" anchorCtr="0" compatLnSpc="1"/>
          <a:p>
            <a:pPr algn="r" eaLnBrk="1" hangingPunct="1"/>
            <a:fld id="{9A0DB2DC-4C9A-4742-B13C-FB6460FD3503}" type="slidenum">
              <a:rPr lang="zh-CN" altLang="en-US" dirty="0">
                <a:effectLst>
                  <a:outerShdw blurRad="38100" dist="38100" dir="2700000">
                    <a:srgbClr val="000000"/>
                  </a:outerShdw>
                </a:effectLst>
                <a:latin typeface="Arial" panose="020B0604020202020204" pitchFamily="34" charset="0"/>
              </a:rPr>
            </a:fld>
            <a:endParaRPr lang="zh-CN" altLang="en-US" dirty="0">
              <a:effectLst>
                <a:outerShdw blurRad="38100" dist="38100" dir="2700000">
                  <a:srgbClr val="000000"/>
                </a:outerShdw>
              </a:effectLst>
              <a:latin typeface="Arial" panose="020B0604020202020204" pitchFamily="34" charset="0"/>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节标题">
    <p:bg>
      <p:bgPr>
        <a:blipFill rotWithShape="0">
          <a:blip r:embed="rId2">
            <a:duotone>
              <a:schemeClr val="bg1"/>
              <a:srgbClr val="FFFFFF"/>
            </a:duotone>
          </a:blip>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单击此处编辑母版文本样式</a:t>
            </a:r>
            <a:endParaRPr lang="zh-CN" altLang="en-US"/>
          </a:p>
        </p:txBody>
      </p:sp>
      <p:sp>
        <p:nvSpPr>
          <p:cNvPr id="4" name="日期占位符 3"/>
          <p:cNvSpPr>
            <a:spLocks noGrp="1"/>
          </p:cNvSpPr>
          <p:nvPr>
            <p:ph type="dt" sz="half" idx="2"/>
          </p:nvPr>
        </p:nvSpPr>
        <p:spPr bwMode="auto">
          <a:xfrm>
            <a:off x="457200" y="6245225"/>
            <a:ext cx="2133600" cy="476250"/>
          </a:xfrm>
          <a:prstGeom prst="rect">
            <a:avLst/>
          </a:prstGeom>
          <a:noFill/>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3"/>
          </p:nvPr>
        </p:nvSpPr>
        <p:spPr bwMode="auto">
          <a:xfrm>
            <a:off x="3124200" y="6245225"/>
            <a:ext cx="2895600" cy="476250"/>
          </a:xfrm>
          <a:prstGeom prst="rect">
            <a:avLst/>
          </a:prstGeom>
          <a:noFill/>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4"/>
          </p:nvPr>
        </p:nvSpPr>
        <p:spPr bwMode="auto">
          <a:xfrm>
            <a:off x="6553200" y="6245225"/>
            <a:ext cx="2133600" cy="476250"/>
          </a:xfrm>
          <a:prstGeom prst="rect">
            <a:avLst/>
          </a:prstGeom>
          <a:noFill/>
        </p:spPr>
        <p:txBody>
          <a:bodyPr vert="horz" wrap="square" lIns="91440" tIns="45720" rIns="91440" bIns="45720" numCol="1" anchor="b" anchorCtr="0" compatLnSpc="1"/>
          <a:p>
            <a:pPr algn="r" eaLnBrk="1" hangingPunct="1"/>
            <a:fld id="{9A0DB2DC-4C9A-4742-B13C-FB6460FD3503}" type="slidenum">
              <a:rPr lang="zh-CN" altLang="en-US" dirty="0">
                <a:effectLst>
                  <a:outerShdw blurRad="38100" dist="38100" dir="2700000">
                    <a:srgbClr val="000000"/>
                  </a:outerShdw>
                </a:effectLst>
                <a:latin typeface="Arial" panose="020B0604020202020204" pitchFamily="34" charset="0"/>
              </a:rPr>
            </a:fld>
            <a:endParaRPr lang="zh-CN" altLang="en-US" dirty="0">
              <a:effectLst>
                <a:outerShdw blurRad="38100" dist="38100" dir="2700000">
                  <a:srgbClr val="000000"/>
                </a:outerShdw>
              </a:effectLst>
              <a:latin typeface="Arial" panose="020B0604020202020204" pitchFamily="34" charset="0"/>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两栏内容">
    <p:bg>
      <p:bgPr>
        <a:blipFill rotWithShape="0">
          <a:blip r:embed="rId2">
            <a:duotone>
              <a:schemeClr val="bg1"/>
              <a:srgbClr val="FFFFFF"/>
            </a:duotone>
          </a:blip>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57200" y="1905000"/>
            <a:ext cx="4038600" cy="4114800"/>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4648200" y="1905000"/>
            <a:ext cx="4038600" cy="4114800"/>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2"/>
          </p:nvPr>
        </p:nvSpPr>
        <p:spPr bwMode="auto">
          <a:xfrm>
            <a:off x="457200" y="6245225"/>
            <a:ext cx="2133600" cy="476250"/>
          </a:xfrm>
          <a:prstGeom prst="rect">
            <a:avLst/>
          </a:prstGeom>
          <a:noFill/>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3"/>
          </p:nvPr>
        </p:nvSpPr>
        <p:spPr bwMode="auto">
          <a:xfrm>
            <a:off x="3124200" y="6245225"/>
            <a:ext cx="2895600" cy="476250"/>
          </a:xfrm>
          <a:prstGeom prst="rect">
            <a:avLst/>
          </a:prstGeom>
          <a:noFill/>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4"/>
          </p:nvPr>
        </p:nvSpPr>
        <p:spPr bwMode="auto">
          <a:xfrm>
            <a:off x="6553200" y="6245225"/>
            <a:ext cx="2133600" cy="476250"/>
          </a:xfrm>
          <a:prstGeom prst="rect">
            <a:avLst/>
          </a:prstGeom>
          <a:noFill/>
        </p:spPr>
        <p:txBody>
          <a:bodyPr vert="horz" wrap="square" lIns="91440" tIns="45720" rIns="91440" bIns="45720" numCol="1" anchor="b" anchorCtr="0" compatLnSpc="1"/>
          <a:p>
            <a:pPr algn="r" eaLnBrk="1" hangingPunct="1"/>
            <a:fld id="{9A0DB2DC-4C9A-4742-B13C-FB6460FD3503}" type="slidenum">
              <a:rPr lang="zh-CN" altLang="en-US" dirty="0">
                <a:effectLst>
                  <a:outerShdw blurRad="38100" dist="38100" dir="2700000">
                    <a:srgbClr val="000000"/>
                  </a:outerShdw>
                </a:effectLst>
                <a:latin typeface="Arial" panose="020B0604020202020204" pitchFamily="34" charset="0"/>
              </a:rPr>
            </a:fld>
            <a:endParaRPr lang="zh-CN" altLang="en-US" dirty="0">
              <a:effectLst>
                <a:outerShdw blurRad="38100" dist="38100" dir="2700000">
                  <a:srgbClr val="000000"/>
                </a:outerShdw>
              </a:effectLst>
              <a:latin typeface="Arial" panose="020B0604020202020204" pitchFamily="34" charset="0"/>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比较">
    <p:bg>
      <p:bgPr>
        <a:blipFill rotWithShape="0">
          <a:blip r:embed="rId2">
            <a:duotone>
              <a:schemeClr val="bg1"/>
              <a:srgbClr val="FFFFFF"/>
            </a:duotone>
          </a:blip>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30238" y="2505075"/>
            <a:ext cx="386873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29150" y="2505075"/>
            <a:ext cx="38877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2"/>
          </p:nvPr>
        </p:nvSpPr>
        <p:spPr bwMode="auto">
          <a:xfrm>
            <a:off x="457200" y="6245225"/>
            <a:ext cx="2133600" cy="476250"/>
          </a:xfrm>
          <a:prstGeom prst="rect">
            <a:avLst/>
          </a:prstGeom>
          <a:noFill/>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endParaRPr>
          </a:p>
        </p:txBody>
      </p:sp>
      <p:sp>
        <p:nvSpPr>
          <p:cNvPr id="8" name="页脚占位符 7"/>
          <p:cNvSpPr>
            <a:spLocks noGrp="1"/>
          </p:cNvSpPr>
          <p:nvPr>
            <p:ph type="ftr" sz="quarter" idx="13"/>
          </p:nvPr>
        </p:nvSpPr>
        <p:spPr bwMode="auto">
          <a:xfrm>
            <a:off x="3124200" y="6245225"/>
            <a:ext cx="2895600" cy="476250"/>
          </a:xfrm>
          <a:prstGeom prst="rect">
            <a:avLst/>
          </a:prstGeom>
          <a:noFill/>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endParaRPr>
          </a:p>
        </p:txBody>
      </p:sp>
      <p:sp>
        <p:nvSpPr>
          <p:cNvPr id="9" name="灯片编号占位符 8"/>
          <p:cNvSpPr>
            <a:spLocks noGrp="1"/>
          </p:cNvSpPr>
          <p:nvPr>
            <p:ph type="sldNum" sz="quarter" idx="14"/>
          </p:nvPr>
        </p:nvSpPr>
        <p:spPr bwMode="auto">
          <a:xfrm>
            <a:off x="6553200" y="6245225"/>
            <a:ext cx="2133600" cy="476250"/>
          </a:xfrm>
          <a:prstGeom prst="rect">
            <a:avLst/>
          </a:prstGeom>
          <a:noFill/>
        </p:spPr>
        <p:txBody>
          <a:bodyPr vert="horz" wrap="square" lIns="91440" tIns="45720" rIns="91440" bIns="45720" numCol="1" anchor="b" anchorCtr="0" compatLnSpc="1"/>
          <a:p>
            <a:pPr algn="r" eaLnBrk="1" hangingPunct="1"/>
            <a:fld id="{9A0DB2DC-4C9A-4742-B13C-FB6460FD3503}" type="slidenum">
              <a:rPr lang="zh-CN" altLang="en-US" dirty="0">
                <a:effectLst>
                  <a:outerShdw blurRad="38100" dist="38100" dir="2700000">
                    <a:srgbClr val="000000"/>
                  </a:outerShdw>
                </a:effectLst>
                <a:latin typeface="Arial" panose="020B0604020202020204" pitchFamily="34" charset="0"/>
              </a:rPr>
            </a:fld>
            <a:endParaRPr lang="zh-CN" altLang="en-US" dirty="0">
              <a:effectLst>
                <a:outerShdw blurRad="38100" dist="38100" dir="2700000">
                  <a:srgbClr val="000000"/>
                </a:outerShdw>
              </a:effectLst>
              <a:latin typeface="Arial" panose="020B0604020202020204" pitchFamily="34" charset="0"/>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bg>
      <p:bgPr>
        <a:blipFill rotWithShape="0">
          <a:blip r:embed="rId2">
            <a:duotone>
              <a:schemeClr val="bg1"/>
              <a:srgbClr val="FFFFFF"/>
            </a:duotone>
          </a:blip>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2"/>
          </p:nvPr>
        </p:nvSpPr>
        <p:spPr bwMode="auto">
          <a:xfrm>
            <a:off x="457200" y="6245225"/>
            <a:ext cx="2133600" cy="476250"/>
          </a:xfrm>
          <a:prstGeom prst="rect">
            <a:avLst/>
          </a:prstGeom>
          <a:noFill/>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3"/>
          </p:nvPr>
        </p:nvSpPr>
        <p:spPr bwMode="auto">
          <a:xfrm>
            <a:off x="3124200" y="6245225"/>
            <a:ext cx="2895600" cy="476250"/>
          </a:xfrm>
          <a:prstGeom prst="rect">
            <a:avLst/>
          </a:prstGeom>
          <a:noFill/>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4"/>
          </p:nvPr>
        </p:nvSpPr>
        <p:spPr bwMode="auto">
          <a:xfrm>
            <a:off x="6553200" y="6245225"/>
            <a:ext cx="2133600" cy="476250"/>
          </a:xfrm>
          <a:prstGeom prst="rect">
            <a:avLst/>
          </a:prstGeom>
          <a:noFill/>
        </p:spPr>
        <p:txBody>
          <a:bodyPr vert="horz" wrap="square" lIns="91440" tIns="45720" rIns="91440" bIns="45720" numCol="1" anchor="b" anchorCtr="0" compatLnSpc="1"/>
          <a:p>
            <a:pPr algn="r" eaLnBrk="1" hangingPunct="1"/>
            <a:fld id="{9A0DB2DC-4C9A-4742-B13C-FB6460FD3503}" type="slidenum">
              <a:rPr lang="zh-CN" altLang="en-US" dirty="0">
                <a:effectLst>
                  <a:outerShdw blurRad="38100" dist="38100" dir="2700000">
                    <a:srgbClr val="000000"/>
                  </a:outerShdw>
                </a:effectLst>
                <a:latin typeface="Arial" panose="020B0604020202020204" pitchFamily="34" charset="0"/>
              </a:rPr>
            </a:fld>
            <a:endParaRPr lang="zh-CN" altLang="en-US" dirty="0">
              <a:effectLst>
                <a:outerShdw blurRad="38100" dist="38100" dir="2700000">
                  <a:srgbClr val="000000"/>
                </a:outerShdw>
              </a:effectLst>
              <a:latin typeface="Arial" panose="020B0604020202020204" pitchFamily="34" charset="0"/>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bg>
      <p:bgPr>
        <a:blipFill rotWithShape="0">
          <a:blip r:embed="rId2">
            <a:duotone>
              <a:schemeClr val="bg1"/>
              <a:srgbClr val="FFFFFF"/>
            </a:duotone>
          </a:blip>
          <a:stretch>
            <a:fillRect/>
          </a:stretch>
        </a:blipFill>
        <a:effectLst/>
      </p:bgPr>
    </p:bg>
    <p:spTree>
      <p:nvGrpSpPr>
        <p:cNvPr id="1" name=""/>
        <p:cNvGrpSpPr/>
        <p:nvPr/>
      </p:nvGrpSpPr>
      <p:grpSpPr>
        <a:xfrm>
          <a:off x="0" y="0"/>
          <a:ext cx="0" cy="0"/>
          <a:chOff x="0" y="0"/>
          <a:chExt cx="0" cy="0"/>
        </a:xfrm>
      </p:grpSpPr>
      <p:sp>
        <p:nvSpPr>
          <p:cNvPr id="2" name="日期占位符 1"/>
          <p:cNvSpPr>
            <a:spLocks noGrp="1"/>
          </p:cNvSpPr>
          <p:nvPr>
            <p:ph type="dt" sz="half" idx="2"/>
          </p:nvPr>
        </p:nvSpPr>
        <p:spPr bwMode="auto">
          <a:xfrm>
            <a:off x="457200" y="6245225"/>
            <a:ext cx="2133600" cy="476250"/>
          </a:xfrm>
          <a:prstGeom prst="rect">
            <a:avLst/>
          </a:prstGeom>
          <a:noFill/>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3"/>
          </p:nvPr>
        </p:nvSpPr>
        <p:spPr bwMode="auto">
          <a:xfrm>
            <a:off x="3124200" y="6245225"/>
            <a:ext cx="2895600" cy="476250"/>
          </a:xfrm>
          <a:prstGeom prst="rect">
            <a:avLst/>
          </a:prstGeom>
          <a:noFill/>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endParaRPr>
          </a:p>
        </p:txBody>
      </p:sp>
      <p:sp>
        <p:nvSpPr>
          <p:cNvPr id="4" name="灯片编号占位符 3"/>
          <p:cNvSpPr>
            <a:spLocks noGrp="1"/>
          </p:cNvSpPr>
          <p:nvPr>
            <p:ph type="sldNum" sz="quarter" idx="4"/>
          </p:nvPr>
        </p:nvSpPr>
        <p:spPr bwMode="auto">
          <a:xfrm>
            <a:off x="6553200" y="6245225"/>
            <a:ext cx="2133600" cy="476250"/>
          </a:xfrm>
          <a:prstGeom prst="rect">
            <a:avLst/>
          </a:prstGeom>
          <a:noFill/>
        </p:spPr>
        <p:txBody>
          <a:bodyPr vert="horz" wrap="square" lIns="91440" tIns="45720" rIns="91440" bIns="45720" numCol="1" anchor="b" anchorCtr="0" compatLnSpc="1"/>
          <a:p>
            <a:pPr algn="r" eaLnBrk="1" hangingPunct="1"/>
            <a:fld id="{9A0DB2DC-4C9A-4742-B13C-FB6460FD3503}" type="slidenum">
              <a:rPr lang="zh-CN" altLang="en-US" dirty="0">
                <a:effectLst>
                  <a:outerShdw blurRad="38100" dist="38100" dir="2700000">
                    <a:srgbClr val="000000"/>
                  </a:outerShdw>
                </a:effectLst>
                <a:latin typeface="Arial" panose="020B0604020202020204" pitchFamily="34" charset="0"/>
              </a:rPr>
            </a:fld>
            <a:endParaRPr lang="zh-CN" altLang="en-US" dirty="0">
              <a:effectLst>
                <a:outerShdw blurRad="38100" dist="38100" dir="2700000">
                  <a:srgbClr val="000000"/>
                </a:outerShdw>
              </a:effectLst>
              <a:latin typeface="Arial" panose="020B0604020202020204" pitchFamily="34" charset="0"/>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内容与标题">
    <p:bg>
      <p:bgPr>
        <a:blipFill rotWithShape="0">
          <a:blip r:embed="rId2">
            <a:duotone>
              <a:schemeClr val="bg1"/>
              <a:srgbClr val="FFFFFF"/>
            </a:duotone>
          </a:blip>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2"/>
          </p:nvPr>
        </p:nvSpPr>
        <p:spPr bwMode="auto">
          <a:xfrm>
            <a:off x="457200" y="6245225"/>
            <a:ext cx="2133600" cy="476250"/>
          </a:xfrm>
          <a:prstGeom prst="rect">
            <a:avLst/>
          </a:prstGeom>
          <a:noFill/>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3"/>
          </p:nvPr>
        </p:nvSpPr>
        <p:spPr bwMode="auto">
          <a:xfrm>
            <a:off x="3124200" y="6245225"/>
            <a:ext cx="2895600" cy="476250"/>
          </a:xfrm>
          <a:prstGeom prst="rect">
            <a:avLst/>
          </a:prstGeom>
          <a:noFill/>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4"/>
          </p:nvPr>
        </p:nvSpPr>
        <p:spPr bwMode="auto">
          <a:xfrm>
            <a:off x="6553200" y="6245225"/>
            <a:ext cx="2133600" cy="476250"/>
          </a:xfrm>
          <a:prstGeom prst="rect">
            <a:avLst/>
          </a:prstGeom>
          <a:noFill/>
        </p:spPr>
        <p:txBody>
          <a:bodyPr vert="horz" wrap="square" lIns="91440" tIns="45720" rIns="91440" bIns="45720" numCol="1" anchor="b" anchorCtr="0" compatLnSpc="1"/>
          <a:p>
            <a:pPr algn="r" eaLnBrk="1" hangingPunct="1"/>
            <a:fld id="{9A0DB2DC-4C9A-4742-B13C-FB6460FD3503}" type="slidenum">
              <a:rPr lang="zh-CN" altLang="en-US" dirty="0">
                <a:effectLst>
                  <a:outerShdw blurRad="38100" dist="38100" dir="2700000">
                    <a:srgbClr val="000000"/>
                  </a:outerShdw>
                </a:effectLst>
                <a:latin typeface="Arial" panose="020B0604020202020204" pitchFamily="34" charset="0"/>
              </a:rPr>
            </a:fld>
            <a:endParaRPr lang="zh-CN" altLang="en-US" dirty="0">
              <a:effectLst>
                <a:outerShdw blurRad="38100" dist="38100" dir="2700000">
                  <a:srgbClr val="000000"/>
                </a:outerShdw>
              </a:effectLst>
              <a:latin typeface="Arial" panose="020B0604020202020204" pitchFamily="34" charset="0"/>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图片与标题">
    <p:bg>
      <p:bgPr>
        <a:blipFill rotWithShape="0">
          <a:blip r:embed="rId2">
            <a:duotone>
              <a:schemeClr val="bg1"/>
              <a:srgbClr val="FFFFFF"/>
            </a:duotone>
          </a:blip>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3887788" y="987425"/>
            <a:ext cx="462915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base" latinLnBrk="0" hangingPunct="1">
              <a:lnSpc>
                <a:spcPct val="100000"/>
              </a:lnSpc>
              <a:spcBef>
                <a:spcPct val="20000"/>
              </a:spcBef>
              <a:spcAft>
                <a:spcPct val="0"/>
              </a:spcAft>
              <a:buClr>
                <a:schemeClr val="hlink"/>
              </a:buClr>
              <a:buSzPct val="120000"/>
              <a:buFontTx/>
              <a:buNone/>
              <a:defRPr/>
            </a:pPr>
            <a:endParaRPr kumimoji="0" lang="zh-CN" altLang="en-US" sz="3200" b="0" i="0" u="none" strike="noStrike" kern="1200" cap="none" spc="0" normalizeH="0" baseline="0" noProof="0">
              <a:ln>
                <a:noFill/>
              </a:ln>
              <a:solidFill>
                <a:schemeClr val="tx1"/>
              </a:solidFill>
              <a:effectLst>
                <a:outerShdw blurRad="38100" dist="38100" dir="2700000" algn="tl">
                  <a:srgbClr val="000000"/>
                </a:outerShdw>
              </a:effectLst>
              <a:uLnTx/>
              <a:uFillTx/>
              <a:latin typeface="+mn-lt"/>
              <a:ea typeface="+mn-ea"/>
              <a:cs typeface="+mn-cs"/>
            </a:endParaRP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2"/>
          </p:nvPr>
        </p:nvSpPr>
        <p:spPr bwMode="auto">
          <a:xfrm>
            <a:off x="457200" y="6245225"/>
            <a:ext cx="2133600" cy="476250"/>
          </a:xfrm>
          <a:prstGeom prst="rect">
            <a:avLst/>
          </a:prstGeom>
          <a:noFill/>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3"/>
          </p:nvPr>
        </p:nvSpPr>
        <p:spPr bwMode="auto">
          <a:xfrm>
            <a:off x="3124200" y="6245225"/>
            <a:ext cx="2895600" cy="476250"/>
          </a:xfrm>
          <a:prstGeom prst="rect">
            <a:avLst/>
          </a:prstGeom>
          <a:noFill/>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4"/>
          </p:nvPr>
        </p:nvSpPr>
        <p:spPr bwMode="auto">
          <a:xfrm>
            <a:off x="6553200" y="6245225"/>
            <a:ext cx="2133600" cy="476250"/>
          </a:xfrm>
          <a:prstGeom prst="rect">
            <a:avLst/>
          </a:prstGeom>
          <a:noFill/>
        </p:spPr>
        <p:txBody>
          <a:bodyPr vert="horz" wrap="square" lIns="91440" tIns="45720" rIns="91440" bIns="45720" numCol="1" anchor="b" anchorCtr="0" compatLnSpc="1"/>
          <a:p>
            <a:pPr algn="r" eaLnBrk="1" hangingPunct="1"/>
            <a:fld id="{9A0DB2DC-4C9A-4742-B13C-FB6460FD3503}" type="slidenum">
              <a:rPr lang="zh-CN" altLang="en-US" dirty="0">
                <a:effectLst>
                  <a:outerShdw blurRad="38100" dist="38100" dir="2700000">
                    <a:srgbClr val="000000"/>
                  </a:outerShdw>
                </a:effectLst>
                <a:latin typeface="Arial" panose="020B0604020202020204" pitchFamily="34" charset="0"/>
              </a:rPr>
            </a:fld>
            <a:endParaRPr lang="zh-CN" altLang="en-US" dirty="0">
              <a:effectLst>
                <a:outerShdw blurRad="38100" dist="38100" dir="2700000">
                  <a:srgbClr val="000000"/>
                </a:outerShdw>
              </a:effectLst>
              <a:latin typeface="Arial" panose="020B0604020202020204" pitchFamily="34" charset="0"/>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标题和竖排文字">
    <p:bg>
      <p:bgPr>
        <a:blipFill rotWithShape="0">
          <a:blip r:embed="rId2">
            <a:duotone>
              <a:schemeClr val="bg1"/>
              <a:srgbClr val="FFFFFF"/>
            </a:duotone>
          </a:blip>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bwMode="auto">
          <a:xfrm>
            <a:off x="457200" y="6245225"/>
            <a:ext cx="2133600" cy="476250"/>
          </a:xfrm>
          <a:prstGeom prst="rect">
            <a:avLst/>
          </a:prstGeom>
          <a:noFill/>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3"/>
          </p:nvPr>
        </p:nvSpPr>
        <p:spPr bwMode="auto">
          <a:xfrm>
            <a:off x="3124200" y="6245225"/>
            <a:ext cx="2895600" cy="476250"/>
          </a:xfrm>
          <a:prstGeom prst="rect">
            <a:avLst/>
          </a:prstGeom>
          <a:noFill/>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4"/>
          </p:nvPr>
        </p:nvSpPr>
        <p:spPr bwMode="auto">
          <a:xfrm>
            <a:off x="6553200" y="6245225"/>
            <a:ext cx="2133600" cy="476250"/>
          </a:xfrm>
          <a:prstGeom prst="rect">
            <a:avLst/>
          </a:prstGeom>
          <a:noFill/>
        </p:spPr>
        <p:txBody>
          <a:bodyPr vert="horz" wrap="square" lIns="91440" tIns="45720" rIns="91440" bIns="45720" numCol="1" anchor="b" anchorCtr="0" compatLnSpc="1"/>
          <a:p>
            <a:pPr algn="r" eaLnBrk="1" hangingPunct="1"/>
            <a:fld id="{9A0DB2DC-4C9A-4742-B13C-FB6460FD3503}" type="slidenum">
              <a:rPr lang="zh-CN" altLang="en-US" dirty="0">
                <a:effectLst>
                  <a:outerShdw blurRad="38100" dist="38100" dir="2700000">
                    <a:srgbClr val="000000"/>
                  </a:outerShdw>
                </a:effectLst>
                <a:latin typeface="Arial" panose="020B0604020202020204" pitchFamily="34" charset="0"/>
              </a:rPr>
            </a:fld>
            <a:endParaRPr lang="zh-CN" altLang="en-US" dirty="0">
              <a:effectLst>
                <a:outerShdw blurRad="38100" dist="38100" dir="2700000">
                  <a:srgbClr val="000000"/>
                </a:outerShdw>
              </a:effectLst>
              <a:latin typeface="Arial" panose="020B0604020202020204" pitchFamily="34" charset="0"/>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blipFill rotWithShape="0">
          <a:blip r:embed="rId2">
            <a:duotone>
              <a:schemeClr val="bg1"/>
              <a:srgbClr val="FFFFFF"/>
            </a:duotone>
          </a:blip>
          <a:stretch>
            <a:fillRect/>
          </a:stretch>
        </a:blip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92100"/>
            <a:ext cx="2057400" cy="57277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292100"/>
            <a:ext cx="6019800" cy="57277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bwMode="auto">
          <a:xfrm>
            <a:off x="457200" y="6245225"/>
            <a:ext cx="2133600" cy="476250"/>
          </a:xfrm>
          <a:prstGeom prst="rect">
            <a:avLst/>
          </a:prstGeom>
          <a:noFill/>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3"/>
          </p:nvPr>
        </p:nvSpPr>
        <p:spPr bwMode="auto">
          <a:xfrm>
            <a:off x="3124200" y="6245225"/>
            <a:ext cx="2895600" cy="476250"/>
          </a:xfrm>
          <a:prstGeom prst="rect">
            <a:avLst/>
          </a:prstGeom>
          <a:noFill/>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4"/>
          </p:nvPr>
        </p:nvSpPr>
        <p:spPr bwMode="auto">
          <a:xfrm>
            <a:off x="6553200" y="6245225"/>
            <a:ext cx="2133600" cy="476250"/>
          </a:xfrm>
          <a:prstGeom prst="rect">
            <a:avLst/>
          </a:prstGeom>
          <a:noFill/>
        </p:spPr>
        <p:txBody>
          <a:bodyPr vert="horz" wrap="square" lIns="91440" tIns="45720" rIns="91440" bIns="45720" numCol="1" anchor="b" anchorCtr="0" compatLnSpc="1"/>
          <a:p>
            <a:pPr algn="r" eaLnBrk="1" hangingPunct="1"/>
            <a:fld id="{9A0DB2DC-4C9A-4742-B13C-FB6460FD3503}" type="slidenum">
              <a:rPr lang="zh-CN" altLang="en-US" dirty="0">
                <a:effectLst>
                  <a:outerShdw blurRad="38100" dist="38100" dir="2700000">
                    <a:srgbClr val="000000"/>
                  </a:outerShdw>
                </a:effectLst>
                <a:latin typeface="Arial" panose="020B0604020202020204" pitchFamily="34" charset="0"/>
              </a:rPr>
            </a:fld>
            <a:endParaRPr lang="zh-CN" altLang="en-US" dirty="0">
              <a:effectLst>
                <a:outerShdw blurRad="38100" dist="38100" dir="2700000">
                  <a:srgbClr val="000000"/>
                </a:outerShdw>
              </a:effectLst>
              <a:latin typeface="Arial" panose="020B0604020202020204" pitchFamily="34" charset="0"/>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2"/>
          </p:nvPr>
        </p:nvSpPr>
        <p:spPr bwMode="auto">
          <a:xfrm>
            <a:off x="457200" y="6245225"/>
            <a:ext cx="2133600" cy="476250"/>
          </a:xfrm>
          <a:prstGeom prst="rect">
            <a:avLst/>
          </a:prstGeom>
          <a:noFill/>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3"/>
          </p:nvPr>
        </p:nvSpPr>
        <p:spPr bwMode="auto">
          <a:xfrm>
            <a:off x="3124200" y="6245225"/>
            <a:ext cx="2895600" cy="476250"/>
          </a:xfrm>
          <a:prstGeom prst="rect">
            <a:avLst/>
          </a:prstGeom>
          <a:noFill/>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4"/>
          </p:nvPr>
        </p:nvSpPr>
        <p:spPr bwMode="auto">
          <a:xfrm>
            <a:off x="6553200" y="6245225"/>
            <a:ext cx="2133600" cy="476250"/>
          </a:xfrm>
          <a:prstGeom prst="rect">
            <a:avLst/>
          </a:prstGeom>
          <a:noFill/>
        </p:spPr>
        <p:txBody>
          <a:bodyPr vert="horz" wrap="square" lIns="91440" tIns="45720" rIns="91440" bIns="45720" numCol="1" anchor="t" anchorCtr="0" compatLnSpc="1"/>
          <a:p>
            <a:pPr algn="r" eaLnBrk="1" hangingPunct="1"/>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bwMode="auto">
          <a:xfrm>
            <a:off x="457200" y="6245225"/>
            <a:ext cx="2133600" cy="476250"/>
          </a:xfrm>
          <a:prstGeom prst="rect">
            <a:avLst/>
          </a:prstGeom>
          <a:noFill/>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3"/>
          </p:nvPr>
        </p:nvSpPr>
        <p:spPr bwMode="auto">
          <a:xfrm>
            <a:off x="3124200" y="6245225"/>
            <a:ext cx="2895600" cy="476250"/>
          </a:xfrm>
          <a:prstGeom prst="rect">
            <a:avLst/>
          </a:prstGeom>
          <a:noFill/>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4"/>
          </p:nvPr>
        </p:nvSpPr>
        <p:spPr bwMode="auto">
          <a:xfrm>
            <a:off x="6553200" y="6245225"/>
            <a:ext cx="2133600" cy="476250"/>
          </a:xfrm>
          <a:prstGeom prst="rect">
            <a:avLst/>
          </a:prstGeom>
          <a:noFill/>
        </p:spPr>
        <p:txBody>
          <a:bodyPr vert="horz" wrap="square" lIns="91440" tIns="45720" rIns="91440" bIns="45720" numCol="1" anchor="t" anchorCtr="0" compatLnSpc="1"/>
          <a:p>
            <a:pPr algn="r" eaLnBrk="1" hangingPunct="1"/>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单击此处编辑母版文本样式</a:t>
            </a:r>
            <a:endParaRPr lang="zh-CN" altLang="en-US"/>
          </a:p>
        </p:txBody>
      </p:sp>
      <p:sp>
        <p:nvSpPr>
          <p:cNvPr id="4" name="日期占位符 3"/>
          <p:cNvSpPr>
            <a:spLocks noGrp="1"/>
          </p:cNvSpPr>
          <p:nvPr>
            <p:ph type="dt" sz="half" idx="2"/>
          </p:nvPr>
        </p:nvSpPr>
        <p:spPr bwMode="auto">
          <a:xfrm>
            <a:off x="457200" y="6245225"/>
            <a:ext cx="2133600" cy="476250"/>
          </a:xfrm>
          <a:prstGeom prst="rect">
            <a:avLst/>
          </a:prstGeom>
          <a:noFill/>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3"/>
          </p:nvPr>
        </p:nvSpPr>
        <p:spPr bwMode="auto">
          <a:xfrm>
            <a:off x="3124200" y="6245225"/>
            <a:ext cx="2895600" cy="476250"/>
          </a:xfrm>
          <a:prstGeom prst="rect">
            <a:avLst/>
          </a:prstGeom>
          <a:noFill/>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4"/>
          </p:nvPr>
        </p:nvSpPr>
        <p:spPr bwMode="auto">
          <a:xfrm>
            <a:off x="6553200" y="6245225"/>
            <a:ext cx="2133600" cy="476250"/>
          </a:xfrm>
          <a:prstGeom prst="rect">
            <a:avLst/>
          </a:prstGeom>
          <a:noFill/>
        </p:spPr>
        <p:txBody>
          <a:bodyPr vert="horz" wrap="square" lIns="91440" tIns="45720" rIns="91440" bIns="45720" numCol="1" anchor="t" anchorCtr="0" compatLnSpc="1"/>
          <a:p>
            <a:pPr algn="r" eaLnBrk="1" hangingPunct="1"/>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4648200" y="1600200"/>
            <a:ext cx="4038600" cy="4525963"/>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2"/>
          </p:nvPr>
        </p:nvSpPr>
        <p:spPr bwMode="auto">
          <a:xfrm>
            <a:off x="457200" y="6245225"/>
            <a:ext cx="2133600" cy="476250"/>
          </a:xfrm>
          <a:prstGeom prst="rect">
            <a:avLst/>
          </a:prstGeom>
          <a:noFill/>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3"/>
          </p:nvPr>
        </p:nvSpPr>
        <p:spPr bwMode="auto">
          <a:xfrm>
            <a:off x="3124200" y="6245225"/>
            <a:ext cx="2895600" cy="476250"/>
          </a:xfrm>
          <a:prstGeom prst="rect">
            <a:avLst/>
          </a:prstGeom>
          <a:noFill/>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4"/>
          </p:nvPr>
        </p:nvSpPr>
        <p:spPr bwMode="auto">
          <a:xfrm>
            <a:off x="6553200" y="6245225"/>
            <a:ext cx="2133600" cy="476250"/>
          </a:xfrm>
          <a:prstGeom prst="rect">
            <a:avLst/>
          </a:prstGeom>
          <a:noFill/>
        </p:spPr>
        <p:txBody>
          <a:bodyPr vert="horz" wrap="square" lIns="91440" tIns="45720" rIns="91440" bIns="45720" numCol="1" anchor="t" anchorCtr="0" compatLnSpc="1"/>
          <a:p>
            <a:pPr algn="r" eaLnBrk="1" hangingPunct="1"/>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30238" y="2505075"/>
            <a:ext cx="386873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29150" y="2505075"/>
            <a:ext cx="38877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2"/>
          </p:nvPr>
        </p:nvSpPr>
        <p:spPr bwMode="auto">
          <a:xfrm>
            <a:off x="457200" y="6245225"/>
            <a:ext cx="2133600" cy="476250"/>
          </a:xfrm>
          <a:prstGeom prst="rect">
            <a:avLst/>
          </a:prstGeom>
          <a:noFill/>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7"/>
          <p:cNvSpPr>
            <a:spLocks noGrp="1"/>
          </p:cNvSpPr>
          <p:nvPr>
            <p:ph type="ftr" sz="quarter" idx="13"/>
          </p:nvPr>
        </p:nvSpPr>
        <p:spPr bwMode="auto">
          <a:xfrm>
            <a:off x="3124200" y="6245225"/>
            <a:ext cx="2895600" cy="476250"/>
          </a:xfrm>
          <a:prstGeom prst="rect">
            <a:avLst/>
          </a:prstGeom>
          <a:noFill/>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8"/>
          <p:cNvSpPr>
            <a:spLocks noGrp="1"/>
          </p:cNvSpPr>
          <p:nvPr>
            <p:ph type="sldNum" sz="quarter" idx="14"/>
          </p:nvPr>
        </p:nvSpPr>
        <p:spPr bwMode="auto">
          <a:xfrm>
            <a:off x="6553200" y="6245225"/>
            <a:ext cx="2133600" cy="476250"/>
          </a:xfrm>
          <a:prstGeom prst="rect">
            <a:avLst/>
          </a:prstGeom>
          <a:noFill/>
        </p:spPr>
        <p:txBody>
          <a:bodyPr vert="horz" wrap="square" lIns="91440" tIns="45720" rIns="91440" bIns="45720" numCol="1" anchor="t" anchorCtr="0" compatLnSpc="1"/>
          <a:p>
            <a:pPr algn="r" eaLnBrk="1" hangingPunct="1"/>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2"/>
          </p:nvPr>
        </p:nvSpPr>
        <p:spPr bwMode="auto">
          <a:xfrm>
            <a:off x="457200" y="6245225"/>
            <a:ext cx="2133600" cy="476250"/>
          </a:xfrm>
          <a:prstGeom prst="rect">
            <a:avLst/>
          </a:prstGeom>
          <a:noFill/>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页脚占位符 3"/>
          <p:cNvSpPr>
            <a:spLocks noGrp="1"/>
          </p:cNvSpPr>
          <p:nvPr>
            <p:ph type="ftr" sz="quarter" idx="3"/>
          </p:nvPr>
        </p:nvSpPr>
        <p:spPr bwMode="auto">
          <a:xfrm>
            <a:off x="3124200" y="6245225"/>
            <a:ext cx="2895600" cy="476250"/>
          </a:xfrm>
          <a:prstGeom prst="rect">
            <a:avLst/>
          </a:prstGeom>
          <a:noFill/>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灯片编号占位符 4"/>
          <p:cNvSpPr>
            <a:spLocks noGrp="1"/>
          </p:cNvSpPr>
          <p:nvPr>
            <p:ph type="sldNum" sz="quarter" idx="4"/>
          </p:nvPr>
        </p:nvSpPr>
        <p:spPr bwMode="auto">
          <a:xfrm>
            <a:off x="6553200" y="6245225"/>
            <a:ext cx="2133600" cy="476250"/>
          </a:xfrm>
          <a:prstGeom prst="rect">
            <a:avLst/>
          </a:prstGeom>
          <a:noFill/>
        </p:spPr>
        <p:txBody>
          <a:bodyPr vert="horz" wrap="square" lIns="91440" tIns="45720" rIns="91440" bIns="45720" numCol="1" anchor="t" anchorCtr="0" compatLnSpc="1"/>
          <a:p>
            <a:pPr algn="r" eaLnBrk="1" hangingPunct="1"/>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1"/>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2"/>
          </p:nvPr>
        </p:nvSpPr>
        <p:spPr bwMode="auto">
          <a:xfrm>
            <a:off x="457200" y="6245225"/>
            <a:ext cx="2133600" cy="476250"/>
          </a:xfrm>
          <a:prstGeom prst="rect">
            <a:avLst/>
          </a:prstGeom>
          <a:noFill/>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 name="页脚占位符 2"/>
          <p:cNvSpPr>
            <a:spLocks noGrp="1"/>
          </p:cNvSpPr>
          <p:nvPr>
            <p:ph type="ftr" sz="quarter" idx="3"/>
          </p:nvPr>
        </p:nvSpPr>
        <p:spPr bwMode="auto">
          <a:xfrm>
            <a:off x="3124200" y="6245225"/>
            <a:ext cx="2895600" cy="476250"/>
          </a:xfrm>
          <a:prstGeom prst="rect">
            <a:avLst/>
          </a:prstGeom>
          <a:noFill/>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灯片编号占位符 3"/>
          <p:cNvSpPr>
            <a:spLocks noGrp="1"/>
          </p:cNvSpPr>
          <p:nvPr>
            <p:ph type="sldNum" sz="quarter" idx="4"/>
          </p:nvPr>
        </p:nvSpPr>
        <p:spPr bwMode="auto">
          <a:xfrm>
            <a:off x="6553200" y="6245225"/>
            <a:ext cx="2133600" cy="476250"/>
          </a:xfrm>
          <a:prstGeom prst="rect">
            <a:avLst/>
          </a:prstGeom>
          <a:noFill/>
        </p:spPr>
        <p:txBody>
          <a:bodyPr vert="horz" wrap="square" lIns="91440" tIns="45720" rIns="91440" bIns="45720" numCol="1" anchor="t" anchorCtr="0" compatLnSpc="1"/>
          <a:p>
            <a:pPr algn="r" eaLnBrk="1" hangingPunct="1"/>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内容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2"/>
          </p:nvPr>
        </p:nvSpPr>
        <p:spPr bwMode="auto">
          <a:xfrm>
            <a:off x="457200" y="6245225"/>
            <a:ext cx="2133600" cy="476250"/>
          </a:xfrm>
          <a:prstGeom prst="rect">
            <a:avLst/>
          </a:prstGeom>
          <a:noFill/>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3"/>
          </p:nvPr>
        </p:nvSpPr>
        <p:spPr bwMode="auto">
          <a:xfrm>
            <a:off x="3124200" y="6245225"/>
            <a:ext cx="2895600" cy="476250"/>
          </a:xfrm>
          <a:prstGeom prst="rect">
            <a:avLst/>
          </a:prstGeom>
          <a:noFill/>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4"/>
          </p:nvPr>
        </p:nvSpPr>
        <p:spPr bwMode="auto">
          <a:xfrm>
            <a:off x="6553200" y="6245225"/>
            <a:ext cx="2133600" cy="476250"/>
          </a:xfrm>
          <a:prstGeom prst="rect">
            <a:avLst/>
          </a:prstGeom>
          <a:noFill/>
        </p:spPr>
        <p:txBody>
          <a:bodyPr vert="horz" wrap="square" lIns="91440" tIns="45720" rIns="91440" bIns="45720" numCol="1" anchor="t" anchorCtr="0" compatLnSpc="1"/>
          <a:p>
            <a:pPr algn="r" eaLnBrk="1" hangingPunct="1"/>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图片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3887788" y="987425"/>
            <a:ext cx="462915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zh-CN" alt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2"/>
          </p:nvPr>
        </p:nvSpPr>
        <p:spPr bwMode="auto">
          <a:xfrm>
            <a:off x="457200" y="6245225"/>
            <a:ext cx="2133600" cy="476250"/>
          </a:xfrm>
          <a:prstGeom prst="rect">
            <a:avLst/>
          </a:prstGeom>
          <a:noFill/>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3"/>
          </p:nvPr>
        </p:nvSpPr>
        <p:spPr bwMode="auto">
          <a:xfrm>
            <a:off x="3124200" y="6245225"/>
            <a:ext cx="2895600" cy="476250"/>
          </a:xfrm>
          <a:prstGeom prst="rect">
            <a:avLst/>
          </a:prstGeom>
          <a:noFill/>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4"/>
          </p:nvPr>
        </p:nvSpPr>
        <p:spPr bwMode="auto">
          <a:xfrm>
            <a:off x="6553200" y="6245225"/>
            <a:ext cx="2133600" cy="476250"/>
          </a:xfrm>
          <a:prstGeom prst="rect">
            <a:avLst/>
          </a:prstGeom>
          <a:noFill/>
        </p:spPr>
        <p:txBody>
          <a:bodyPr vert="horz" wrap="square" lIns="91440" tIns="45720" rIns="91440" bIns="45720" numCol="1" anchor="t" anchorCtr="0" compatLnSpc="1"/>
          <a:p>
            <a:pPr algn="r" eaLnBrk="1" hangingPunct="1"/>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标题和竖排文字">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bwMode="auto">
          <a:xfrm>
            <a:off x="457200" y="6245225"/>
            <a:ext cx="2133600" cy="476250"/>
          </a:xfrm>
          <a:prstGeom prst="rect">
            <a:avLst/>
          </a:prstGeom>
          <a:noFill/>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3"/>
          </p:nvPr>
        </p:nvSpPr>
        <p:spPr bwMode="auto">
          <a:xfrm>
            <a:off x="3124200" y="6245225"/>
            <a:ext cx="2895600" cy="476250"/>
          </a:xfrm>
          <a:prstGeom prst="rect">
            <a:avLst/>
          </a:prstGeom>
          <a:noFill/>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4"/>
          </p:nvPr>
        </p:nvSpPr>
        <p:spPr bwMode="auto">
          <a:xfrm>
            <a:off x="6553200" y="6245225"/>
            <a:ext cx="2133600" cy="476250"/>
          </a:xfrm>
          <a:prstGeom prst="rect">
            <a:avLst/>
          </a:prstGeom>
          <a:noFill/>
        </p:spPr>
        <p:txBody>
          <a:bodyPr vert="horz" wrap="square" lIns="91440" tIns="45720" rIns="91440" bIns="45720" numCol="1" anchor="t" anchorCtr="0" compatLnSpc="1"/>
          <a:p>
            <a:pPr algn="r" eaLnBrk="1" hangingPunct="1"/>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chemeClr val="bg1"/>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bwMode="auto">
          <a:xfrm>
            <a:off x="457200" y="6245225"/>
            <a:ext cx="2133600" cy="476250"/>
          </a:xfrm>
          <a:prstGeom prst="rect">
            <a:avLst/>
          </a:prstGeom>
          <a:noFill/>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3"/>
          </p:nvPr>
        </p:nvSpPr>
        <p:spPr bwMode="auto">
          <a:xfrm>
            <a:off x="3124200" y="6245225"/>
            <a:ext cx="2895600" cy="476250"/>
          </a:xfrm>
          <a:prstGeom prst="rect">
            <a:avLst/>
          </a:prstGeom>
          <a:noFill/>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4"/>
          </p:nvPr>
        </p:nvSpPr>
        <p:spPr bwMode="auto">
          <a:xfrm>
            <a:off x="6553200" y="6245225"/>
            <a:ext cx="2133600" cy="476250"/>
          </a:xfrm>
          <a:prstGeom prst="rect">
            <a:avLst/>
          </a:prstGeom>
          <a:noFill/>
        </p:spPr>
        <p:txBody>
          <a:bodyPr vert="horz" wrap="square" lIns="91440" tIns="45720" rIns="91440" bIns="45720" numCol="1" anchor="t" anchorCtr="0" compatLnSpc="1"/>
          <a:p>
            <a:pPr algn="r" eaLnBrk="1" hangingPunct="1"/>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Only" preserve="1">
  <p:cSld name="内容">
    <p:bg>
      <p:bgPr>
        <a:solidFill>
          <a:schemeClr val="bg1"/>
        </a:solidFill>
        <a:effectLst/>
      </p:bgPr>
    </p:bg>
    <p:spTree>
      <p:nvGrpSpPr>
        <p:cNvPr id="1" name=""/>
        <p:cNvGrpSpPr/>
        <p:nvPr/>
      </p:nvGrpSpPr>
      <p:grpSpPr>
        <a:xfrm>
          <a:off x="0" y="0"/>
          <a:ext cx="0" cy="0"/>
          <a:chOff x="0" y="0"/>
          <a:chExt cx="0" cy="0"/>
        </a:xfrm>
      </p:grpSpPr>
      <p:sp>
        <p:nvSpPr>
          <p:cNvPr id="2" name="内容占位符 1"/>
          <p:cNvSpPr>
            <a:spLocks noGrp="1"/>
          </p:cNvSpPr>
          <p:nvPr>
            <p:ph/>
          </p:nvPr>
        </p:nvSpPr>
        <p:spPr>
          <a:xfrm>
            <a:off x="457200" y="274638"/>
            <a:ext cx="8229600" cy="5851525"/>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3" name="日期占位符 2"/>
          <p:cNvSpPr>
            <a:spLocks noGrp="1"/>
          </p:cNvSpPr>
          <p:nvPr>
            <p:ph type="dt" sz="half" idx="2"/>
          </p:nvPr>
        </p:nvSpPr>
        <p:spPr bwMode="auto">
          <a:xfrm>
            <a:off x="457200" y="6245225"/>
            <a:ext cx="2133600" cy="476250"/>
          </a:xfrm>
          <a:prstGeom prst="rect">
            <a:avLst/>
          </a:prstGeom>
          <a:noFill/>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页脚占位符 3"/>
          <p:cNvSpPr>
            <a:spLocks noGrp="1"/>
          </p:cNvSpPr>
          <p:nvPr>
            <p:ph type="ftr" sz="quarter" idx="3"/>
          </p:nvPr>
        </p:nvSpPr>
        <p:spPr bwMode="auto">
          <a:xfrm>
            <a:off x="3124200" y="6245225"/>
            <a:ext cx="2895600" cy="476250"/>
          </a:xfrm>
          <a:prstGeom prst="rect">
            <a:avLst/>
          </a:prstGeom>
          <a:noFill/>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灯片编号占位符 4"/>
          <p:cNvSpPr>
            <a:spLocks noGrp="1"/>
          </p:cNvSpPr>
          <p:nvPr>
            <p:ph type="sldNum" sz="quarter" idx="4"/>
          </p:nvPr>
        </p:nvSpPr>
        <p:spPr bwMode="auto">
          <a:xfrm>
            <a:off x="6553200" y="6245225"/>
            <a:ext cx="2133600" cy="476250"/>
          </a:xfrm>
          <a:prstGeom prst="rect">
            <a:avLst/>
          </a:prstGeom>
          <a:noFill/>
        </p:spPr>
        <p:txBody>
          <a:bodyPr vert="horz" wrap="square" lIns="91440" tIns="45720" rIns="91440" bIns="45720" numCol="1" anchor="t" anchorCtr="0" compatLnSpc="1"/>
          <a:p>
            <a:pPr algn="r" eaLnBrk="1" hangingPunct="1"/>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1.xml"/><Relationship Id="rId8" Type="http://schemas.openxmlformats.org/officeDocument/2006/relationships/slideLayout" Target="../slideLayouts/slideLayout20.xml"/><Relationship Id="rId7" Type="http://schemas.openxmlformats.org/officeDocument/2006/relationships/slideLayout" Target="../slideLayouts/slideLayout19.xml"/><Relationship Id="rId6" Type="http://schemas.openxmlformats.org/officeDocument/2006/relationships/slideLayout" Target="../slideLayouts/slideLayout18.xml"/><Relationship Id="rId5" Type="http://schemas.openxmlformats.org/officeDocument/2006/relationships/slideLayout" Target="../slideLayouts/slideLayout17.xml"/><Relationship Id="rId4" Type="http://schemas.openxmlformats.org/officeDocument/2006/relationships/slideLayout" Target="../slideLayouts/slideLayout16.xml"/><Relationship Id="rId3" Type="http://schemas.openxmlformats.org/officeDocument/2006/relationships/slideLayout" Target="../slideLayouts/slideLayout15.xml"/><Relationship Id="rId2" Type="http://schemas.openxmlformats.org/officeDocument/2006/relationships/slideLayout" Target="../slideLayouts/slideLayout14.xml"/><Relationship Id="rId13" Type="http://schemas.openxmlformats.org/officeDocument/2006/relationships/theme" Target="../theme/theme2.xml"/><Relationship Id="rId12" Type="http://schemas.openxmlformats.org/officeDocument/2006/relationships/image" Target="../media/image1.jpeg"/><Relationship Id="rId11" Type="http://schemas.openxmlformats.org/officeDocument/2006/relationships/slideLayout" Target="../slideLayouts/slideLayout23.xml"/><Relationship Id="rId10" Type="http://schemas.openxmlformats.org/officeDocument/2006/relationships/slideLayout" Target="../slideLayouts/slideLayout22.xml"/><Relationship Id="rId1" Type="http://schemas.openxmlformats.org/officeDocument/2006/relationships/slideLayout" Target="../slideLayouts/slideLayout13.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2.xml"/><Relationship Id="rId8" Type="http://schemas.openxmlformats.org/officeDocument/2006/relationships/slideLayout" Target="../slideLayouts/slideLayout31.xml"/><Relationship Id="rId7" Type="http://schemas.openxmlformats.org/officeDocument/2006/relationships/slideLayout" Target="../slideLayouts/slideLayout30.xml"/><Relationship Id="rId6" Type="http://schemas.openxmlformats.org/officeDocument/2006/relationships/slideLayout" Target="../slideLayouts/slideLayout29.xml"/><Relationship Id="rId5" Type="http://schemas.openxmlformats.org/officeDocument/2006/relationships/slideLayout" Target="../slideLayouts/slideLayout28.xml"/><Relationship Id="rId4" Type="http://schemas.openxmlformats.org/officeDocument/2006/relationships/slideLayout" Target="../slideLayouts/slideLayout27.xml"/><Relationship Id="rId3" Type="http://schemas.openxmlformats.org/officeDocument/2006/relationships/slideLayout" Target="../slideLayouts/slideLayout26.xml"/><Relationship Id="rId2" Type="http://schemas.openxmlformats.org/officeDocument/2006/relationships/slideLayout" Target="../slideLayouts/slideLayout25.xml"/><Relationship Id="rId13" Type="http://schemas.openxmlformats.org/officeDocument/2006/relationships/theme" Target="../theme/theme3.xml"/><Relationship Id="rId12" Type="http://schemas.openxmlformats.org/officeDocument/2006/relationships/slideLayout" Target="../slideLayouts/slideLayout35.xml"/><Relationship Id="rId11" Type="http://schemas.openxmlformats.org/officeDocument/2006/relationships/slideLayout" Target="../slideLayouts/slideLayout34.xml"/><Relationship Id="rId10" Type="http://schemas.openxmlformats.org/officeDocument/2006/relationships/slideLayout" Target="../slideLayouts/slideLayout33.xml"/><Relationship Id="rId1" Type="http://schemas.openxmlformats.org/officeDocument/2006/relationships/slideLayout" Target="../slideLayouts/slideLayout2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grpSp>
        <p:nvGrpSpPr>
          <p:cNvPr id="1026" name="Group 2"/>
          <p:cNvGrpSpPr/>
          <p:nvPr/>
        </p:nvGrpSpPr>
        <p:grpSpPr>
          <a:xfrm>
            <a:off x="0" y="68263"/>
            <a:ext cx="8915400" cy="6713537"/>
            <a:chOff x="0" y="43"/>
            <a:chExt cx="5616" cy="4229"/>
          </a:xfrm>
        </p:grpSpPr>
        <p:grpSp>
          <p:nvGrpSpPr>
            <p:cNvPr id="1031" name="Group 3"/>
            <p:cNvGrpSpPr/>
            <p:nvPr userDrawn="1"/>
          </p:nvGrpSpPr>
          <p:grpSpPr>
            <a:xfrm>
              <a:off x="0" y="43"/>
              <a:ext cx="408" cy="4229"/>
              <a:chOff x="0" y="43"/>
              <a:chExt cx="5760" cy="4229"/>
            </a:xfrm>
          </p:grpSpPr>
          <p:sp>
            <p:nvSpPr>
              <p:cNvPr id="1037" name="Line 4"/>
              <p:cNvSpPr/>
              <p:nvPr userDrawn="1"/>
            </p:nvSpPr>
            <p:spPr>
              <a:xfrm>
                <a:off x="0" y="4203"/>
                <a:ext cx="5760" cy="0"/>
              </a:xfrm>
              <a:prstGeom prst="line">
                <a:avLst/>
              </a:prstGeom>
              <a:ln w="9525" cap="flat" cmpd="sng">
                <a:solidFill>
                  <a:schemeClr val="bg2"/>
                </a:solidFill>
                <a:prstDash val="solid"/>
                <a:headEnd type="none" w="med" len="med"/>
                <a:tailEnd type="none" w="med" len="med"/>
              </a:ln>
            </p:spPr>
          </p:sp>
          <p:sp>
            <p:nvSpPr>
              <p:cNvPr id="1038" name="Line 5"/>
              <p:cNvSpPr/>
              <p:nvPr userDrawn="1"/>
            </p:nvSpPr>
            <p:spPr>
              <a:xfrm>
                <a:off x="0" y="4239"/>
                <a:ext cx="5760" cy="0"/>
              </a:xfrm>
              <a:prstGeom prst="line">
                <a:avLst/>
              </a:prstGeom>
              <a:ln w="38100" cap="flat" cmpd="sng">
                <a:solidFill>
                  <a:schemeClr val="bg2"/>
                </a:solidFill>
                <a:prstDash val="solid"/>
                <a:headEnd type="none" w="med" len="med"/>
                <a:tailEnd type="none" w="med" len="med"/>
              </a:ln>
            </p:spPr>
          </p:sp>
          <p:sp>
            <p:nvSpPr>
              <p:cNvPr id="1039" name="Line 6"/>
              <p:cNvSpPr/>
              <p:nvPr userDrawn="1"/>
            </p:nvSpPr>
            <p:spPr>
              <a:xfrm>
                <a:off x="0" y="4272"/>
                <a:ext cx="5760" cy="0"/>
              </a:xfrm>
              <a:prstGeom prst="line">
                <a:avLst/>
              </a:prstGeom>
              <a:ln w="19050" cap="flat" cmpd="sng">
                <a:solidFill>
                  <a:schemeClr val="bg2"/>
                </a:solidFill>
                <a:prstDash val="solid"/>
                <a:headEnd type="none" w="med" len="med"/>
                <a:tailEnd type="none" w="med" len="med"/>
              </a:ln>
            </p:spPr>
          </p:sp>
          <p:sp>
            <p:nvSpPr>
              <p:cNvPr id="1040" name="Line 7"/>
              <p:cNvSpPr/>
              <p:nvPr userDrawn="1"/>
            </p:nvSpPr>
            <p:spPr>
              <a:xfrm>
                <a:off x="0" y="4113"/>
                <a:ext cx="5760" cy="0"/>
              </a:xfrm>
              <a:prstGeom prst="line">
                <a:avLst/>
              </a:prstGeom>
              <a:ln w="28575" cap="flat" cmpd="sng">
                <a:solidFill>
                  <a:schemeClr val="bg2"/>
                </a:solidFill>
                <a:prstDash val="solid"/>
                <a:headEnd type="none" w="med" len="med"/>
                <a:tailEnd type="none" w="med" len="med"/>
              </a:ln>
            </p:spPr>
          </p:sp>
          <p:sp>
            <p:nvSpPr>
              <p:cNvPr id="1041" name="Line 8"/>
              <p:cNvSpPr/>
              <p:nvPr userDrawn="1"/>
            </p:nvSpPr>
            <p:spPr>
              <a:xfrm>
                <a:off x="0" y="4065"/>
                <a:ext cx="5760" cy="0"/>
              </a:xfrm>
              <a:prstGeom prst="line">
                <a:avLst/>
              </a:prstGeom>
              <a:ln w="12700" cap="flat" cmpd="sng">
                <a:solidFill>
                  <a:schemeClr val="bg2"/>
                </a:solidFill>
                <a:prstDash val="solid"/>
                <a:headEnd type="none" w="med" len="med"/>
                <a:tailEnd type="none" w="med" len="med"/>
              </a:ln>
            </p:spPr>
          </p:sp>
          <p:sp>
            <p:nvSpPr>
              <p:cNvPr id="1042" name="Line 9"/>
              <p:cNvSpPr/>
              <p:nvPr userDrawn="1"/>
            </p:nvSpPr>
            <p:spPr>
              <a:xfrm>
                <a:off x="0" y="4158"/>
                <a:ext cx="5760" cy="0"/>
              </a:xfrm>
              <a:prstGeom prst="line">
                <a:avLst/>
              </a:prstGeom>
              <a:ln w="19050" cap="flat" cmpd="sng">
                <a:solidFill>
                  <a:schemeClr val="bg2"/>
                </a:solidFill>
                <a:prstDash val="solid"/>
                <a:headEnd type="none" w="med" len="med"/>
                <a:tailEnd type="none" w="med" len="med"/>
              </a:ln>
            </p:spPr>
          </p:sp>
          <p:sp>
            <p:nvSpPr>
              <p:cNvPr id="1043" name="Line 10"/>
              <p:cNvSpPr/>
              <p:nvPr userDrawn="1"/>
            </p:nvSpPr>
            <p:spPr>
              <a:xfrm>
                <a:off x="0" y="3666"/>
                <a:ext cx="5760" cy="0"/>
              </a:xfrm>
              <a:prstGeom prst="line">
                <a:avLst/>
              </a:prstGeom>
              <a:ln w="9525" cap="flat" cmpd="sng">
                <a:solidFill>
                  <a:schemeClr val="bg2"/>
                </a:solidFill>
                <a:prstDash val="solid"/>
                <a:headEnd type="none" w="med" len="med"/>
                <a:tailEnd type="none" w="med" len="med"/>
              </a:ln>
            </p:spPr>
          </p:sp>
          <p:sp>
            <p:nvSpPr>
              <p:cNvPr id="1044" name="Line 11"/>
              <p:cNvSpPr/>
              <p:nvPr userDrawn="1"/>
            </p:nvSpPr>
            <p:spPr>
              <a:xfrm>
                <a:off x="0" y="3639"/>
                <a:ext cx="5760" cy="0"/>
              </a:xfrm>
              <a:prstGeom prst="line">
                <a:avLst/>
              </a:prstGeom>
              <a:ln w="38100" cap="flat" cmpd="sng">
                <a:solidFill>
                  <a:schemeClr val="bg2"/>
                </a:solidFill>
                <a:prstDash val="solid"/>
                <a:headEnd type="none" w="med" len="med"/>
                <a:tailEnd type="none" w="med" len="med"/>
              </a:ln>
            </p:spPr>
          </p:sp>
          <p:sp>
            <p:nvSpPr>
              <p:cNvPr id="1045" name="Line 12"/>
              <p:cNvSpPr/>
              <p:nvPr userDrawn="1"/>
            </p:nvSpPr>
            <p:spPr>
              <a:xfrm>
                <a:off x="0" y="4020"/>
                <a:ext cx="5760" cy="0"/>
              </a:xfrm>
              <a:prstGeom prst="line">
                <a:avLst/>
              </a:prstGeom>
              <a:ln w="19050" cap="flat" cmpd="sng">
                <a:solidFill>
                  <a:schemeClr val="bg2"/>
                </a:solidFill>
                <a:prstDash val="solid"/>
                <a:headEnd type="none" w="med" len="med"/>
                <a:tailEnd type="none" w="med" len="med"/>
              </a:ln>
            </p:spPr>
          </p:sp>
          <p:sp>
            <p:nvSpPr>
              <p:cNvPr id="1046" name="Line 13"/>
              <p:cNvSpPr/>
              <p:nvPr userDrawn="1"/>
            </p:nvSpPr>
            <p:spPr>
              <a:xfrm>
                <a:off x="0" y="3894"/>
                <a:ext cx="5760" cy="0"/>
              </a:xfrm>
              <a:prstGeom prst="line">
                <a:avLst/>
              </a:prstGeom>
              <a:ln w="28575" cap="flat" cmpd="sng">
                <a:solidFill>
                  <a:schemeClr val="bg2"/>
                </a:solidFill>
                <a:prstDash val="solid"/>
                <a:headEnd type="none" w="med" len="med"/>
                <a:tailEnd type="none" w="med" len="med"/>
              </a:ln>
            </p:spPr>
          </p:sp>
          <p:sp>
            <p:nvSpPr>
              <p:cNvPr id="1047" name="Line 14"/>
              <p:cNvSpPr/>
              <p:nvPr userDrawn="1"/>
            </p:nvSpPr>
            <p:spPr>
              <a:xfrm>
                <a:off x="0" y="3813"/>
                <a:ext cx="5760" cy="0"/>
              </a:xfrm>
              <a:prstGeom prst="line">
                <a:avLst/>
              </a:prstGeom>
              <a:ln w="12700" cap="flat" cmpd="sng">
                <a:solidFill>
                  <a:schemeClr val="bg2"/>
                </a:solidFill>
                <a:prstDash val="solid"/>
                <a:headEnd type="none" w="med" len="med"/>
                <a:tailEnd type="none" w="med" len="med"/>
              </a:ln>
            </p:spPr>
          </p:sp>
          <p:sp>
            <p:nvSpPr>
              <p:cNvPr id="1048" name="Line 15"/>
              <p:cNvSpPr/>
              <p:nvPr userDrawn="1"/>
            </p:nvSpPr>
            <p:spPr>
              <a:xfrm>
                <a:off x="0" y="3999"/>
                <a:ext cx="5760" cy="0"/>
              </a:xfrm>
              <a:prstGeom prst="line">
                <a:avLst/>
              </a:prstGeom>
              <a:ln w="9525" cap="flat" cmpd="sng">
                <a:solidFill>
                  <a:schemeClr val="bg2"/>
                </a:solidFill>
                <a:prstDash val="solid"/>
                <a:headEnd type="none" w="med" len="med"/>
                <a:tailEnd type="none" w="med" len="med"/>
              </a:ln>
            </p:spPr>
          </p:sp>
          <p:sp>
            <p:nvSpPr>
              <p:cNvPr id="1049" name="Line 16"/>
              <p:cNvSpPr/>
              <p:nvPr userDrawn="1"/>
            </p:nvSpPr>
            <p:spPr>
              <a:xfrm>
                <a:off x="0" y="3687"/>
                <a:ext cx="5760" cy="0"/>
              </a:xfrm>
              <a:prstGeom prst="line">
                <a:avLst/>
              </a:prstGeom>
              <a:ln w="12700" cap="flat" cmpd="sng">
                <a:solidFill>
                  <a:schemeClr val="bg2"/>
                </a:solidFill>
                <a:prstDash val="solid"/>
                <a:headEnd type="none" w="med" len="med"/>
                <a:tailEnd type="none" w="med" len="med"/>
              </a:ln>
            </p:spPr>
          </p:sp>
          <p:sp>
            <p:nvSpPr>
              <p:cNvPr id="1050" name="Line 17"/>
              <p:cNvSpPr/>
              <p:nvPr userDrawn="1"/>
            </p:nvSpPr>
            <p:spPr>
              <a:xfrm>
                <a:off x="0" y="3741"/>
                <a:ext cx="5760" cy="0"/>
              </a:xfrm>
              <a:prstGeom prst="line">
                <a:avLst/>
              </a:prstGeom>
              <a:ln w="12700" cap="flat" cmpd="sng">
                <a:solidFill>
                  <a:schemeClr val="bg2"/>
                </a:solidFill>
                <a:prstDash val="solid"/>
                <a:headEnd type="none" w="med" len="med"/>
                <a:tailEnd type="none" w="med" len="med"/>
              </a:ln>
            </p:spPr>
          </p:sp>
          <p:sp>
            <p:nvSpPr>
              <p:cNvPr id="1051" name="Line 18"/>
              <p:cNvSpPr/>
              <p:nvPr userDrawn="1"/>
            </p:nvSpPr>
            <p:spPr>
              <a:xfrm>
                <a:off x="0" y="3939"/>
                <a:ext cx="5760" cy="0"/>
              </a:xfrm>
              <a:prstGeom prst="line">
                <a:avLst/>
              </a:prstGeom>
              <a:ln w="19050" cap="flat" cmpd="sng">
                <a:solidFill>
                  <a:schemeClr val="bg2"/>
                </a:solidFill>
                <a:prstDash val="solid"/>
                <a:headEnd type="none" w="med" len="med"/>
                <a:tailEnd type="none" w="med" len="med"/>
              </a:ln>
            </p:spPr>
          </p:sp>
          <p:sp>
            <p:nvSpPr>
              <p:cNvPr id="1052" name="Line 19"/>
              <p:cNvSpPr/>
              <p:nvPr userDrawn="1"/>
            </p:nvSpPr>
            <p:spPr>
              <a:xfrm>
                <a:off x="0" y="3918"/>
                <a:ext cx="5760" cy="0"/>
              </a:xfrm>
              <a:prstGeom prst="line">
                <a:avLst/>
              </a:prstGeom>
              <a:ln w="9525" cap="flat" cmpd="sng">
                <a:solidFill>
                  <a:schemeClr val="bg2"/>
                </a:solidFill>
                <a:prstDash val="solid"/>
                <a:headEnd type="none" w="med" len="med"/>
                <a:tailEnd type="none" w="med" len="med"/>
              </a:ln>
            </p:spPr>
          </p:sp>
          <p:sp>
            <p:nvSpPr>
              <p:cNvPr id="1053" name="Line 20"/>
              <p:cNvSpPr/>
              <p:nvPr userDrawn="1"/>
            </p:nvSpPr>
            <p:spPr>
              <a:xfrm>
                <a:off x="0" y="3510"/>
                <a:ext cx="5760" cy="0"/>
              </a:xfrm>
              <a:prstGeom prst="line">
                <a:avLst/>
              </a:prstGeom>
              <a:ln w="9525" cap="flat" cmpd="sng">
                <a:solidFill>
                  <a:schemeClr val="bg2"/>
                </a:solidFill>
                <a:prstDash val="solid"/>
                <a:headEnd type="none" w="med" len="med"/>
                <a:tailEnd type="none" w="med" len="med"/>
              </a:ln>
            </p:spPr>
          </p:sp>
          <p:sp>
            <p:nvSpPr>
              <p:cNvPr id="1054" name="Line 21"/>
              <p:cNvSpPr/>
              <p:nvPr userDrawn="1"/>
            </p:nvSpPr>
            <p:spPr>
              <a:xfrm>
                <a:off x="0" y="3546"/>
                <a:ext cx="5760" cy="0"/>
              </a:xfrm>
              <a:prstGeom prst="line">
                <a:avLst/>
              </a:prstGeom>
              <a:ln w="38100" cap="flat" cmpd="sng">
                <a:solidFill>
                  <a:schemeClr val="bg2"/>
                </a:solidFill>
                <a:prstDash val="solid"/>
                <a:headEnd type="none" w="med" len="med"/>
                <a:tailEnd type="none" w="med" len="med"/>
              </a:ln>
            </p:spPr>
          </p:sp>
          <p:sp>
            <p:nvSpPr>
              <p:cNvPr id="1055" name="Line 22"/>
              <p:cNvSpPr/>
              <p:nvPr userDrawn="1"/>
            </p:nvSpPr>
            <p:spPr>
              <a:xfrm>
                <a:off x="0" y="3579"/>
                <a:ext cx="5760" cy="0"/>
              </a:xfrm>
              <a:prstGeom prst="line">
                <a:avLst/>
              </a:prstGeom>
              <a:ln w="19050" cap="flat" cmpd="sng">
                <a:solidFill>
                  <a:schemeClr val="bg2"/>
                </a:solidFill>
                <a:prstDash val="solid"/>
                <a:headEnd type="none" w="med" len="med"/>
                <a:tailEnd type="none" w="med" len="med"/>
              </a:ln>
            </p:spPr>
          </p:sp>
          <p:sp>
            <p:nvSpPr>
              <p:cNvPr id="1056" name="Line 23"/>
              <p:cNvSpPr/>
              <p:nvPr userDrawn="1"/>
            </p:nvSpPr>
            <p:spPr>
              <a:xfrm>
                <a:off x="0" y="3420"/>
                <a:ext cx="5760" cy="0"/>
              </a:xfrm>
              <a:prstGeom prst="line">
                <a:avLst/>
              </a:prstGeom>
              <a:ln w="28575" cap="flat" cmpd="sng">
                <a:solidFill>
                  <a:schemeClr val="bg2"/>
                </a:solidFill>
                <a:prstDash val="solid"/>
                <a:headEnd type="none" w="med" len="med"/>
                <a:tailEnd type="none" w="med" len="med"/>
              </a:ln>
            </p:spPr>
          </p:sp>
          <p:sp>
            <p:nvSpPr>
              <p:cNvPr id="1057" name="Line 24"/>
              <p:cNvSpPr/>
              <p:nvPr userDrawn="1"/>
            </p:nvSpPr>
            <p:spPr>
              <a:xfrm>
                <a:off x="0" y="3372"/>
                <a:ext cx="5760" cy="0"/>
              </a:xfrm>
              <a:prstGeom prst="line">
                <a:avLst/>
              </a:prstGeom>
              <a:ln w="12700" cap="flat" cmpd="sng">
                <a:solidFill>
                  <a:schemeClr val="bg2"/>
                </a:solidFill>
                <a:prstDash val="solid"/>
                <a:headEnd type="none" w="med" len="med"/>
                <a:tailEnd type="none" w="med" len="med"/>
              </a:ln>
            </p:spPr>
          </p:sp>
          <p:sp>
            <p:nvSpPr>
              <p:cNvPr id="1058" name="Line 25"/>
              <p:cNvSpPr/>
              <p:nvPr userDrawn="1"/>
            </p:nvSpPr>
            <p:spPr>
              <a:xfrm>
                <a:off x="0" y="3465"/>
                <a:ext cx="5760" cy="0"/>
              </a:xfrm>
              <a:prstGeom prst="line">
                <a:avLst/>
              </a:prstGeom>
              <a:ln w="19050" cap="flat" cmpd="sng">
                <a:solidFill>
                  <a:schemeClr val="bg2"/>
                </a:solidFill>
                <a:prstDash val="solid"/>
                <a:headEnd type="none" w="med" len="med"/>
                <a:tailEnd type="none" w="med" len="med"/>
              </a:ln>
            </p:spPr>
          </p:sp>
          <p:sp>
            <p:nvSpPr>
              <p:cNvPr id="1059" name="Line 26"/>
              <p:cNvSpPr/>
              <p:nvPr userDrawn="1"/>
            </p:nvSpPr>
            <p:spPr>
              <a:xfrm>
                <a:off x="0" y="2973"/>
                <a:ext cx="5760" cy="0"/>
              </a:xfrm>
              <a:prstGeom prst="line">
                <a:avLst/>
              </a:prstGeom>
              <a:ln w="9525" cap="flat" cmpd="sng">
                <a:solidFill>
                  <a:schemeClr val="bg2"/>
                </a:solidFill>
                <a:prstDash val="solid"/>
                <a:headEnd type="none" w="med" len="med"/>
                <a:tailEnd type="none" w="med" len="med"/>
              </a:ln>
            </p:spPr>
          </p:sp>
          <p:sp>
            <p:nvSpPr>
              <p:cNvPr id="1060" name="Line 27"/>
              <p:cNvSpPr/>
              <p:nvPr userDrawn="1"/>
            </p:nvSpPr>
            <p:spPr>
              <a:xfrm>
                <a:off x="0" y="2946"/>
                <a:ext cx="5760" cy="0"/>
              </a:xfrm>
              <a:prstGeom prst="line">
                <a:avLst/>
              </a:prstGeom>
              <a:ln w="38100" cap="flat" cmpd="sng">
                <a:solidFill>
                  <a:schemeClr val="bg2"/>
                </a:solidFill>
                <a:prstDash val="solid"/>
                <a:headEnd type="none" w="med" len="med"/>
                <a:tailEnd type="none" w="med" len="med"/>
              </a:ln>
            </p:spPr>
          </p:sp>
          <p:sp>
            <p:nvSpPr>
              <p:cNvPr id="1061" name="Line 28"/>
              <p:cNvSpPr/>
              <p:nvPr userDrawn="1"/>
            </p:nvSpPr>
            <p:spPr>
              <a:xfrm>
                <a:off x="0" y="3327"/>
                <a:ext cx="5760" cy="0"/>
              </a:xfrm>
              <a:prstGeom prst="line">
                <a:avLst/>
              </a:prstGeom>
              <a:ln w="19050" cap="flat" cmpd="sng">
                <a:solidFill>
                  <a:schemeClr val="bg2"/>
                </a:solidFill>
                <a:prstDash val="solid"/>
                <a:headEnd type="none" w="med" len="med"/>
                <a:tailEnd type="none" w="med" len="med"/>
              </a:ln>
            </p:spPr>
          </p:sp>
          <p:sp>
            <p:nvSpPr>
              <p:cNvPr id="1062" name="Line 29"/>
              <p:cNvSpPr/>
              <p:nvPr userDrawn="1"/>
            </p:nvSpPr>
            <p:spPr>
              <a:xfrm>
                <a:off x="0" y="3201"/>
                <a:ext cx="5760" cy="0"/>
              </a:xfrm>
              <a:prstGeom prst="line">
                <a:avLst/>
              </a:prstGeom>
              <a:ln w="28575" cap="flat" cmpd="sng">
                <a:solidFill>
                  <a:schemeClr val="bg2"/>
                </a:solidFill>
                <a:prstDash val="solid"/>
                <a:headEnd type="none" w="med" len="med"/>
                <a:tailEnd type="none" w="med" len="med"/>
              </a:ln>
            </p:spPr>
          </p:sp>
          <p:sp>
            <p:nvSpPr>
              <p:cNvPr id="1063" name="Line 30"/>
              <p:cNvSpPr/>
              <p:nvPr userDrawn="1"/>
            </p:nvSpPr>
            <p:spPr>
              <a:xfrm>
                <a:off x="0" y="3120"/>
                <a:ext cx="5760" cy="0"/>
              </a:xfrm>
              <a:prstGeom prst="line">
                <a:avLst/>
              </a:prstGeom>
              <a:ln w="12700" cap="flat" cmpd="sng">
                <a:solidFill>
                  <a:schemeClr val="bg2"/>
                </a:solidFill>
                <a:prstDash val="solid"/>
                <a:headEnd type="none" w="med" len="med"/>
                <a:tailEnd type="none" w="med" len="med"/>
              </a:ln>
            </p:spPr>
          </p:sp>
          <p:sp>
            <p:nvSpPr>
              <p:cNvPr id="1064" name="Line 31"/>
              <p:cNvSpPr/>
              <p:nvPr userDrawn="1"/>
            </p:nvSpPr>
            <p:spPr>
              <a:xfrm>
                <a:off x="0" y="3306"/>
                <a:ext cx="5760" cy="0"/>
              </a:xfrm>
              <a:prstGeom prst="line">
                <a:avLst/>
              </a:prstGeom>
              <a:ln w="9525" cap="flat" cmpd="sng">
                <a:solidFill>
                  <a:schemeClr val="bg2"/>
                </a:solidFill>
                <a:prstDash val="solid"/>
                <a:headEnd type="none" w="med" len="med"/>
                <a:tailEnd type="none" w="med" len="med"/>
              </a:ln>
            </p:spPr>
          </p:sp>
          <p:sp>
            <p:nvSpPr>
              <p:cNvPr id="1065" name="Line 32"/>
              <p:cNvSpPr/>
              <p:nvPr userDrawn="1"/>
            </p:nvSpPr>
            <p:spPr>
              <a:xfrm>
                <a:off x="0" y="2994"/>
                <a:ext cx="5760" cy="0"/>
              </a:xfrm>
              <a:prstGeom prst="line">
                <a:avLst/>
              </a:prstGeom>
              <a:ln w="12700" cap="flat" cmpd="sng">
                <a:solidFill>
                  <a:schemeClr val="bg2"/>
                </a:solidFill>
                <a:prstDash val="solid"/>
                <a:headEnd type="none" w="med" len="med"/>
                <a:tailEnd type="none" w="med" len="med"/>
              </a:ln>
            </p:spPr>
          </p:sp>
          <p:sp>
            <p:nvSpPr>
              <p:cNvPr id="1066" name="Line 33"/>
              <p:cNvSpPr/>
              <p:nvPr userDrawn="1"/>
            </p:nvSpPr>
            <p:spPr>
              <a:xfrm>
                <a:off x="0" y="3048"/>
                <a:ext cx="5760" cy="0"/>
              </a:xfrm>
              <a:prstGeom prst="line">
                <a:avLst/>
              </a:prstGeom>
              <a:ln w="12700" cap="flat" cmpd="sng">
                <a:solidFill>
                  <a:schemeClr val="bg2"/>
                </a:solidFill>
                <a:prstDash val="solid"/>
                <a:headEnd type="none" w="med" len="med"/>
                <a:tailEnd type="none" w="med" len="med"/>
              </a:ln>
            </p:spPr>
          </p:sp>
          <p:sp>
            <p:nvSpPr>
              <p:cNvPr id="1067" name="Line 34"/>
              <p:cNvSpPr/>
              <p:nvPr userDrawn="1"/>
            </p:nvSpPr>
            <p:spPr>
              <a:xfrm>
                <a:off x="0" y="3246"/>
                <a:ext cx="5760" cy="0"/>
              </a:xfrm>
              <a:prstGeom prst="line">
                <a:avLst/>
              </a:prstGeom>
              <a:ln w="19050" cap="flat" cmpd="sng">
                <a:solidFill>
                  <a:schemeClr val="bg2"/>
                </a:solidFill>
                <a:prstDash val="solid"/>
                <a:headEnd type="none" w="med" len="med"/>
                <a:tailEnd type="none" w="med" len="med"/>
              </a:ln>
            </p:spPr>
          </p:sp>
          <p:sp>
            <p:nvSpPr>
              <p:cNvPr id="1068" name="Line 35"/>
              <p:cNvSpPr/>
              <p:nvPr userDrawn="1"/>
            </p:nvSpPr>
            <p:spPr>
              <a:xfrm>
                <a:off x="0" y="3225"/>
                <a:ext cx="5760" cy="0"/>
              </a:xfrm>
              <a:prstGeom prst="line">
                <a:avLst/>
              </a:prstGeom>
              <a:ln w="9525" cap="flat" cmpd="sng">
                <a:solidFill>
                  <a:schemeClr val="bg2"/>
                </a:solidFill>
                <a:prstDash val="solid"/>
                <a:headEnd type="none" w="med" len="med"/>
                <a:tailEnd type="none" w="med" len="med"/>
              </a:ln>
            </p:spPr>
          </p:sp>
          <p:sp>
            <p:nvSpPr>
              <p:cNvPr id="1069" name="Line 36"/>
              <p:cNvSpPr/>
              <p:nvPr userDrawn="1"/>
            </p:nvSpPr>
            <p:spPr>
              <a:xfrm>
                <a:off x="0" y="2831"/>
                <a:ext cx="5760" cy="0"/>
              </a:xfrm>
              <a:prstGeom prst="line">
                <a:avLst/>
              </a:prstGeom>
              <a:ln w="28575" cap="flat" cmpd="sng">
                <a:solidFill>
                  <a:schemeClr val="bg2"/>
                </a:solidFill>
                <a:prstDash val="solid"/>
                <a:headEnd type="none" w="med" len="med"/>
                <a:tailEnd type="none" w="med" len="med"/>
              </a:ln>
            </p:spPr>
          </p:sp>
          <p:sp>
            <p:nvSpPr>
              <p:cNvPr id="1070" name="Line 37"/>
              <p:cNvSpPr/>
              <p:nvPr userDrawn="1"/>
            </p:nvSpPr>
            <p:spPr>
              <a:xfrm>
                <a:off x="0" y="2750"/>
                <a:ext cx="5760" cy="0"/>
              </a:xfrm>
              <a:prstGeom prst="line">
                <a:avLst/>
              </a:prstGeom>
              <a:ln w="12700" cap="flat" cmpd="sng">
                <a:solidFill>
                  <a:schemeClr val="bg2"/>
                </a:solidFill>
                <a:prstDash val="solid"/>
                <a:headEnd type="none" w="med" len="med"/>
                <a:tailEnd type="none" w="med" len="med"/>
              </a:ln>
            </p:spPr>
          </p:sp>
          <p:sp>
            <p:nvSpPr>
              <p:cNvPr id="1071" name="Line 38"/>
              <p:cNvSpPr/>
              <p:nvPr userDrawn="1"/>
            </p:nvSpPr>
            <p:spPr>
              <a:xfrm>
                <a:off x="0" y="2678"/>
                <a:ext cx="5760" cy="0"/>
              </a:xfrm>
              <a:prstGeom prst="line">
                <a:avLst/>
              </a:prstGeom>
              <a:ln w="12700" cap="flat" cmpd="sng">
                <a:solidFill>
                  <a:schemeClr val="bg2"/>
                </a:solidFill>
                <a:prstDash val="solid"/>
                <a:headEnd type="none" w="med" len="med"/>
                <a:tailEnd type="none" w="med" len="med"/>
              </a:ln>
            </p:spPr>
          </p:sp>
          <p:sp>
            <p:nvSpPr>
              <p:cNvPr id="1072" name="Line 39"/>
              <p:cNvSpPr/>
              <p:nvPr userDrawn="1"/>
            </p:nvSpPr>
            <p:spPr>
              <a:xfrm>
                <a:off x="0" y="2876"/>
                <a:ext cx="5760" cy="0"/>
              </a:xfrm>
              <a:prstGeom prst="line">
                <a:avLst/>
              </a:prstGeom>
              <a:ln w="19050" cap="flat" cmpd="sng">
                <a:solidFill>
                  <a:schemeClr val="bg2"/>
                </a:solidFill>
                <a:prstDash val="solid"/>
                <a:headEnd type="none" w="med" len="med"/>
                <a:tailEnd type="none" w="med" len="med"/>
              </a:ln>
            </p:spPr>
          </p:sp>
          <p:sp>
            <p:nvSpPr>
              <p:cNvPr id="1073" name="Line 40"/>
              <p:cNvSpPr/>
              <p:nvPr userDrawn="1"/>
            </p:nvSpPr>
            <p:spPr>
              <a:xfrm>
                <a:off x="0" y="2855"/>
                <a:ext cx="5760" cy="0"/>
              </a:xfrm>
              <a:prstGeom prst="line">
                <a:avLst/>
              </a:prstGeom>
              <a:ln w="9525" cap="flat" cmpd="sng">
                <a:solidFill>
                  <a:schemeClr val="bg2"/>
                </a:solidFill>
                <a:prstDash val="solid"/>
                <a:headEnd type="none" w="med" len="med"/>
                <a:tailEnd type="none" w="med" len="med"/>
              </a:ln>
            </p:spPr>
          </p:sp>
          <p:sp>
            <p:nvSpPr>
              <p:cNvPr id="1074" name="Line 41"/>
              <p:cNvSpPr/>
              <p:nvPr userDrawn="1"/>
            </p:nvSpPr>
            <p:spPr>
              <a:xfrm>
                <a:off x="0" y="2554"/>
                <a:ext cx="5760" cy="0"/>
              </a:xfrm>
              <a:prstGeom prst="line">
                <a:avLst/>
              </a:prstGeom>
              <a:ln w="9525" cap="flat" cmpd="sng">
                <a:solidFill>
                  <a:schemeClr val="bg2"/>
                </a:solidFill>
                <a:prstDash val="solid"/>
                <a:headEnd type="none" w="med" len="med"/>
                <a:tailEnd type="none" w="med" len="med"/>
              </a:ln>
            </p:spPr>
          </p:sp>
          <p:sp>
            <p:nvSpPr>
              <p:cNvPr id="1075" name="Line 42"/>
              <p:cNvSpPr/>
              <p:nvPr userDrawn="1"/>
            </p:nvSpPr>
            <p:spPr>
              <a:xfrm>
                <a:off x="0" y="2590"/>
                <a:ext cx="5760" cy="0"/>
              </a:xfrm>
              <a:prstGeom prst="line">
                <a:avLst/>
              </a:prstGeom>
              <a:ln w="38100" cap="flat" cmpd="sng">
                <a:solidFill>
                  <a:schemeClr val="bg2"/>
                </a:solidFill>
                <a:prstDash val="solid"/>
                <a:headEnd type="none" w="med" len="med"/>
                <a:tailEnd type="none" w="med" len="med"/>
              </a:ln>
            </p:spPr>
          </p:sp>
          <p:sp>
            <p:nvSpPr>
              <p:cNvPr id="1076" name="Line 43"/>
              <p:cNvSpPr/>
              <p:nvPr userDrawn="1"/>
            </p:nvSpPr>
            <p:spPr>
              <a:xfrm>
                <a:off x="0" y="2623"/>
                <a:ext cx="5760" cy="0"/>
              </a:xfrm>
              <a:prstGeom prst="line">
                <a:avLst/>
              </a:prstGeom>
              <a:ln w="19050" cap="flat" cmpd="sng">
                <a:solidFill>
                  <a:schemeClr val="bg2"/>
                </a:solidFill>
                <a:prstDash val="solid"/>
                <a:headEnd type="none" w="med" len="med"/>
                <a:tailEnd type="none" w="med" len="med"/>
              </a:ln>
            </p:spPr>
          </p:sp>
          <p:sp>
            <p:nvSpPr>
              <p:cNvPr id="1077" name="Line 44"/>
              <p:cNvSpPr/>
              <p:nvPr userDrawn="1"/>
            </p:nvSpPr>
            <p:spPr>
              <a:xfrm>
                <a:off x="0" y="2464"/>
                <a:ext cx="5760" cy="0"/>
              </a:xfrm>
              <a:prstGeom prst="line">
                <a:avLst/>
              </a:prstGeom>
              <a:ln w="28575" cap="flat" cmpd="sng">
                <a:solidFill>
                  <a:schemeClr val="bg2"/>
                </a:solidFill>
                <a:prstDash val="solid"/>
                <a:headEnd type="none" w="med" len="med"/>
                <a:tailEnd type="none" w="med" len="med"/>
              </a:ln>
            </p:spPr>
          </p:sp>
          <p:sp>
            <p:nvSpPr>
              <p:cNvPr id="1078" name="Line 45"/>
              <p:cNvSpPr/>
              <p:nvPr userDrawn="1"/>
            </p:nvSpPr>
            <p:spPr>
              <a:xfrm>
                <a:off x="0" y="2416"/>
                <a:ext cx="5760" cy="0"/>
              </a:xfrm>
              <a:prstGeom prst="line">
                <a:avLst/>
              </a:prstGeom>
              <a:ln w="12700" cap="flat" cmpd="sng">
                <a:solidFill>
                  <a:schemeClr val="bg2"/>
                </a:solidFill>
                <a:prstDash val="solid"/>
                <a:headEnd type="none" w="med" len="med"/>
                <a:tailEnd type="none" w="med" len="med"/>
              </a:ln>
            </p:spPr>
          </p:sp>
          <p:sp>
            <p:nvSpPr>
              <p:cNvPr id="1079" name="Line 46"/>
              <p:cNvSpPr/>
              <p:nvPr userDrawn="1"/>
            </p:nvSpPr>
            <p:spPr>
              <a:xfrm>
                <a:off x="0" y="2509"/>
                <a:ext cx="5760" cy="0"/>
              </a:xfrm>
              <a:prstGeom prst="line">
                <a:avLst/>
              </a:prstGeom>
              <a:ln w="19050" cap="flat" cmpd="sng">
                <a:solidFill>
                  <a:schemeClr val="bg2"/>
                </a:solidFill>
                <a:prstDash val="solid"/>
                <a:headEnd type="none" w="med" len="med"/>
                <a:tailEnd type="none" w="med" len="med"/>
              </a:ln>
            </p:spPr>
          </p:sp>
          <p:sp>
            <p:nvSpPr>
              <p:cNvPr id="1080" name="Line 47"/>
              <p:cNvSpPr/>
              <p:nvPr userDrawn="1"/>
            </p:nvSpPr>
            <p:spPr>
              <a:xfrm>
                <a:off x="0" y="2371"/>
                <a:ext cx="5760" cy="0"/>
              </a:xfrm>
              <a:prstGeom prst="line">
                <a:avLst/>
              </a:prstGeom>
              <a:ln w="19050" cap="flat" cmpd="sng">
                <a:solidFill>
                  <a:schemeClr val="bg2"/>
                </a:solidFill>
                <a:prstDash val="solid"/>
                <a:headEnd type="none" w="med" len="med"/>
                <a:tailEnd type="none" w="med" len="med"/>
              </a:ln>
            </p:spPr>
          </p:sp>
          <p:sp>
            <p:nvSpPr>
              <p:cNvPr id="1081" name="Line 48"/>
              <p:cNvSpPr/>
              <p:nvPr userDrawn="1"/>
            </p:nvSpPr>
            <p:spPr>
              <a:xfrm>
                <a:off x="0" y="2245"/>
                <a:ext cx="5760" cy="0"/>
              </a:xfrm>
              <a:prstGeom prst="line">
                <a:avLst/>
              </a:prstGeom>
              <a:ln w="28575" cap="flat" cmpd="sng">
                <a:solidFill>
                  <a:schemeClr val="bg2"/>
                </a:solidFill>
                <a:prstDash val="solid"/>
                <a:headEnd type="none" w="med" len="med"/>
                <a:tailEnd type="none" w="med" len="med"/>
              </a:ln>
            </p:spPr>
          </p:sp>
          <p:sp>
            <p:nvSpPr>
              <p:cNvPr id="1082" name="Line 49"/>
              <p:cNvSpPr/>
              <p:nvPr userDrawn="1"/>
            </p:nvSpPr>
            <p:spPr>
              <a:xfrm>
                <a:off x="0" y="2350"/>
                <a:ext cx="5760" cy="0"/>
              </a:xfrm>
              <a:prstGeom prst="line">
                <a:avLst/>
              </a:prstGeom>
              <a:ln w="9525" cap="flat" cmpd="sng">
                <a:solidFill>
                  <a:schemeClr val="bg2"/>
                </a:solidFill>
                <a:prstDash val="solid"/>
                <a:headEnd type="none" w="med" len="med"/>
                <a:tailEnd type="none" w="med" len="med"/>
              </a:ln>
            </p:spPr>
          </p:sp>
          <p:sp>
            <p:nvSpPr>
              <p:cNvPr id="1083" name="Line 50"/>
              <p:cNvSpPr/>
              <p:nvPr userDrawn="1"/>
            </p:nvSpPr>
            <p:spPr>
              <a:xfrm>
                <a:off x="0" y="2290"/>
                <a:ext cx="5760" cy="0"/>
              </a:xfrm>
              <a:prstGeom prst="line">
                <a:avLst/>
              </a:prstGeom>
              <a:ln w="19050" cap="flat" cmpd="sng">
                <a:solidFill>
                  <a:schemeClr val="bg2"/>
                </a:solidFill>
                <a:prstDash val="solid"/>
                <a:headEnd type="none" w="med" len="med"/>
                <a:tailEnd type="none" w="med" len="med"/>
              </a:ln>
            </p:spPr>
          </p:sp>
          <p:sp>
            <p:nvSpPr>
              <p:cNvPr id="1084" name="Line 51"/>
              <p:cNvSpPr/>
              <p:nvPr userDrawn="1"/>
            </p:nvSpPr>
            <p:spPr>
              <a:xfrm>
                <a:off x="0" y="2269"/>
                <a:ext cx="5760" cy="0"/>
              </a:xfrm>
              <a:prstGeom prst="line">
                <a:avLst/>
              </a:prstGeom>
              <a:ln w="9525" cap="flat" cmpd="sng">
                <a:solidFill>
                  <a:schemeClr val="bg2"/>
                </a:solidFill>
                <a:prstDash val="solid"/>
                <a:headEnd type="none" w="med" len="med"/>
                <a:tailEnd type="none" w="med" len="med"/>
              </a:ln>
            </p:spPr>
          </p:sp>
          <p:sp>
            <p:nvSpPr>
              <p:cNvPr id="1085" name="Line 52"/>
              <p:cNvSpPr/>
              <p:nvPr userDrawn="1"/>
            </p:nvSpPr>
            <p:spPr>
              <a:xfrm>
                <a:off x="0" y="2130"/>
                <a:ext cx="5760" cy="0"/>
              </a:xfrm>
              <a:prstGeom prst="line">
                <a:avLst/>
              </a:prstGeom>
              <a:ln w="9525" cap="flat" cmpd="sng">
                <a:solidFill>
                  <a:schemeClr val="bg2"/>
                </a:solidFill>
                <a:prstDash val="solid"/>
                <a:headEnd type="none" w="med" len="med"/>
                <a:tailEnd type="none" w="med" len="med"/>
              </a:ln>
            </p:spPr>
          </p:sp>
          <p:sp>
            <p:nvSpPr>
              <p:cNvPr id="1086" name="Line 53"/>
              <p:cNvSpPr/>
              <p:nvPr userDrawn="1"/>
            </p:nvSpPr>
            <p:spPr>
              <a:xfrm>
                <a:off x="0" y="2166"/>
                <a:ext cx="5760" cy="0"/>
              </a:xfrm>
              <a:prstGeom prst="line">
                <a:avLst/>
              </a:prstGeom>
              <a:ln w="38100" cap="flat" cmpd="sng">
                <a:solidFill>
                  <a:schemeClr val="bg2"/>
                </a:solidFill>
                <a:prstDash val="solid"/>
                <a:headEnd type="none" w="med" len="med"/>
                <a:tailEnd type="none" w="med" len="med"/>
              </a:ln>
            </p:spPr>
          </p:sp>
          <p:sp>
            <p:nvSpPr>
              <p:cNvPr id="1087" name="Line 54"/>
              <p:cNvSpPr/>
              <p:nvPr userDrawn="1"/>
            </p:nvSpPr>
            <p:spPr>
              <a:xfrm>
                <a:off x="0" y="2199"/>
                <a:ext cx="5760" cy="0"/>
              </a:xfrm>
              <a:prstGeom prst="line">
                <a:avLst/>
              </a:prstGeom>
              <a:ln w="19050" cap="flat" cmpd="sng">
                <a:solidFill>
                  <a:schemeClr val="bg2"/>
                </a:solidFill>
                <a:prstDash val="solid"/>
                <a:headEnd type="none" w="med" len="med"/>
                <a:tailEnd type="none" w="med" len="med"/>
              </a:ln>
            </p:spPr>
          </p:sp>
          <p:sp>
            <p:nvSpPr>
              <p:cNvPr id="1088" name="Line 55"/>
              <p:cNvSpPr/>
              <p:nvPr userDrawn="1"/>
            </p:nvSpPr>
            <p:spPr>
              <a:xfrm>
                <a:off x="0" y="2040"/>
                <a:ext cx="5760" cy="0"/>
              </a:xfrm>
              <a:prstGeom prst="line">
                <a:avLst/>
              </a:prstGeom>
              <a:ln w="28575" cap="flat" cmpd="sng">
                <a:solidFill>
                  <a:schemeClr val="bg2"/>
                </a:solidFill>
                <a:prstDash val="solid"/>
                <a:headEnd type="none" w="med" len="med"/>
                <a:tailEnd type="none" w="med" len="med"/>
              </a:ln>
            </p:spPr>
          </p:sp>
          <p:sp>
            <p:nvSpPr>
              <p:cNvPr id="1089" name="Line 56"/>
              <p:cNvSpPr/>
              <p:nvPr userDrawn="1"/>
            </p:nvSpPr>
            <p:spPr>
              <a:xfrm>
                <a:off x="0" y="1992"/>
                <a:ext cx="5760" cy="0"/>
              </a:xfrm>
              <a:prstGeom prst="line">
                <a:avLst/>
              </a:prstGeom>
              <a:ln w="12700" cap="flat" cmpd="sng">
                <a:solidFill>
                  <a:schemeClr val="bg2"/>
                </a:solidFill>
                <a:prstDash val="solid"/>
                <a:headEnd type="none" w="med" len="med"/>
                <a:tailEnd type="none" w="med" len="med"/>
              </a:ln>
            </p:spPr>
          </p:sp>
          <p:sp>
            <p:nvSpPr>
              <p:cNvPr id="1090" name="Line 57"/>
              <p:cNvSpPr/>
              <p:nvPr userDrawn="1"/>
            </p:nvSpPr>
            <p:spPr>
              <a:xfrm>
                <a:off x="0" y="2085"/>
                <a:ext cx="5760" cy="0"/>
              </a:xfrm>
              <a:prstGeom prst="line">
                <a:avLst/>
              </a:prstGeom>
              <a:ln w="19050" cap="flat" cmpd="sng">
                <a:solidFill>
                  <a:schemeClr val="bg2"/>
                </a:solidFill>
                <a:prstDash val="solid"/>
                <a:headEnd type="none" w="med" len="med"/>
                <a:tailEnd type="none" w="med" len="med"/>
              </a:ln>
            </p:spPr>
          </p:sp>
          <p:sp>
            <p:nvSpPr>
              <p:cNvPr id="1091" name="Line 58"/>
              <p:cNvSpPr/>
              <p:nvPr userDrawn="1"/>
            </p:nvSpPr>
            <p:spPr>
              <a:xfrm>
                <a:off x="0" y="1593"/>
                <a:ext cx="5760" cy="0"/>
              </a:xfrm>
              <a:prstGeom prst="line">
                <a:avLst/>
              </a:prstGeom>
              <a:ln w="9525" cap="flat" cmpd="sng">
                <a:solidFill>
                  <a:schemeClr val="bg2"/>
                </a:solidFill>
                <a:prstDash val="solid"/>
                <a:headEnd type="none" w="med" len="med"/>
                <a:tailEnd type="none" w="med" len="med"/>
              </a:ln>
            </p:spPr>
          </p:sp>
          <p:sp>
            <p:nvSpPr>
              <p:cNvPr id="1092" name="Line 59"/>
              <p:cNvSpPr/>
              <p:nvPr userDrawn="1"/>
            </p:nvSpPr>
            <p:spPr>
              <a:xfrm>
                <a:off x="0" y="1566"/>
                <a:ext cx="5760" cy="0"/>
              </a:xfrm>
              <a:prstGeom prst="line">
                <a:avLst/>
              </a:prstGeom>
              <a:ln w="38100" cap="flat" cmpd="sng">
                <a:solidFill>
                  <a:schemeClr val="bg2"/>
                </a:solidFill>
                <a:prstDash val="solid"/>
                <a:headEnd type="none" w="med" len="med"/>
                <a:tailEnd type="none" w="med" len="med"/>
              </a:ln>
            </p:spPr>
          </p:sp>
          <p:sp>
            <p:nvSpPr>
              <p:cNvPr id="1093" name="Line 60"/>
              <p:cNvSpPr/>
              <p:nvPr userDrawn="1"/>
            </p:nvSpPr>
            <p:spPr>
              <a:xfrm>
                <a:off x="0" y="1947"/>
                <a:ext cx="5760" cy="0"/>
              </a:xfrm>
              <a:prstGeom prst="line">
                <a:avLst/>
              </a:prstGeom>
              <a:ln w="19050" cap="flat" cmpd="sng">
                <a:solidFill>
                  <a:schemeClr val="bg2"/>
                </a:solidFill>
                <a:prstDash val="solid"/>
                <a:headEnd type="none" w="med" len="med"/>
                <a:tailEnd type="none" w="med" len="med"/>
              </a:ln>
            </p:spPr>
          </p:sp>
          <p:sp>
            <p:nvSpPr>
              <p:cNvPr id="1094" name="Line 61"/>
              <p:cNvSpPr/>
              <p:nvPr userDrawn="1"/>
            </p:nvSpPr>
            <p:spPr>
              <a:xfrm>
                <a:off x="0" y="1821"/>
                <a:ext cx="5760" cy="0"/>
              </a:xfrm>
              <a:prstGeom prst="line">
                <a:avLst/>
              </a:prstGeom>
              <a:ln w="28575" cap="flat" cmpd="sng">
                <a:solidFill>
                  <a:schemeClr val="bg2"/>
                </a:solidFill>
                <a:prstDash val="solid"/>
                <a:headEnd type="none" w="med" len="med"/>
                <a:tailEnd type="none" w="med" len="med"/>
              </a:ln>
            </p:spPr>
          </p:sp>
          <p:sp>
            <p:nvSpPr>
              <p:cNvPr id="1095" name="Line 62"/>
              <p:cNvSpPr/>
              <p:nvPr userDrawn="1"/>
            </p:nvSpPr>
            <p:spPr>
              <a:xfrm>
                <a:off x="0" y="1740"/>
                <a:ext cx="5760" cy="0"/>
              </a:xfrm>
              <a:prstGeom prst="line">
                <a:avLst/>
              </a:prstGeom>
              <a:ln w="12700" cap="flat" cmpd="sng">
                <a:solidFill>
                  <a:schemeClr val="bg2"/>
                </a:solidFill>
                <a:prstDash val="solid"/>
                <a:headEnd type="none" w="med" len="med"/>
                <a:tailEnd type="none" w="med" len="med"/>
              </a:ln>
            </p:spPr>
          </p:sp>
          <p:sp>
            <p:nvSpPr>
              <p:cNvPr id="1096" name="Line 63"/>
              <p:cNvSpPr/>
              <p:nvPr userDrawn="1"/>
            </p:nvSpPr>
            <p:spPr>
              <a:xfrm>
                <a:off x="0" y="1926"/>
                <a:ext cx="5760" cy="0"/>
              </a:xfrm>
              <a:prstGeom prst="line">
                <a:avLst/>
              </a:prstGeom>
              <a:ln w="9525" cap="flat" cmpd="sng">
                <a:solidFill>
                  <a:schemeClr val="bg2"/>
                </a:solidFill>
                <a:prstDash val="solid"/>
                <a:headEnd type="none" w="med" len="med"/>
                <a:tailEnd type="none" w="med" len="med"/>
              </a:ln>
            </p:spPr>
          </p:sp>
          <p:sp>
            <p:nvSpPr>
              <p:cNvPr id="1097" name="Line 64"/>
              <p:cNvSpPr/>
              <p:nvPr userDrawn="1"/>
            </p:nvSpPr>
            <p:spPr>
              <a:xfrm>
                <a:off x="0" y="1614"/>
                <a:ext cx="5760" cy="0"/>
              </a:xfrm>
              <a:prstGeom prst="line">
                <a:avLst/>
              </a:prstGeom>
              <a:ln w="12700" cap="flat" cmpd="sng">
                <a:solidFill>
                  <a:schemeClr val="bg2"/>
                </a:solidFill>
                <a:prstDash val="solid"/>
                <a:headEnd type="none" w="med" len="med"/>
                <a:tailEnd type="none" w="med" len="med"/>
              </a:ln>
            </p:spPr>
          </p:sp>
          <p:sp>
            <p:nvSpPr>
              <p:cNvPr id="1098" name="Line 65"/>
              <p:cNvSpPr/>
              <p:nvPr userDrawn="1"/>
            </p:nvSpPr>
            <p:spPr>
              <a:xfrm>
                <a:off x="0" y="1668"/>
                <a:ext cx="5760" cy="0"/>
              </a:xfrm>
              <a:prstGeom prst="line">
                <a:avLst/>
              </a:prstGeom>
              <a:ln w="12700" cap="flat" cmpd="sng">
                <a:solidFill>
                  <a:schemeClr val="bg2"/>
                </a:solidFill>
                <a:prstDash val="solid"/>
                <a:headEnd type="none" w="med" len="med"/>
                <a:tailEnd type="none" w="med" len="med"/>
              </a:ln>
            </p:spPr>
          </p:sp>
          <p:sp>
            <p:nvSpPr>
              <p:cNvPr id="1099" name="Line 66"/>
              <p:cNvSpPr/>
              <p:nvPr userDrawn="1"/>
            </p:nvSpPr>
            <p:spPr>
              <a:xfrm>
                <a:off x="0" y="1866"/>
                <a:ext cx="5760" cy="0"/>
              </a:xfrm>
              <a:prstGeom prst="line">
                <a:avLst/>
              </a:prstGeom>
              <a:ln w="19050" cap="flat" cmpd="sng">
                <a:solidFill>
                  <a:schemeClr val="bg2"/>
                </a:solidFill>
                <a:prstDash val="solid"/>
                <a:headEnd type="none" w="med" len="med"/>
                <a:tailEnd type="none" w="med" len="med"/>
              </a:ln>
            </p:spPr>
          </p:sp>
          <p:sp>
            <p:nvSpPr>
              <p:cNvPr id="1100" name="Line 67"/>
              <p:cNvSpPr/>
              <p:nvPr userDrawn="1"/>
            </p:nvSpPr>
            <p:spPr>
              <a:xfrm>
                <a:off x="0" y="1845"/>
                <a:ext cx="5760" cy="0"/>
              </a:xfrm>
              <a:prstGeom prst="line">
                <a:avLst/>
              </a:prstGeom>
              <a:ln w="9525" cap="flat" cmpd="sng">
                <a:solidFill>
                  <a:schemeClr val="bg2"/>
                </a:solidFill>
                <a:prstDash val="solid"/>
                <a:headEnd type="none" w="med" len="med"/>
                <a:tailEnd type="none" w="med" len="med"/>
              </a:ln>
            </p:spPr>
          </p:sp>
          <p:sp>
            <p:nvSpPr>
              <p:cNvPr id="1101" name="Line 68"/>
              <p:cNvSpPr/>
              <p:nvPr userDrawn="1"/>
            </p:nvSpPr>
            <p:spPr>
              <a:xfrm>
                <a:off x="0" y="1437"/>
                <a:ext cx="5760" cy="0"/>
              </a:xfrm>
              <a:prstGeom prst="line">
                <a:avLst/>
              </a:prstGeom>
              <a:ln w="9525" cap="flat" cmpd="sng">
                <a:solidFill>
                  <a:schemeClr val="bg2"/>
                </a:solidFill>
                <a:prstDash val="solid"/>
                <a:headEnd type="none" w="med" len="med"/>
                <a:tailEnd type="none" w="med" len="med"/>
              </a:ln>
            </p:spPr>
          </p:sp>
          <p:sp>
            <p:nvSpPr>
              <p:cNvPr id="1102" name="Line 69"/>
              <p:cNvSpPr/>
              <p:nvPr userDrawn="1"/>
            </p:nvSpPr>
            <p:spPr>
              <a:xfrm>
                <a:off x="0" y="1473"/>
                <a:ext cx="5760" cy="0"/>
              </a:xfrm>
              <a:prstGeom prst="line">
                <a:avLst/>
              </a:prstGeom>
              <a:ln w="38100" cap="flat" cmpd="sng">
                <a:solidFill>
                  <a:schemeClr val="bg2"/>
                </a:solidFill>
                <a:prstDash val="solid"/>
                <a:headEnd type="none" w="med" len="med"/>
                <a:tailEnd type="none" w="med" len="med"/>
              </a:ln>
            </p:spPr>
          </p:sp>
          <p:sp>
            <p:nvSpPr>
              <p:cNvPr id="1103" name="Line 70"/>
              <p:cNvSpPr/>
              <p:nvPr userDrawn="1"/>
            </p:nvSpPr>
            <p:spPr>
              <a:xfrm>
                <a:off x="0" y="1506"/>
                <a:ext cx="5760" cy="0"/>
              </a:xfrm>
              <a:prstGeom prst="line">
                <a:avLst/>
              </a:prstGeom>
              <a:ln w="19050" cap="flat" cmpd="sng">
                <a:solidFill>
                  <a:schemeClr val="bg2"/>
                </a:solidFill>
                <a:prstDash val="solid"/>
                <a:headEnd type="none" w="med" len="med"/>
                <a:tailEnd type="none" w="med" len="med"/>
              </a:ln>
            </p:spPr>
          </p:sp>
          <p:sp>
            <p:nvSpPr>
              <p:cNvPr id="1104" name="Line 71"/>
              <p:cNvSpPr/>
              <p:nvPr userDrawn="1"/>
            </p:nvSpPr>
            <p:spPr>
              <a:xfrm>
                <a:off x="0" y="1347"/>
                <a:ext cx="5760" cy="0"/>
              </a:xfrm>
              <a:prstGeom prst="line">
                <a:avLst/>
              </a:prstGeom>
              <a:ln w="28575" cap="flat" cmpd="sng">
                <a:solidFill>
                  <a:schemeClr val="bg2"/>
                </a:solidFill>
                <a:prstDash val="solid"/>
                <a:headEnd type="none" w="med" len="med"/>
                <a:tailEnd type="none" w="med" len="med"/>
              </a:ln>
            </p:spPr>
          </p:sp>
          <p:sp>
            <p:nvSpPr>
              <p:cNvPr id="1105" name="Line 72"/>
              <p:cNvSpPr/>
              <p:nvPr userDrawn="1"/>
            </p:nvSpPr>
            <p:spPr>
              <a:xfrm>
                <a:off x="0" y="1392"/>
                <a:ext cx="5760" cy="0"/>
              </a:xfrm>
              <a:prstGeom prst="line">
                <a:avLst/>
              </a:prstGeom>
              <a:ln w="19050" cap="flat" cmpd="sng">
                <a:solidFill>
                  <a:schemeClr val="bg2"/>
                </a:solidFill>
                <a:prstDash val="solid"/>
                <a:headEnd type="none" w="med" len="med"/>
                <a:tailEnd type="none" w="med" len="med"/>
              </a:ln>
            </p:spPr>
          </p:sp>
          <p:sp>
            <p:nvSpPr>
              <p:cNvPr id="1106" name="Line 73"/>
              <p:cNvSpPr/>
              <p:nvPr userDrawn="1"/>
            </p:nvSpPr>
            <p:spPr>
              <a:xfrm>
                <a:off x="0" y="1016"/>
                <a:ext cx="5760" cy="0"/>
              </a:xfrm>
              <a:prstGeom prst="line">
                <a:avLst/>
              </a:prstGeom>
              <a:ln w="9525" cap="flat" cmpd="sng">
                <a:solidFill>
                  <a:schemeClr val="bg2"/>
                </a:solidFill>
                <a:prstDash val="solid"/>
                <a:headEnd type="none" w="med" len="med"/>
                <a:tailEnd type="none" w="med" len="med"/>
              </a:ln>
            </p:spPr>
          </p:sp>
          <p:sp>
            <p:nvSpPr>
              <p:cNvPr id="1107" name="Line 74"/>
              <p:cNvSpPr/>
              <p:nvPr userDrawn="1"/>
            </p:nvSpPr>
            <p:spPr>
              <a:xfrm>
                <a:off x="0" y="989"/>
                <a:ext cx="5760" cy="0"/>
              </a:xfrm>
              <a:prstGeom prst="line">
                <a:avLst/>
              </a:prstGeom>
              <a:ln w="38100" cap="flat" cmpd="sng">
                <a:solidFill>
                  <a:schemeClr val="bg2"/>
                </a:solidFill>
                <a:prstDash val="solid"/>
                <a:headEnd type="none" w="med" len="med"/>
                <a:tailEnd type="none" w="med" len="med"/>
              </a:ln>
            </p:spPr>
          </p:sp>
          <p:sp>
            <p:nvSpPr>
              <p:cNvPr id="1108" name="Line 75"/>
              <p:cNvSpPr/>
              <p:nvPr userDrawn="1"/>
            </p:nvSpPr>
            <p:spPr>
              <a:xfrm>
                <a:off x="0" y="1244"/>
                <a:ext cx="5760" cy="0"/>
              </a:xfrm>
              <a:prstGeom prst="line">
                <a:avLst/>
              </a:prstGeom>
              <a:ln w="28575" cap="flat" cmpd="sng">
                <a:solidFill>
                  <a:schemeClr val="bg2"/>
                </a:solidFill>
                <a:prstDash val="solid"/>
                <a:headEnd type="none" w="med" len="med"/>
                <a:tailEnd type="none" w="med" len="med"/>
              </a:ln>
            </p:spPr>
          </p:sp>
          <p:sp>
            <p:nvSpPr>
              <p:cNvPr id="1109" name="Line 76"/>
              <p:cNvSpPr/>
              <p:nvPr userDrawn="1"/>
            </p:nvSpPr>
            <p:spPr>
              <a:xfrm>
                <a:off x="0" y="1163"/>
                <a:ext cx="5760" cy="0"/>
              </a:xfrm>
              <a:prstGeom prst="line">
                <a:avLst/>
              </a:prstGeom>
              <a:ln w="12700" cap="flat" cmpd="sng">
                <a:solidFill>
                  <a:schemeClr val="bg2"/>
                </a:solidFill>
                <a:prstDash val="solid"/>
                <a:headEnd type="none" w="med" len="med"/>
                <a:tailEnd type="none" w="med" len="med"/>
              </a:ln>
            </p:spPr>
          </p:sp>
          <p:sp>
            <p:nvSpPr>
              <p:cNvPr id="1110" name="Line 77"/>
              <p:cNvSpPr/>
              <p:nvPr userDrawn="1"/>
            </p:nvSpPr>
            <p:spPr>
              <a:xfrm>
                <a:off x="0" y="1037"/>
                <a:ext cx="5760" cy="0"/>
              </a:xfrm>
              <a:prstGeom prst="line">
                <a:avLst/>
              </a:prstGeom>
              <a:ln w="12700" cap="flat" cmpd="sng">
                <a:solidFill>
                  <a:schemeClr val="bg2"/>
                </a:solidFill>
                <a:prstDash val="solid"/>
                <a:headEnd type="none" w="med" len="med"/>
                <a:tailEnd type="none" w="med" len="med"/>
              </a:ln>
            </p:spPr>
          </p:sp>
          <p:sp>
            <p:nvSpPr>
              <p:cNvPr id="1111" name="Line 78"/>
              <p:cNvSpPr/>
              <p:nvPr userDrawn="1"/>
            </p:nvSpPr>
            <p:spPr>
              <a:xfrm>
                <a:off x="0" y="1091"/>
                <a:ext cx="5760" cy="0"/>
              </a:xfrm>
              <a:prstGeom prst="line">
                <a:avLst/>
              </a:prstGeom>
              <a:ln w="12700" cap="flat" cmpd="sng">
                <a:solidFill>
                  <a:schemeClr val="bg2"/>
                </a:solidFill>
                <a:prstDash val="solid"/>
                <a:headEnd type="none" w="med" len="med"/>
                <a:tailEnd type="none" w="med" len="med"/>
              </a:ln>
            </p:spPr>
          </p:sp>
          <p:sp>
            <p:nvSpPr>
              <p:cNvPr id="1112" name="Line 79"/>
              <p:cNvSpPr/>
              <p:nvPr userDrawn="1"/>
            </p:nvSpPr>
            <p:spPr>
              <a:xfrm>
                <a:off x="0" y="1289"/>
                <a:ext cx="5760" cy="0"/>
              </a:xfrm>
              <a:prstGeom prst="line">
                <a:avLst/>
              </a:prstGeom>
              <a:ln w="19050" cap="flat" cmpd="sng">
                <a:solidFill>
                  <a:schemeClr val="bg2"/>
                </a:solidFill>
                <a:prstDash val="solid"/>
                <a:headEnd type="none" w="med" len="med"/>
                <a:tailEnd type="none" w="med" len="med"/>
              </a:ln>
            </p:spPr>
          </p:sp>
          <p:sp>
            <p:nvSpPr>
              <p:cNvPr id="1113" name="Line 80"/>
              <p:cNvSpPr/>
              <p:nvPr userDrawn="1"/>
            </p:nvSpPr>
            <p:spPr>
              <a:xfrm>
                <a:off x="0" y="1268"/>
                <a:ext cx="5760" cy="0"/>
              </a:xfrm>
              <a:prstGeom prst="line">
                <a:avLst/>
              </a:prstGeom>
              <a:ln w="9525" cap="flat" cmpd="sng">
                <a:solidFill>
                  <a:schemeClr val="bg2"/>
                </a:solidFill>
                <a:prstDash val="solid"/>
                <a:headEnd type="none" w="med" len="med"/>
                <a:tailEnd type="none" w="med" len="med"/>
              </a:ln>
            </p:spPr>
          </p:sp>
          <p:sp>
            <p:nvSpPr>
              <p:cNvPr id="1114" name="Line 81"/>
              <p:cNvSpPr/>
              <p:nvPr userDrawn="1"/>
            </p:nvSpPr>
            <p:spPr>
              <a:xfrm>
                <a:off x="0" y="860"/>
                <a:ext cx="5760" cy="0"/>
              </a:xfrm>
              <a:prstGeom prst="line">
                <a:avLst/>
              </a:prstGeom>
              <a:ln w="9525" cap="flat" cmpd="sng">
                <a:solidFill>
                  <a:schemeClr val="bg2"/>
                </a:solidFill>
                <a:prstDash val="solid"/>
                <a:headEnd type="none" w="med" len="med"/>
                <a:tailEnd type="none" w="med" len="med"/>
              </a:ln>
            </p:spPr>
          </p:sp>
          <p:sp>
            <p:nvSpPr>
              <p:cNvPr id="1115" name="Line 82"/>
              <p:cNvSpPr/>
              <p:nvPr userDrawn="1"/>
            </p:nvSpPr>
            <p:spPr>
              <a:xfrm>
                <a:off x="0" y="896"/>
                <a:ext cx="5760" cy="0"/>
              </a:xfrm>
              <a:prstGeom prst="line">
                <a:avLst/>
              </a:prstGeom>
              <a:ln w="38100" cap="flat" cmpd="sng">
                <a:solidFill>
                  <a:schemeClr val="bg2"/>
                </a:solidFill>
                <a:prstDash val="solid"/>
                <a:headEnd type="none" w="med" len="med"/>
                <a:tailEnd type="none" w="med" len="med"/>
              </a:ln>
            </p:spPr>
          </p:sp>
          <p:sp>
            <p:nvSpPr>
              <p:cNvPr id="1116" name="Line 83"/>
              <p:cNvSpPr/>
              <p:nvPr userDrawn="1"/>
            </p:nvSpPr>
            <p:spPr>
              <a:xfrm>
                <a:off x="0" y="929"/>
                <a:ext cx="5760" cy="0"/>
              </a:xfrm>
              <a:prstGeom prst="line">
                <a:avLst/>
              </a:prstGeom>
              <a:ln w="19050" cap="flat" cmpd="sng">
                <a:solidFill>
                  <a:schemeClr val="bg2"/>
                </a:solidFill>
                <a:prstDash val="solid"/>
                <a:headEnd type="none" w="med" len="med"/>
                <a:tailEnd type="none" w="med" len="med"/>
              </a:ln>
            </p:spPr>
          </p:sp>
          <p:sp>
            <p:nvSpPr>
              <p:cNvPr id="1117" name="Line 84"/>
              <p:cNvSpPr/>
              <p:nvPr userDrawn="1"/>
            </p:nvSpPr>
            <p:spPr>
              <a:xfrm>
                <a:off x="0" y="770"/>
                <a:ext cx="5760" cy="0"/>
              </a:xfrm>
              <a:prstGeom prst="line">
                <a:avLst/>
              </a:prstGeom>
              <a:ln w="28575" cap="flat" cmpd="sng">
                <a:solidFill>
                  <a:schemeClr val="bg2"/>
                </a:solidFill>
                <a:prstDash val="solid"/>
                <a:headEnd type="none" w="med" len="med"/>
                <a:tailEnd type="none" w="med" len="med"/>
              </a:ln>
            </p:spPr>
          </p:sp>
          <p:sp>
            <p:nvSpPr>
              <p:cNvPr id="1118" name="Line 85"/>
              <p:cNvSpPr/>
              <p:nvPr userDrawn="1"/>
            </p:nvSpPr>
            <p:spPr>
              <a:xfrm>
                <a:off x="0" y="815"/>
                <a:ext cx="5760" cy="0"/>
              </a:xfrm>
              <a:prstGeom prst="line">
                <a:avLst/>
              </a:prstGeom>
              <a:ln w="19050" cap="flat" cmpd="sng">
                <a:solidFill>
                  <a:schemeClr val="bg2"/>
                </a:solidFill>
                <a:prstDash val="solid"/>
                <a:headEnd type="none" w="med" len="med"/>
                <a:tailEnd type="none" w="med" len="med"/>
              </a:ln>
            </p:spPr>
          </p:sp>
          <p:sp>
            <p:nvSpPr>
              <p:cNvPr id="1119" name="Line 86"/>
              <p:cNvSpPr/>
              <p:nvPr userDrawn="1"/>
            </p:nvSpPr>
            <p:spPr>
              <a:xfrm>
                <a:off x="0" y="718"/>
                <a:ext cx="5760" cy="0"/>
              </a:xfrm>
              <a:prstGeom prst="line">
                <a:avLst/>
              </a:prstGeom>
              <a:ln w="12700" cap="flat" cmpd="sng">
                <a:solidFill>
                  <a:schemeClr val="bg2"/>
                </a:solidFill>
                <a:prstDash val="solid"/>
                <a:headEnd type="none" w="med" len="med"/>
                <a:tailEnd type="none" w="med" len="med"/>
              </a:ln>
            </p:spPr>
          </p:sp>
          <p:sp>
            <p:nvSpPr>
              <p:cNvPr id="1120" name="Line 87"/>
              <p:cNvSpPr/>
              <p:nvPr userDrawn="1"/>
            </p:nvSpPr>
            <p:spPr>
              <a:xfrm>
                <a:off x="0" y="646"/>
                <a:ext cx="5760" cy="0"/>
              </a:xfrm>
              <a:prstGeom prst="line">
                <a:avLst/>
              </a:prstGeom>
              <a:ln w="12700" cap="flat" cmpd="sng">
                <a:solidFill>
                  <a:schemeClr val="bg2"/>
                </a:solidFill>
                <a:prstDash val="solid"/>
                <a:headEnd type="none" w="med" len="med"/>
                <a:tailEnd type="none" w="med" len="med"/>
              </a:ln>
            </p:spPr>
          </p:sp>
          <p:sp>
            <p:nvSpPr>
              <p:cNvPr id="1121" name="Line 88"/>
              <p:cNvSpPr/>
              <p:nvPr userDrawn="1"/>
            </p:nvSpPr>
            <p:spPr>
              <a:xfrm>
                <a:off x="0" y="522"/>
                <a:ext cx="5760" cy="0"/>
              </a:xfrm>
              <a:prstGeom prst="line">
                <a:avLst/>
              </a:prstGeom>
              <a:ln w="9525" cap="flat" cmpd="sng">
                <a:solidFill>
                  <a:schemeClr val="bg2"/>
                </a:solidFill>
                <a:prstDash val="solid"/>
                <a:headEnd type="none" w="med" len="med"/>
                <a:tailEnd type="none" w="med" len="med"/>
              </a:ln>
            </p:spPr>
          </p:sp>
          <p:sp>
            <p:nvSpPr>
              <p:cNvPr id="1122" name="Line 89"/>
              <p:cNvSpPr/>
              <p:nvPr userDrawn="1"/>
            </p:nvSpPr>
            <p:spPr>
              <a:xfrm>
                <a:off x="0" y="558"/>
                <a:ext cx="5760" cy="0"/>
              </a:xfrm>
              <a:prstGeom prst="line">
                <a:avLst/>
              </a:prstGeom>
              <a:ln w="38100" cap="flat" cmpd="sng">
                <a:solidFill>
                  <a:schemeClr val="bg2"/>
                </a:solidFill>
                <a:prstDash val="solid"/>
                <a:headEnd type="none" w="med" len="med"/>
                <a:tailEnd type="none" w="med" len="med"/>
              </a:ln>
            </p:spPr>
          </p:sp>
          <p:sp>
            <p:nvSpPr>
              <p:cNvPr id="1123" name="Line 90"/>
              <p:cNvSpPr/>
              <p:nvPr userDrawn="1"/>
            </p:nvSpPr>
            <p:spPr>
              <a:xfrm>
                <a:off x="0" y="591"/>
                <a:ext cx="5760" cy="0"/>
              </a:xfrm>
              <a:prstGeom prst="line">
                <a:avLst/>
              </a:prstGeom>
              <a:ln w="19050" cap="flat" cmpd="sng">
                <a:solidFill>
                  <a:schemeClr val="bg2"/>
                </a:solidFill>
                <a:prstDash val="solid"/>
                <a:headEnd type="none" w="med" len="med"/>
                <a:tailEnd type="none" w="med" len="med"/>
              </a:ln>
            </p:spPr>
          </p:sp>
          <p:sp>
            <p:nvSpPr>
              <p:cNvPr id="1124" name="Line 91"/>
              <p:cNvSpPr/>
              <p:nvPr userDrawn="1"/>
            </p:nvSpPr>
            <p:spPr>
              <a:xfrm>
                <a:off x="0" y="432"/>
                <a:ext cx="5760" cy="0"/>
              </a:xfrm>
              <a:prstGeom prst="line">
                <a:avLst/>
              </a:prstGeom>
              <a:ln w="28575" cap="flat" cmpd="sng">
                <a:solidFill>
                  <a:schemeClr val="bg2"/>
                </a:solidFill>
                <a:prstDash val="solid"/>
                <a:headEnd type="none" w="med" len="med"/>
                <a:tailEnd type="none" w="med" len="med"/>
              </a:ln>
            </p:spPr>
          </p:sp>
          <p:sp>
            <p:nvSpPr>
              <p:cNvPr id="1125" name="Line 92"/>
              <p:cNvSpPr/>
              <p:nvPr userDrawn="1"/>
            </p:nvSpPr>
            <p:spPr>
              <a:xfrm>
                <a:off x="0" y="384"/>
                <a:ext cx="5760" cy="0"/>
              </a:xfrm>
              <a:prstGeom prst="line">
                <a:avLst/>
              </a:prstGeom>
              <a:ln w="12700" cap="flat" cmpd="sng">
                <a:solidFill>
                  <a:schemeClr val="bg2"/>
                </a:solidFill>
                <a:prstDash val="solid"/>
                <a:headEnd type="none" w="med" len="med"/>
                <a:tailEnd type="none" w="med" len="med"/>
              </a:ln>
            </p:spPr>
          </p:sp>
          <p:sp>
            <p:nvSpPr>
              <p:cNvPr id="1126" name="Line 93"/>
              <p:cNvSpPr/>
              <p:nvPr userDrawn="1"/>
            </p:nvSpPr>
            <p:spPr>
              <a:xfrm>
                <a:off x="0" y="477"/>
                <a:ext cx="5760" cy="0"/>
              </a:xfrm>
              <a:prstGeom prst="line">
                <a:avLst/>
              </a:prstGeom>
              <a:ln w="19050" cap="flat" cmpd="sng">
                <a:solidFill>
                  <a:schemeClr val="bg2"/>
                </a:solidFill>
                <a:prstDash val="solid"/>
                <a:headEnd type="none" w="med" len="med"/>
                <a:tailEnd type="none" w="med" len="med"/>
              </a:ln>
            </p:spPr>
          </p:sp>
          <p:sp>
            <p:nvSpPr>
              <p:cNvPr id="1127" name="Line 94"/>
              <p:cNvSpPr/>
              <p:nvPr userDrawn="1"/>
            </p:nvSpPr>
            <p:spPr>
              <a:xfrm>
                <a:off x="0" y="339"/>
                <a:ext cx="5760" cy="0"/>
              </a:xfrm>
              <a:prstGeom prst="line">
                <a:avLst/>
              </a:prstGeom>
              <a:ln w="19050" cap="flat" cmpd="sng">
                <a:solidFill>
                  <a:schemeClr val="bg2"/>
                </a:solidFill>
                <a:prstDash val="solid"/>
                <a:headEnd type="none" w="med" len="med"/>
                <a:tailEnd type="none" w="med" len="med"/>
              </a:ln>
            </p:spPr>
          </p:sp>
          <p:sp>
            <p:nvSpPr>
              <p:cNvPr id="1128" name="Line 95"/>
              <p:cNvSpPr/>
              <p:nvPr userDrawn="1"/>
            </p:nvSpPr>
            <p:spPr>
              <a:xfrm>
                <a:off x="0" y="318"/>
                <a:ext cx="5760" cy="0"/>
              </a:xfrm>
              <a:prstGeom prst="line">
                <a:avLst/>
              </a:prstGeom>
              <a:ln w="9525" cap="flat" cmpd="sng">
                <a:solidFill>
                  <a:schemeClr val="bg2"/>
                </a:solidFill>
                <a:prstDash val="solid"/>
                <a:headEnd type="none" w="med" len="med"/>
                <a:tailEnd type="none" w="med" len="med"/>
              </a:ln>
            </p:spPr>
          </p:sp>
          <p:sp>
            <p:nvSpPr>
              <p:cNvPr id="1129" name="Line 96"/>
              <p:cNvSpPr/>
              <p:nvPr userDrawn="1"/>
            </p:nvSpPr>
            <p:spPr>
              <a:xfrm>
                <a:off x="0" y="258"/>
                <a:ext cx="5760" cy="0"/>
              </a:xfrm>
              <a:prstGeom prst="line">
                <a:avLst/>
              </a:prstGeom>
              <a:ln w="19050" cap="flat" cmpd="sng">
                <a:solidFill>
                  <a:schemeClr val="bg2"/>
                </a:solidFill>
                <a:prstDash val="solid"/>
                <a:headEnd type="none" w="med" len="med"/>
                <a:tailEnd type="none" w="med" len="med"/>
              </a:ln>
            </p:spPr>
          </p:sp>
          <p:sp>
            <p:nvSpPr>
              <p:cNvPr id="1130" name="Line 97"/>
              <p:cNvSpPr/>
              <p:nvPr userDrawn="1"/>
            </p:nvSpPr>
            <p:spPr>
              <a:xfrm>
                <a:off x="0" y="70"/>
                <a:ext cx="5760" cy="0"/>
              </a:xfrm>
              <a:prstGeom prst="line">
                <a:avLst/>
              </a:prstGeom>
              <a:ln w="9525" cap="flat" cmpd="sng">
                <a:solidFill>
                  <a:schemeClr val="bg2"/>
                </a:solidFill>
                <a:prstDash val="solid"/>
                <a:headEnd type="none" w="med" len="med"/>
                <a:tailEnd type="none" w="med" len="med"/>
              </a:ln>
            </p:spPr>
          </p:sp>
          <p:sp>
            <p:nvSpPr>
              <p:cNvPr id="1131" name="Line 98"/>
              <p:cNvSpPr/>
              <p:nvPr userDrawn="1"/>
            </p:nvSpPr>
            <p:spPr>
              <a:xfrm>
                <a:off x="0" y="43"/>
                <a:ext cx="5760" cy="0"/>
              </a:xfrm>
              <a:prstGeom prst="line">
                <a:avLst/>
              </a:prstGeom>
              <a:ln w="38100" cap="flat" cmpd="sng">
                <a:solidFill>
                  <a:schemeClr val="bg2"/>
                </a:solidFill>
                <a:prstDash val="solid"/>
                <a:headEnd type="none" w="med" len="med"/>
                <a:tailEnd type="none" w="med" len="med"/>
              </a:ln>
            </p:spPr>
          </p:sp>
          <p:sp>
            <p:nvSpPr>
              <p:cNvPr id="1132" name="Line 99"/>
              <p:cNvSpPr/>
              <p:nvPr userDrawn="1"/>
            </p:nvSpPr>
            <p:spPr>
              <a:xfrm>
                <a:off x="0" y="91"/>
                <a:ext cx="5760" cy="0"/>
              </a:xfrm>
              <a:prstGeom prst="line">
                <a:avLst/>
              </a:prstGeom>
              <a:ln w="12700" cap="flat" cmpd="sng">
                <a:solidFill>
                  <a:schemeClr val="bg2"/>
                </a:solidFill>
                <a:prstDash val="solid"/>
                <a:headEnd type="none" w="med" len="med"/>
                <a:tailEnd type="none" w="med" len="med"/>
              </a:ln>
            </p:spPr>
          </p:sp>
          <p:sp>
            <p:nvSpPr>
              <p:cNvPr id="1133" name="Line 100"/>
              <p:cNvSpPr/>
              <p:nvPr userDrawn="1"/>
            </p:nvSpPr>
            <p:spPr>
              <a:xfrm>
                <a:off x="0" y="145"/>
                <a:ext cx="5760" cy="0"/>
              </a:xfrm>
              <a:prstGeom prst="line">
                <a:avLst/>
              </a:prstGeom>
              <a:ln w="12700" cap="flat" cmpd="sng">
                <a:solidFill>
                  <a:schemeClr val="bg2"/>
                </a:solidFill>
                <a:prstDash val="solid"/>
                <a:headEnd type="none" w="med" len="med"/>
                <a:tailEnd type="none" w="med" len="med"/>
              </a:ln>
            </p:spPr>
          </p:sp>
          <p:sp>
            <p:nvSpPr>
              <p:cNvPr id="1134" name="Line 101"/>
              <p:cNvSpPr/>
              <p:nvPr userDrawn="1"/>
            </p:nvSpPr>
            <p:spPr>
              <a:xfrm>
                <a:off x="0" y="202"/>
                <a:ext cx="5760" cy="0"/>
              </a:xfrm>
              <a:prstGeom prst="line">
                <a:avLst/>
              </a:prstGeom>
              <a:ln w="38100" cap="flat" cmpd="sng">
                <a:solidFill>
                  <a:schemeClr val="bg2"/>
                </a:solidFill>
                <a:prstDash val="solid"/>
                <a:headEnd type="none" w="med" len="med"/>
                <a:tailEnd type="none" w="med" len="med"/>
              </a:ln>
            </p:spPr>
          </p:sp>
        </p:grpSp>
        <p:grpSp>
          <p:nvGrpSpPr>
            <p:cNvPr id="1032" name="Group 102"/>
            <p:cNvGrpSpPr/>
            <p:nvPr userDrawn="1"/>
          </p:nvGrpSpPr>
          <p:grpSpPr>
            <a:xfrm>
              <a:off x="400" y="205"/>
              <a:ext cx="5216" cy="1123"/>
              <a:chOff x="400" y="205"/>
              <a:chExt cx="5216" cy="1123"/>
            </a:xfrm>
          </p:grpSpPr>
          <p:sp>
            <p:nvSpPr>
              <p:cNvPr id="1033" name="Rectangle 103"/>
              <p:cNvSpPr/>
              <p:nvPr userDrawn="1"/>
            </p:nvSpPr>
            <p:spPr>
              <a:xfrm>
                <a:off x="557" y="205"/>
                <a:ext cx="313" cy="914"/>
              </a:xfrm>
              <a:prstGeom prst="rect">
                <a:avLst/>
              </a:prstGeom>
              <a:solidFill>
                <a:schemeClr val="accent1"/>
              </a:solidFill>
              <a:ln w="9525">
                <a:noFill/>
              </a:ln>
            </p:spPr>
            <p:txBody>
              <a:bodyPr wrap="none" anchor="ctr" anchorCtr="0"/>
              <a:p>
                <a:pPr lvl="0" eaLnBrk="1" hangingPunct="1"/>
                <a:endParaRPr lang="zh-CN" altLang="en-US" dirty="0">
                  <a:latin typeface="Times New Roman" panose="02020603050405020304" pitchFamily="18" charset="0"/>
                </a:endParaRPr>
              </a:p>
            </p:txBody>
          </p:sp>
          <p:sp>
            <p:nvSpPr>
              <p:cNvPr id="1034" name="Rectangle 104"/>
              <p:cNvSpPr/>
              <p:nvPr userDrawn="1"/>
            </p:nvSpPr>
            <p:spPr>
              <a:xfrm>
                <a:off x="400" y="288"/>
                <a:ext cx="3567" cy="49"/>
              </a:xfrm>
              <a:prstGeom prst="rect">
                <a:avLst/>
              </a:prstGeom>
              <a:solidFill>
                <a:schemeClr val="hlink"/>
              </a:solidFill>
              <a:ln w="9525">
                <a:noFill/>
              </a:ln>
            </p:spPr>
            <p:txBody>
              <a:bodyPr wrap="none" anchor="ctr" anchorCtr="0"/>
              <a:p>
                <a:pPr lvl="0" eaLnBrk="1" hangingPunct="1"/>
                <a:endParaRPr lang="zh-CN" altLang="en-US" dirty="0">
                  <a:latin typeface="Times New Roman" panose="02020603050405020304" pitchFamily="18" charset="0"/>
                </a:endParaRPr>
              </a:p>
            </p:txBody>
          </p:sp>
          <p:sp>
            <p:nvSpPr>
              <p:cNvPr id="1035" name="Rectangle 105"/>
              <p:cNvSpPr/>
              <p:nvPr userDrawn="1"/>
            </p:nvSpPr>
            <p:spPr>
              <a:xfrm>
                <a:off x="4599" y="1115"/>
                <a:ext cx="929" cy="213"/>
              </a:xfrm>
              <a:prstGeom prst="rect">
                <a:avLst/>
              </a:prstGeom>
              <a:solidFill>
                <a:schemeClr val="accent1"/>
              </a:solidFill>
              <a:ln w="9525">
                <a:noFill/>
              </a:ln>
            </p:spPr>
            <p:txBody>
              <a:bodyPr wrap="none" anchor="ctr" anchorCtr="0"/>
              <a:p>
                <a:pPr lvl="0" eaLnBrk="1" hangingPunct="1"/>
                <a:endParaRPr lang="zh-CN" altLang="en-US" dirty="0">
                  <a:latin typeface="Times New Roman" panose="02020603050405020304" pitchFamily="18" charset="0"/>
                </a:endParaRPr>
              </a:p>
            </p:txBody>
          </p:sp>
          <p:sp>
            <p:nvSpPr>
              <p:cNvPr id="1036" name="Rectangle 106"/>
              <p:cNvSpPr/>
              <p:nvPr userDrawn="1"/>
            </p:nvSpPr>
            <p:spPr>
              <a:xfrm>
                <a:off x="2049" y="1211"/>
                <a:ext cx="3567" cy="49"/>
              </a:xfrm>
              <a:prstGeom prst="rect">
                <a:avLst/>
              </a:prstGeom>
              <a:solidFill>
                <a:schemeClr val="hlink"/>
              </a:solidFill>
              <a:ln w="9525">
                <a:noFill/>
              </a:ln>
            </p:spPr>
            <p:txBody>
              <a:bodyPr wrap="none" anchor="ctr" anchorCtr="0"/>
              <a:p>
                <a:pPr lvl="0" eaLnBrk="1" hangingPunct="1"/>
                <a:endParaRPr lang="zh-CN" altLang="en-US" dirty="0">
                  <a:latin typeface="Times New Roman" panose="02020603050405020304" pitchFamily="18" charset="0"/>
                </a:endParaRPr>
              </a:p>
            </p:txBody>
          </p:sp>
        </p:grpSp>
      </p:grpSp>
      <p:sp>
        <p:nvSpPr>
          <p:cNvPr id="1027" name="Rectangle 107"/>
          <p:cNvSpPr>
            <a:spLocks noGrp="1"/>
          </p:cNvSpPr>
          <p:nvPr>
            <p:ph type="body" idx="1"/>
          </p:nvPr>
        </p:nvSpPr>
        <p:spPr>
          <a:xfrm>
            <a:off x="809625" y="2214563"/>
            <a:ext cx="7958138" cy="3881437"/>
          </a:xfrm>
          <a:prstGeom prst="rect">
            <a:avLst/>
          </a:prstGeom>
          <a:noFill/>
          <a:ln w="9525">
            <a:noFill/>
          </a:ln>
        </p:spPr>
        <p:txBody>
          <a:bodyPr/>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028" name="Rectangle 111"/>
          <p:cNvSpPr>
            <a:spLocks noGrp="1"/>
          </p:cNvSpPr>
          <p:nvPr>
            <p:ph type="title"/>
          </p:nvPr>
        </p:nvSpPr>
        <p:spPr>
          <a:xfrm>
            <a:off x="1371600" y="609600"/>
            <a:ext cx="7378700" cy="1143000"/>
          </a:xfrm>
          <a:prstGeom prst="rect">
            <a:avLst/>
          </a:prstGeom>
          <a:noFill/>
          <a:ln w="9525">
            <a:noFill/>
          </a:ln>
        </p:spPr>
        <p:txBody>
          <a:bodyPr anchor="ctr" anchorCtr="0"/>
          <a:p>
            <a:pPr lvl="0"/>
            <a:r>
              <a:rPr lang="zh-CN" altLang="en-US" dirty="0"/>
              <a:t>单击此处编辑母版标题样式</a:t>
            </a:r>
            <a:endParaRPr lang="zh-CN" altLang="en-US" dirty="0"/>
          </a:p>
        </p:txBody>
      </p:sp>
      <p:sp>
        <p:nvSpPr>
          <p:cNvPr id="1029" name="Rectangle 112"/>
          <p:cNvSpPr/>
          <p:nvPr userDrawn="1"/>
        </p:nvSpPr>
        <p:spPr>
          <a:xfrm>
            <a:off x="0" y="0"/>
            <a:ext cx="533400" cy="6553200"/>
          </a:xfrm>
          <a:prstGeom prst="rect">
            <a:avLst/>
          </a:prstGeom>
          <a:noFill/>
          <a:ln w="9525">
            <a:noFill/>
          </a:ln>
        </p:spPr>
        <p:txBody>
          <a:bodyPr anchor="b" anchorCtr="0"/>
          <a:p>
            <a:pPr lvl="0" algn="ctr" eaLnBrk="1" hangingPunct="1"/>
            <a:r>
              <a:rPr lang="zh-CN" altLang="en-US" sz="2000" dirty="0">
                <a:latin typeface="Arial" panose="020B0604020202020204" pitchFamily="34" charset="0"/>
              </a:rPr>
              <a:t>福建师范大学地理学院地理信息系统专业课程</a:t>
            </a:r>
            <a:endParaRPr lang="zh-CN" altLang="en-US" sz="2000" dirty="0">
              <a:latin typeface="Arial" panose="020B0604020202020204" pitchFamily="34" charset="0"/>
            </a:endParaRPr>
          </a:p>
        </p:txBody>
      </p:sp>
      <p:sp>
        <p:nvSpPr>
          <p:cNvPr id="176241" name="Rectangle 113"/>
          <p:cNvSpPr>
            <a:spLocks noGrp="1" noChangeArrowheads="1"/>
          </p:cNvSpPr>
          <p:nvPr>
            <p:ph type="ftr" sz="quarter" idx="3"/>
          </p:nvPr>
        </p:nvSpPr>
        <p:spPr bwMode="auto">
          <a:xfrm>
            <a:off x="3733800" y="6570663"/>
            <a:ext cx="2590800" cy="280988"/>
          </a:xfrm>
          <a:prstGeom prst="rect">
            <a:avLst/>
          </a:prstGeom>
          <a:noFill/>
          <a:ln>
            <a:noFill/>
          </a:ln>
          <a:effectLst/>
        </p:spPr>
        <p:txBody>
          <a:bodyPr vert="horz" wrap="square" lIns="91440" tIns="45720" rIns="91440" bIns="45720" numCol="1" anchor="b" anchorCtr="0" compatLnSpc="1"/>
          <a:lstStyle>
            <a:lvl1pPr algn="ctr">
              <a:defRPr kumimoji="0" sz="1200">
                <a:solidFill>
                  <a:schemeClr val="folHlink"/>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200" b="0" i="0" u="none" strike="noStrike" kern="1200" cap="none" spc="0" normalizeH="0" baseline="0" noProof="0">
                <a:ln>
                  <a:noFill/>
                </a:ln>
                <a:solidFill>
                  <a:schemeClr val="folHlink"/>
                </a:solidFill>
                <a:effectLst/>
                <a:uLnTx/>
                <a:uFillTx/>
                <a:latin typeface="Times New Roman" panose="02020603050405020304" pitchFamily="18" charset="0"/>
                <a:ea typeface="宋体" panose="02010600030101010101" pitchFamily="2" charset="-122"/>
                <a:cs typeface="+mn-cs"/>
              </a:rPr>
              <a:t>《虚拟地理环境及其应用》</a:t>
            </a:r>
            <a:endParaRPr kumimoji="0" lang="zh-CN" altLang="en-US" sz="1200" b="0" i="0" u="none" strike="noStrike" kern="1200" cap="none" spc="0" normalizeH="0" baseline="0" noProof="0">
              <a:ln>
                <a:noFill/>
              </a:ln>
              <a:solidFill>
                <a:schemeClr val="folHlink"/>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ctr" rtl="0" fontAlgn="base">
        <a:lnSpc>
          <a:spcPct val="85000"/>
        </a:lnSpc>
        <a:spcBef>
          <a:spcPct val="0"/>
        </a:spcBef>
        <a:spcAft>
          <a:spcPct val="0"/>
        </a:spcAft>
        <a:defRPr kumimoji="1" sz="4400" kern="1200">
          <a:solidFill>
            <a:schemeClr val="tx2"/>
          </a:solidFill>
          <a:latin typeface="+mj-lt"/>
          <a:ea typeface="+mj-ea"/>
          <a:cs typeface="+mj-cs"/>
        </a:defRPr>
      </a:lvl1pPr>
      <a:lvl2pPr algn="ctr" rtl="0" fontAlgn="base">
        <a:lnSpc>
          <a:spcPct val="85000"/>
        </a:lnSpc>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fontAlgn="base">
        <a:lnSpc>
          <a:spcPct val="85000"/>
        </a:lnSpc>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fontAlgn="base">
        <a:lnSpc>
          <a:spcPct val="85000"/>
        </a:lnSpc>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fontAlgn="base">
        <a:lnSpc>
          <a:spcPct val="85000"/>
        </a:lnSpc>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lnSpc>
          <a:spcPct val="85000"/>
        </a:lnSpc>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lnSpc>
          <a:spcPct val="85000"/>
        </a:lnSpc>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lnSpc>
          <a:spcPct val="85000"/>
        </a:lnSpc>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lnSpc>
          <a:spcPct val="85000"/>
        </a:lnSpc>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p:titleStyle>
    <p:bodyStyle>
      <a:lvl1pPr marL="342900" indent="-342900" algn="l" rtl="0" fontAlgn="base">
        <a:spcBef>
          <a:spcPct val="20000"/>
        </a:spcBef>
        <a:spcAft>
          <a:spcPct val="0"/>
        </a:spcAft>
        <a:buClr>
          <a:schemeClr val="accent2"/>
        </a:buClr>
        <a:buFont typeface="Wingdings" panose="05000000000000000000" pitchFamily="2" charset="2"/>
        <a:buChar char="w"/>
        <a:defRPr kumimoji="1" sz="3200" kern="1200">
          <a:solidFill>
            <a:schemeClr val="tx1"/>
          </a:solidFill>
          <a:latin typeface="+mn-lt"/>
          <a:ea typeface="+mn-ea"/>
          <a:cs typeface="+mn-cs"/>
        </a:defRPr>
      </a:lvl1pPr>
      <a:lvl2pPr marL="742950" indent="-285750" algn="l" rtl="0" fontAlgn="base">
        <a:spcBef>
          <a:spcPct val="20000"/>
        </a:spcBef>
        <a:spcAft>
          <a:spcPct val="0"/>
        </a:spcAft>
        <a:buClr>
          <a:schemeClr val="accent2"/>
        </a:buClr>
        <a:buSzPct val="55000"/>
        <a:buFont typeface="Wingdings" panose="05000000000000000000" pitchFamily="2" charset="2"/>
        <a:buChar char="n"/>
        <a:defRPr kumimoji="1" sz="2800" kern="1200">
          <a:solidFill>
            <a:schemeClr val="tx1"/>
          </a:solidFill>
          <a:latin typeface="+mn-lt"/>
          <a:ea typeface="+mn-ea"/>
          <a:cs typeface="+mn-cs"/>
        </a:defRPr>
      </a:lvl2pPr>
      <a:lvl3pPr marL="1085850" indent="-228600" algn="l" rtl="0" fontAlgn="base">
        <a:spcBef>
          <a:spcPct val="20000"/>
        </a:spcBef>
        <a:spcAft>
          <a:spcPct val="0"/>
        </a:spcAft>
        <a:buClr>
          <a:schemeClr val="accent2"/>
        </a:buClr>
        <a:buSzPct val="65000"/>
        <a:buFont typeface="Wingdings" panose="05000000000000000000" pitchFamily="2" charset="2"/>
        <a:buChar char="l"/>
        <a:defRPr kumimoji="1" sz="2400" kern="1200">
          <a:solidFill>
            <a:schemeClr val="tx1"/>
          </a:solidFill>
          <a:latin typeface="+mn-lt"/>
          <a:ea typeface="+mn-ea"/>
          <a:cs typeface="+mn-cs"/>
        </a:defRPr>
      </a:lvl3pPr>
      <a:lvl4pPr marL="1428750" indent="-228600" algn="l" rtl="0" fontAlgn="base">
        <a:spcBef>
          <a:spcPct val="20000"/>
        </a:spcBef>
        <a:spcAft>
          <a:spcPct val="0"/>
        </a:spcAft>
        <a:buClr>
          <a:schemeClr val="accent2"/>
        </a:buClr>
        <a:buSzPct val="85000"/>
        <a:buFont typeface="Wingdings" panose="05000000000000000000" pitchFamily="2" charset="2"/>
        <a:buChar char="w"/>
        <a:defRPr kumimoji="1" sz="2000" kern="1200">
          <a:solidFill>
            <a:schemeClr val="tx1"/>
          </a:solidFill>
          <a:latin typeface="+mn-lt"/>
          <a:ea typeface="+mn-ea"/>
          <a:cs typeface="+mn-cs"/>
        </a:defRPr>
      </a:lvl4pPr>
      <a:lvl5pPr marL="1771650" indent="-228600" algn="l" rtl="0" fontAlgn="base">
        <a:spcBef>
          <a:spcPct val="20000"/>
        </a:spcBef>
        <a:spcAft>
          <a:spcPct val="0"/>
        </a:spcAft>
        <a:buClr>
          <a:schemeClr val="accent2"/>
        </a:buClr>
        <a:buSzPct val="80000"/>
        <a:buFont typeface="Wingdings" panose="05000000000000000000" pitchFamily="2" charset="2"/>
        <a:buChar char="§"/>
        <a:defRPr kumimoji="1"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rotWithShape="0">
          <a:blip r:embed="rId12">
            <a:duotone>
              <a:schemeClr val="bg1"/>
              <a:srgbClr val="FFFFFF"/>
            </a:duotone>
          </a:blip>
          <a:stretch>
            <a:fillRect/>
          </a:stretch>
        </a:blipFill>
        <a:effectLst/>
      </p:bgPr>
    </p:bg>
    <p:spTree>
      <p:nvGrpSpPr>
        <p:cNvPr id="1" name=""/>
        <p:cNvGrpSpPr/>
        <p:nvPr/>
      </p:nvGrpSpPr>
      <p:grpSpPr/>
      <p:sp>
        <p:nvSpPr>
          <p:cNvPr id="189442" name="Rectangle 2"/>
          <p:cNvSpPr>
            <a:spLocks noGrp="1" noChangeArrowheads="1"/>
          </p:cNvSpPr>
          <p:nvPr>
            <p:ph type="title"/>
          </p:nvPr>
        </p:nvSpPr>
        <p:spPr bwMode="auto">
          <a:xfrm>
            <a:off x="457200" y="292100"/>
            <a:ext cx="8229600" cy="1384300"/>
          </a:xfrm>
          <a:prstGeom prst="rect">
            <a:avLst/>
          </a:prstGeom>
          <a:noFill/>
          <a:ln>
            <a:noFill/>
          </a:ln>
          <a:effectLst/>
        </p:spPr>
        <p:txBody>
          <a:bodyPr vert="horz" wrap="square" lIns="91440" tIns="45720" rIns="91440" bIns="45720" numCol="1" anchor="ctr" anchorCtr="0" compatLnSpc="1"/>
          <a:lstStyle/>
          <a:p>
            <a:pPr lvl="0"/>
            <a:r>
              <a:rPr lang="zh-CN" altLang="en-US"/>
              <a:t>单击此处编辑母版标题样式</a:t>
            </a:r>
            <a:endParaRPr lang="zh-CN" altLang="en-US"/>
          </a:p>
        </p:txBody>
      </p:sp>
      <p:sp>
        <p:nvSpPr>
          <p:cNvPr id="189443" name="Rectangle 3"/>
          <p:cNvSpPr>
            <a:spLocks noGrp="1" noChangeArrowheads="1"/>
          </p:cNvSpPr>
          <p:nvPr>
            <p:ph type="body" idx="1"/>
          </p:nvPr>
        </p:nvSpPr>
        <p:spPr bwMode="auto">
          <a:xfrm>
            <a:off x="457200" y="1905000"/>
            <a:ext cx="8229600" cy="4114800"/>
          </a:xfrm>
          <a:prstGeom prst="rect">
            <a:avLst/>
          </a:prstGeom>
          <a:noFill/>
          <a:ln>
            <a:noFill/>
          </a:ln>
          <a:effectLst/>
        </p:spPr>
        <p:txBody>
          <a:bodyPr vert="horz" wrap="square" lIns="91440" tIns="45720" rIns="91440" bIns="45720" numCol="1" anchor="t" anchorCtr="0" compatLnSpc="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89444" name="Rectangle 4"/>
          <p:cNvSpPr>
            <a:spLocks noGrp="1" noChangeArrowheads="1"/>
          </p:cNvSpPr>
          <p:nvPr>
            <p:ph type="dt" sz="half" idx="2"/>
          </p:nvPr>
        </p:nvSpPr>
        <p:spPr bwMode="auto">
          <a:xfrm>
            <a:off x="457200" y="6245225"/>
            <a:ext cx="2133600" cy="476250"/>
          </a:xfrm>
          <a:prstGeom prst="rect">
            <a:avLst/>
          </a:prstGeom>
          <a:noFill/>
          <a:ln>
            <a:noFill/>
          </a:ln>
          <a:effectLst/>
        </p:spPr>
        <p:txBody>
          <a:bodyPr vert="horz" wrap="square" lIns="91440" tIns="45720" rIns="91440" bIns="45720" numCol="1" anchor="b" anchorCtr="0" compatLnSpc="1"/>
          <a:lstStyle>
            <a:lvl1pPr>
              <a:defRPr kumimoji="0" sz="1400">
                <a:effectLst>
                  <a:outerShdw blurRad="38100" dist="38100" dir="2700000" algn="tl">
                    <a:srgbClr val="000000"/>
                  </a:outerShdw>
                </a:effectLst>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endParaRPr>
          </a:p>
        </p:txBody>
      </p:sp>
      <p:sp>
        <p:nvSpPr>
          <p:cNvPr id="189445" name="Rectangle 5"/>
          <p:cNvSpPr>
            <a:spLocks noGrp="1" noChangeArrowheads="1"/>
          </p:cNvSpPr>
          <p:nvPr>
            <p:ph type="ftr" sz="quarter" idx="3"/>
          </p:nvPr>
        </p:nvSpPr>
        <p:spPr bwMode="auto">
          <a:xfrm>
            <a:off x="3124200" y="6245225"/>
            <a:ext cx="2895600" cy="476250"/>
          </a:xfrm>
          <a:prstGeom prst="rect">
            <a:avLst/>
          </a:prstGeom>
          <a:noFill/>
          <a:ln>
            <a:noFill/>
          </a:ln>
          <a:effectLst/>
        </p:spPr>
        <p:txBody>
          <a:bodyPr vert="horz" wrap="square" lIns="91440" tIns="45720" rIns="91440" bIns="45720" numCol="1" anchor="b" anchorCtr="0" compatLnSpc="1"/>
          <a:lstStyle>
            <a:lvl1pPr algn="ctr">
              <a:defRPr kumimoji="0" sz="1400">
                <a:effectLst>
                  <a:outerShdw blurRad="38100" dist="38100" dir="2700000" algn="tl">
                    <a:srgbClr val="000000"/>
                  </a:outerShdw>
                </a:effectLst>
                <a:latin typeface="Arial" panose="020B0604020202020204" pitchFamily="34" charset="0"/>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endParaRPr>
          </a:p>
        </p:txBody>
      </p:sp>
      <p:sp>
        <p:nvSpPr>
          <p:cNvPr id="189446" name="Rectangle 6"/>
          <p:cNvSpPr>
            <a:spLocks noGrp="1" noChangeArrowheads="1"/>
          </p:cNvSpPr>
          <p:nvPr>
            <p:ph type="sldNum" sz="quarter" idx="4"/>
          </p:nvPr>
        </p:nvSpPr>
        <p:spPr bwMode="auto">
          <a:xfrm>
            <a:off x="6553200" y="6245225"/>
            <a:ext cx="2133600" cy="476250"/>
          </a:xfrm>
          <a:prstGeom prst="rect">
            <a:avLst/>
          </a:prstGeom>
          <a:noFill/>
          <a:ln>
            <a:noFill/>
          </a:ln>
          <a:effectLst/>
        </p:spPr>
        <p:txBody>
          <a:bodyPr vert="horz" wrap="square" lIns="91440" tIns="45720" rIns="91440" bIns="45720" numCol="1" anchor="b" anchorCtr="0" compatLnSpc="1"/>
          <a:lstStyle>
            <a:lvl1pPr algn="r">
              <a:defRPr sz="1400">
                <a:latin typeface="Arial" panose="020B0604020202020204" pitchFamily="34" charset="0"/>
              </a:defRPr>
            </a:lvl1pPr>
          </a:lstStyle>
          <a:p>
            <a:pPr lvl="0" eaLnBrk="1" hangingPunct="1"/>
            <a:fld id="{9A0DB2DC-4C9A-4742-B13C-FB6460FD3503}" type="slidenum">
              <a:rPr lang="zh-CN" altLang="en-US" dirty="0">
                <a:effectLst>
                  <a:outerShdw blurRad="38100" dist="38100" dir="2700000">
                    <a:srgbClr val="000000"/>
                  </a:outerShdw>
                </a:effectLst>
              </a:rPr>
            </a:fld>
            <a:endParaRPr lang="zh-CN" altLang="en-US" dirty="0">
              <a:effectLst>
                <a:outerShdw blurRad="38100" dist="38100" dir="2700000">
                  <a:srgbClr val="000000"/>
                </a:outerShdw>
              </a:effectLst>
              <a:latin typeface="Times New Roman" panose="02020603050405020304" pitchFamily="18" charset="0"/>
            </a:endParaRPr>
          </a:p>
        </p:txBody>
      </p:sp>
      <p:sp>
        <p:nvSpPr>
          <p:cNvPr id="2055" name="Rectangle 7"/>
          <p:cNvSpPr/>
          <p:nvPr userDrawn="1"/>
        </p:nvSpPr>
        <p:spPr>
          <a:xfrm>
            <a:off x="0" y="0"/>
            <a:ext cx="533400" cy="6553200"/>
          </a:xfrm>
          <a:prstGeom prst="rect">
            <a:avLst/>
          </a:prstGeom>
          <a:noFill/>
          <a:ln w="9525">
            <a:noFill/>
          </a:ln>
        </p:spPr>
        <p:txBody>
          <a:bodyPr anchor="b" anchorCtr="0"/>
          <a:p>
            <a:pPr lvl="0" algn="ctr" eaLnBrk="1" hangingPunct="1"/>
            <a:r>
              <a:rPr lang="zh-CN" altLang="en-US" sz="2000" dirty="0">
                <a:latin typeface="Arial" panose="020B0604020202020204" pitchFamily="34" charset="0"/>
              </a:rPr>
              <a:t>福建师范大学地理学院地理信息系统专业课程</a:t>
            </a:r>
            <a:endParaRPr lang="zh-CN" altLang="en-US" sz="2000" dirty="0">
              <a:latin typeface="Arial" panose="020B0604020202020204" pitchFamily="34" charset="0"/>
            </a:endParaRPr>
          </a:p>
        </p:txBody>
      </p:sp>
    </p:spTree>
  </p:cSld>
  <p:clrMap bg1="dk2" tx1="lt1" bg2="dk1" tx2="lt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hf sldNum="0" hdr="0" ftr="0" dt="0"/>
  <p:txStyles>
    <p:titleStyle>
      <a:lvl1pPr algn="l" rtl="0" fontAlgn="base">
        <a:spcBef>
          <a:spcPct val="0"/>
        </a:spcBef>
        <a:spcAft>
          <a:spcPct val="0"/>
        </a:spcAft>
        <a:defRPr sz="4400" kern="1200">
          <a:solidFill>
            <a:schemeClr val="tx2"/>
          </a:solidFill>
          <a:effectLst>
            <a:outerShdw blurRad="38100" dist="38100" dir="2700000" algn="tl">
              <a:srgbClr val="000000"/>
            </a:outerShdw>
          </a:effectLst>
          <a:latin typeface="+mj-lt"/>
          <a:ea typeface="+mj-ea"/>
          <a:cs typeface="+mj-cs"/>
        </a:defRPr>
      </a:lvl1pPr>
      <a:lvl2pPr algn="l" rtl="0" fontAlgn="base">
        <a:spcBef>
          <a:spcPct val="0"/>
        </a:spcBef>
        <a:spcAft>
          <a:spcPct val="0"/>
        </a:spcAft>
        <a:defRPr sz="4400">
          <a:solidFill>
            <a:schemeClr val="tx2"/>
          </a:solidFill>
          <a:effectLst>
            <a:outerShdw blurRad="38100" dist="38100" dir="2700000" algn="tl">
              <a:srgbClr val="000000"/>
            </a:outerShdw>
          </a:effectLst>
          <a:latin typeface="Tahoma" panose="020B0604030504040204" pitchFamily="34" charset="0"/>
          <a:ea typeface="宋体" panose="02010600030101010101" pitchFamily="2" charset="-122"/>
        </a:defRPr>
      </a:lvl2pPr>
      <a:lvl3pPr algn="l" rtl="0" fontAlgn="base">
        <a:spcBef>
          <a:spcPct val="0"/>
        </a:spcBef>
        <a:spcAft>
          <a:spcPct val="0"/>
        </a:spcAft>
        <a:defRPr sz="4400">
          <a:solidFill>
            <a:schemeClr val="tx2"/>
          </a:solidFill>
          <a:effectLst>
            <a:outerShdw blurRad="38100" dist="38100" dir="2700000" algn="tl">
              <a:srgbClr val="000000"/>
            </a:outerShdw>
          </a:effectLst>
          <a:latin typeface="Tahoma" panose="020B0604030504040204" pitchFamily="34" charset="0"/>
          <a:ea typeface="宋体" panose="02010600030101010101" pitchFamily="2" charset="-122"/>
        </a:defRPr>
      </a:lvl3pPr>
      <a:lvl4pPr algn="l" rtl="0" fontAlgn="base">
        <a:spcBef>
          <a:spcPct val="0"/>
        </a:spcBef>
        <a:spcAft>
          <a:spcPct val="0"/>
        </a:spcAft>
        <a:defRPr sz="4400">
          <a:solidFill>
            <a:schemeClr val="tx2"/>
          </a:solidFill>
          <a:effectLst>
            <a:outerShdw blurRad="38100" dist="38100" dir="2700000" algn="tl">
              <a:srgbClr val="000000"/>
            </a:outerShdw>
          </a:effectLst>
          <a:latin typeface="Tahoma" panose="020B0604030504040204" pitchFamily="34" charset="0"/>
          <a:ea typeface="宋体" panose="02010600030101010101" pitchFamily="2" charset="-122"/>
        </a:defRPr>
      </a:lvl4pPr>
      <a:lvl5pPr algn="l" rtl="0" fontAlgn="base">
        <a:spcBef>
          <a:spcPct val="0"/>
        </a:spcBef>
        <a:spcAft>
          <a:spcPct val="0"/>
        </a:spcAft>
        <a:defRPr sz="4400">
          <a:solidFill>
            <a:schemeClr val="tx2"/>
          </a:solidFill>
          <a:effectLst>
            <a:outerShdw blurRad="38100" dist="38100" dir="2700000" algn="tl">
              <a:srgbClr val="000000"/>
            </a:outerShdw>
          </a:effectLst>
          <a:latin typeface="Tahoma" panose="020B0604030504040204" pitchFamily="34" charset="0"/>
          <a:ea typeface="宋体" panose="02010600030101010101" pitchFamily="2" charset="-122"/>
        </a:defRPr>
      </a:lvl5pPr>
      <a:lvl6pPr marL="457200" algn="l" rtl="0" fontAlgn="base">
        <a:spcBef>
          <a:spcPct val="0"/>
        </a:spcBef>
        <a:spcAft>
          <a:spcPct val="0"/>
        </a:spcAft>
        <a:defRPr sz="4400">
          <a:solidFill>
            <a:schemeClr val="tx2"/>
          </a:solidFill>
          <a:effectLst>
            <a:outerShdw blurRad="38100" dist="38100" dir="2700000" algn="tl">
              <a:srgbClr val="000000"/>
            </a:outerShdw>
          </a:effectLst>
          <a:latin typeface="Tahoma" panose="020B0604030504040204" pitchFamily="34" charset="0"/>
          <a:ea typeface="宋体" panose="02010600030101010101" pitchFamily="2" charset="-122"/>
        </a:defRPr>
      </a:lvl6pPr>
      <a:lvl7pPr marL="914400" algn="l" rtl="0" fontAlgn="base">
        <a:spcBef>
          <a:spcPct val="0"/>
        </a:spcBef>
        <a:spcAft>
          <a:spcPct val="0"/>
        </a:spcAft>
        <a:defRPr sz="4400">
          <a:solidFill>
            <a:schemeClr val="tx2"/>
          </a:solidFill>
          <a:effectLst>
            <a:outerShdw blurRad="38100" dist="38100" dir="2700000" algn="tl">
              <a:srgbClr val="000000"/>
            </a:outerShdw>
          </a:effectLst>
          <a:latin typeface="Tahoma" panose="020B0604030504040204" pitchFamily="34" charset="0"/>
          <a:ea typeface="宋体" panose="02010600030101010101" pitchFamily="2" charset="-122"/>
        </a:defRPr>
      </a:lvl7pPr>
      <a:lvl8pPr marL="1371600" algn="l" rtl="0" fontAlgn="base">
        <a:spcBef>
          <a:spcPct val="0"/>
        </a:spcBef>
        <a:spcAft>
          <a:spcPct val="0"/>
        </a:spcAft>
        <a:defRPr sz="4400">
          <a:solidFill>
            <a:schemeClr val="tx2"/>
          </a:solidFill>
          <a:effectLst>
            <a:outerShdw blurRad="38100" dist="38100" dir="2700000" algn="tl">
              <a:srgbClr val="000000"/>
            </a:outerShdw>
          </a:effectLst>
          <a:latin typeface="Tahoma" panose="020B0604030504040204" pitchFamily="34" charset="0"/>
          <a:ea typeface="宋体" panose="02010600030101010101" pitchFamily="2" charset="-122"/>
        </a:defRPr>
      </a:lvl8pPr>
      <a:lvl9pPr marL="1828800" algn="l" rtl="0" fontAlgn="base">
        <a:spcBef>
          <a:spcPct val="0"/>
        </a:spcBef>
        <a:spcAft>
          <a:spcPct val="0"/>
        </a:spcAft>
        <a:defRPr sz="4400">
          <a:solidFill>
            <a:schemeClr val="tx2"/>
          </a:solidFill>
          <a:effectLst>
            <a:outerShdw blurRad="38100" dist="38100" dir="2700000" algn="tl">
              <a:srgbClr val="000000"/>
            </a:outerShdw>
          </a:effectLst>
          <a:latin typeface="Tahoma" panose="020B0604030504040204" pitchFamily="34" charset="0"/>
          <a:ea typeface="宋体" panose="02010600030101010101" pitchFamily="2" charset="-122"/>
        </a:defRPr>
      </a:lvl9pPr>
    </p:titleStyle>
    <p:bodyStyle>
      <a:lvl1pPr marL="342900" indent="-342900" algn="l" rtl="0" fontAlgn="base">
        <a:spcBef>
          <a:spcPct val="20000"/>
        </a:spcBef>
        <a:spcAft>
          <a:spcPct val="0"/>
        </a:spcAft>
        <a:buClr>
          <a:schemeClr val="hlink"/>
        </a:buClr>
        <a:buSzPct val="120000"/>
        <a:buChar char="•"/>
        <a:defRPr sz="3200" kern="1200">
          <a:solidFill>
            <a:schemeClr val="tx1"/>
          </a:solidFill>
          <a:effectLst>
            <a:outerShdw blurRad="38100" dist="38100" dir="2700000" algn="tl">
              <a:srgbClr val="000000"/>
            </a:outerShdw>
          </a:effectLst>
          <a:latin typeface="+mn-lt"/>
          <a:ea typeface="+mn-ea"/>
          <a:cs typeface="+mn-cs"/>
        </a:defRPr>
      </a:lvl1pPr>
      <a:lvl2pPr marL="742950" indent="-285750" algn="l" rtl="0" fontAlgn="base">
        <a:spcBef>
          <a:spcPct val="20000"/>
        </a:spcBef>
        <a:spcAft>
          <a:spcPct val="0"/>
        </a:spcAft>
        <a:buFont typeface="Tahoma" panose="020B0604030504040204" pitchFamily="34" charset="0"/>
        <a:buChar char="–"/>
        <a:defRPr sz="2800" kern="1200">
          <a:solidFill>
            <a:schemeClr val="tx1"/>
          </a:solidFill>
          <a:effectLst>
            <a:outerShdw blurRad="38100" dist="38100" dir="2700000" algn="tl">
              <a:srgbClr val="000000"/>
            </a:outerShdw>
          </a:effectLst>
          <a:latin typeface="+mn-lt"/>
          <a:ea typeface="+mn-ea"/>
          <a:cs typeface="+mn-cs"/>
        </a:defRPr>
      </a:lvl2pPr>
      <a:lvl3pPr marL="1143000" indent="-228600" algn="l" rtl="0" fontAlgn="base">
        <a:spcBef>
          <a:spcPct val="20000"/>
        </a:spcBef>
        <a:spcAft>
          <a:spcPct val="0"/>
        </a:spcAft>
        <a:buClr>
          <a:schemeClr val="hlink"/>
        </a:buClr>
        <a:buSzPct val="120000"/>
        <a:buChar char="•"/>
        <a:defRPr sz="2400" kern="1200">
          <a:solidFill>
            <a:schemeClr val="tx1"/>
          </a:solidFill>
          <a:effectLst>
            <a:outerShdw blurRad="38100" dist="38100" dir="2700000" algn="tl">
              <a:srgbClr val="000000"/>
            </a:outerShdw>
          </a:effectLst>
          <a:latin typeface="+mn-lt"/>
          <a:ea typeface="+mn-ea"/>
          <a:cs typeface="+mn-cs"/>
        </a:defRPr>
      </a:lvl3pPr>
      <a:lvl4pPr marL="1600200" indent="-228600" algn="l" rtl="0" fontAlgn="base">
        <a:spcBef>
          <a:spcPct val="20000"/>
        </a:spcBef>
        <a:spcAft>
          <a:spcPct val="0"/>
        </a:spcAft>
        <a:buFont typeface="Tahoma" panose="020B0604030504040204" pitchFamily="34" charset="0"/>
        <a:buChar char="–"/>
        <a:defRPr sz="2000" kern="1200">
          <a:solidFill>
            <a:schemeClr val="tx1"/>
          </a:solidFill>
          <a:effectLst>
            <a:outerShdw blurRad="38100" dist="38100" dir="2700000" algn="tl">
              <a:srgbClr val="000000"/>
            </a:outerShdw>
          </a:effectLst>
          <a:latin typeface="+mn-lt"/>
          <a:ea typeface="+mn-ea"/>
          <a:cs typeface="+mn-cs"/>
        </a:defRPr>
      </a:lvl4pPr>
      <a:lvl5pPr marL="2057400" indent="-228600" algn="l" rtl="0" fontAlgn="base">
        <a:spcBef>
          <a:spcPct val="20000"/>
        </a:spcBef>
        <a:spcAft>
          <a:spcPct val="0"/>
        </a:spcAft>
        <a:buClr>
          <a:schemeClr val="hlink"/>
        </a:buClr>
        <a:buSzPct val="80000"/>
        <a:buFont typeface="Wingdings" panose="05000000000000000000" pitchFamily="2" charset="2"/>
        <a:buChar char="v"/>
        <a:defRPr sz="2000" kern="1200">
          <a:solidFill>
            <a:schemeClr val="tx1"/>
          </a:solidFill>
          <a:effectLst>
            <a:outerShdw blurRad="38100" dist="38100" dir="2700000" algn="tl">
              <a:srgbClr val="000000"/>
            </a:outerShdw>
          </a:effectLst>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3074" name="Rectangle 2"/>
          <p:cNvSpPr>
            <a:spLocks noGrp="1"/>
          </p:cNvSpPr>
          <p:nvPr>
            <p:ph type="title"/>
          </p:nvPr>
        </p:nvSpPr>
        <p:spPr>
          <a:xfrm>
            <a:off x="457200" y="274638"/>
            <a:ext cx="8229600" cy="1143000"/>
          </a:xfrm>
          <a:prstGeom prst="rect">
            <a:avLst/>
          </a:prstGeom>
          <a:noFill/>
          <a:ln w="9525">
            <a:noFill/>
          </a:ln>
        </p:spPr>
        <p:txBody>
          <a:bodyPr anchor="ctr" anchorCtr="0"/>
          <a:p>
            <a:pPr lvl="0"/>
            <a:r>
              <a:rPr lang="zh-CN" altLang="en-US" dirty="0"/>
              <a:t>单击此处编辑母版标题样式</a:t>
            </a:r>
            <a:endParaRPr lang="zh-CN" altLang="en-US" dirty="0"/>
          </a:p>
        </p:txBody>
      </p:sp>
      <p:sp>
        <p:nvSpPr>
          <p:cNvPr id="3075" name="Rectangle 3"/>
          <p:cNvSpPr>
            <a:spLocks noGrp="1"/>
          </p:cNvSpPr>
          <p:nvPr>
            <p:ph type="body" idx="1"/>
          </p:nvPr>
        </p:nvSpPr>
        <p:spPr>
          <a:xfrm>
            <a:off x="457200" y="1600200"/>
            <a:ext cx="8229600" cy="4525963"/>
          </a:xfrm>
          <a:prstGeom prst="rect">
            <a:avLst/>
          </a:prstGeom>
          <a:noFill/>
          <a:ln w="9525">
            <a:noFill/>
          </a:ln>
        </p:spPr>
        <p:txBody>
          <a:bodyPr/>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93540" name="Rectangle 4"/>
          <p:cNvSpPr>
            <a:spLocks noGrp="1" noChangeArrowheads="1"/>
          </p:cNvSpPr>
          <p:nvPr>
            <p:ph type="dt" sz="half" idx="2"/>
          </p:nvPr>
        </p:nvSpPr>
        <p:spPr bwMode="auto">
          <a:xfrm>
            <a:off x="457200" y="6245225"/>
            <a:ext cx="2133600" cy="476250"/>
          </a:xfrm>
          <a:prstGeom prst="rect">
            <a:avLst/>
          </a:prstGeom>
          <a:noFill/>
          <a:ln>
            <a:noFill/>
          </a:ln>
          <a:effectLst/>
        </p:spPr>
        <p:txBody>
          <a:bodyPr vert="horz" wrap="square" lIns="91440" tIns="45720" rIns="91440" bIns="45720" numCol="1" anchor="t" anchorCtr="0" compatLnSpc="1"/>
          <a:lstStyle>
            <a:lvl1pPr>
              <a:defRPr kumimoji="0" sz="1400">
                <a:latin typeface="+mn-lt"/>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93541" name="Rectangle 5"/>
          <p:cNvSpPr>
            <a:spLocks noGrp="1" noChangeArrowheads="1"/>
          </p:cNvSpPr>
          <p:nvPr>
            <p:ph type="ftr" sz="quarter" idx="3"/>
          </p:nvPr>
        </p:nvSpPr>
        <p:spPr bwMode="auto">
          <a:xfrm>
            <a:off x="3124200" y="6245225"/>
            <a:ext cx="2895600" cy="476250"/>
          </a:xfrm>
          <a:prstGeom prst="rect">
            <a:avLst/>
          </a:prstGeom>
          <a:noFill/>
          <a:ln>
            <a:noFill/>
          </a:ln>
          <a:effectLst/>
        </p:spPr>
        <p:txBody>
          <a:bodyPr vert="horz" wrap="square" lIns="91440" tIns="45720" rIns="91440" bIns="45720" numCol="1" anchor="t" anchorCtr="0" compatLnSpc="1"/>
          <a:lstStyle>
            <a:lvl1pPr algn="ctr">
              <a:defRPr kumimoji="0" sz="1400">
                <a:latin typeface="+mn-lt"/>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93542" name="Rectangle 6"/>
          <p:cNvSpPr>
            <a:spLocks noGrp="1" noChangeArrowheads="1"/>
          </p:cNvSpPr>
          <p:nvPr>
            <p:ph type="sldNum" sz="quarter" idx="4"/>
          </p:nvPr>
        </p:nvSpPr>
        <p:spPr bwMode="auto">
          <a:xfrm>
            <a:off x="6553200" y="6245225"/>
            <a:ext cx="2133600" cy="476250"/>
          </a:xfrm>
          <a:prstGeom prst="rect">
            <a:avLst/>
          </a:prstGeom>
          <a:noFill/>
          <a:ln>
            <a:noFill/>
          </a:ln>
          <a:effectLst/>
        </p:spPr>
        <p:txBody>
          <a:bodyPr vert="horz" wrap="square" lIns="91440" tIns="45720" rIns="91440" bIns="45720" numCol="1" anchor="t" anchorCtr="0" compatLnSpc="1"/>
          <a:lstStyle>
            <a:lvl1pPr algn="r">
              <a:defRPr sz="1400">
                <a:latin typeface="Arial" panose="020B0604020202020204" pitchFamily="34" charset="0"/>
              </a:defRPr>
            </a:lvl1pPr>
          </a:lstStyle>
          <a:p>
            <a:pPr lvl="0" eaLnBrk="1" hangingPunct="1"/>
            <a:fld id="{9A0DB2DC-4C9A-4742-B13C-FB6460FD3503}" type="slidenum">
              <a:rPr lang="zh-CN" altLang="en-US" dirty="0"/>
            </a:fld>
            <a:endParaRPr lang="zh-CN" altLang="en-US" dirty="0">
              <a:latin typeface="Times New Roman" panose="02020603050405020304" pitchFamily="18" charset="0"/>
            </a:endParaRPr>
          </a:p>
        </p:txBody>
      </p:sp>
      <p:sp>
        <p:nvSpPr>
          <p:cNvPr id="3079" name="Rectangle 7"/>
          <p:cNvSpPr/>
          <p:nvPr userDrawn="1"/>
        </p:nvSpPr>
        <p:spPr>
          <a:xfrm>
            <a:off x="0" y="0"/>
            <a:ext cx="533400" cy="6553200"/>
          </a:xfrm>
          <a:prstGeom prst="rect">
            <a:avLst/>
          </a:prstGeom>
          <a:noFill/>
          <a:ln w="9525">
            <a:noFill/>
          </a:ln>
        </p:spPr>
        <p:txBody>
          <a:bodyPr anchor="b" anchorCtr="0"/>
          <a:p>
            <a:pPr lvl="0" algn="ctr" eaLnBrk="1" hangingPunct="1"/>
            <a:r>
              <a:rPr lang="zh-CN" altLang="en-US" sz="2000" dirty="0">
                <a:latin typeface="Arial" panose="020B0604020202020204" pitchFamily="34" charset="0"/>
              </a:rPr>
              <a:t>福建师范大学地理学院地理信息系统专业课程</a:t>
            </a:r>
            <a:endParaRPr lang="zh-CN" altLang="en-US" sz="2000" dirty="0">
              <a:latin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Lst>
  <p:hf sldNum="0" hdr="0" ftr="0" dt="0"/>
  <p:txStyles>
    <p:titleStyle>
      <a:lvl1pPr algn="ctr" rtl="0" fontAlgn="base">
        <a:spcBef>
          <a:spcPct val="0"/>
        </a:spcBef>
        <a:spcAft>
          <a:spcPct val="0"/>
        </a:spcAft>
        <a:defRPr sz="44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audio1.wav"/><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audio" Target="../media/audio1.wav"/></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audio" Target="../media/audio1.wav"/></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hyperlink" Target="http://vrmlpad.parallelgraphics.com/" TargetMode="External"/><Relationship Id="rId2" Type="http://schemas.openxmlformats.org/officeDocument/2006/relationships/hyperlink" Target="http://www.cosmosoftware.com/" TargetMode="External"/><Relationship Id="rId1" Type="http://schemas.openxmlformats.org/officeDocument/2006/relationships/hyperlink" Target="http://ca.com/cosmo/" TargetMode="Externa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http://vrmlpad.parallelgraphics.com/"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4.png"/><Relationship Id="rId3" Type="http://schemas.microsoft.com/office/2007/relationships/media" Target="file:///I:\320_QT\GMF\GP012.MOV" TargetMode="External"/><Relationship Id="rId2" Type="http://schemas.openxmlformats.org/officeDocument/2006/relationships/video" Target="file:///I:\320_QT\GMF\GP012.MOV" TargetMode="External"/><Relationship Id="rId1" Type="http://schemas.openxmlformats.org/officeDocument/2006/relationships/image" Target="../media/image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6.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7.pn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9.pn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5.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10.jpeg"/></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7938" name="Rectangle 2"/>
          <p:cNvSpPr>
            <a:spLocks noGrp="1"/>
          </p:cNvSpPr>
          <p:nvPr>
            <p:ph type="ctrTitle"/>
          </p:nvPr>
        </p:nvSpPr>
        <p:spPr>
          <a:xfrm>
            <a:off x="914400" y="914400"/>
            <a:ext cx="7924800" cy="1371600"/>
          </a:xfrm>
          <a:ln/>
        </p:spPr>
        <p:txBody>
          <a:bodyPr vert="horz" wrap="square" lIns="91440" tIns="45720" rIns="91440" bIns="45720" anchor="ctr" anchorCtr="0"/>
          <a:p>
            <a:pPr eaLnBrk="1" hangingPunct="1">
              <a:buClrTx/>
              <a:buSzTx/>
              <a:buFontTx/>
            </a:pPr>
            <a:r>
              <a:rPr kumimoji="1" lang="zh-CN" altLang="en-US" sz="6000" kern="1200" dirty="0">
                <a:latin typeface="+mj-lt"/>
                <a:ea typeface="华文彩云" panose="02010800040101010101" pitchFamily="2" charset="-122"/>
                <a:cs typeface="+mj-cs"/>
              </a:rPr>
              <a:t>虚拟地理环境及其应用</a:t>
            </a:r>
            <a:endParaRPr kumimoji="1" lang="zh-CN" altLang="en-US" sz="6000" kern="1200" dirty="0">
              <a:latin typeface="+mj-lt"/>
              <a:ea typeface="华文彩云" panose="02010800040101010101" pitchFamily="2" charset="-122"/>
              <a:cs typeface="+mj-cs"/>
            </a:endParaRPr>
          </a:p>
        </p:txBody>
      </p:sp>
      <p:sp>
        <p:nvSpPr>
          <p:cNvPr id="167939" name="Rectangle 3"/>
          <p:cNvSpPr>
            <a:spLocks noGrp="1"/>
          </p:cNvSpPr>
          <p:nvPr>
            <p:ph type="subTitle" idx="1"/>
          </p:nvPr>
        </p:nvSpPr>
        <p:spPr>
          <a:xfrm>
            <a:off x="3581400" y="2743200"/>
            <a:ext cx="2973388" cy="457200"/>
          </a:xfrm>
          <a:ln/>
        </p:spPr>
        <p:txBody>
          <a:bodyPr vert="horz" wrap="square" lIns="91440" tIns="45720" rIns="91440" bIns="45720" anchor="t" anchorCtr="0"/>
          <a:p>
            <a:pPr eaLnBrk="1" hangingPunct="1">
              <a:buSzTx/>
            </a:pPr>
            <a:r>
              <a:rPr kumimoji="1" lang="zh-CN" altLang="en-US" sz="2400" kern="1200" dirty="0">
                <a:solidFill>
                  <a:srgbClr val="0066FF"/>
                </a:solidFill>
                <a:latin typeface="隶书" panose="02010509060101010101" pitchFamily="49" charset="-122"/>
                <a:ea typeface="隶书" panose="02010509060101010101" pitchFamily="49" charset="-122"/>
                <a:cs typeface="+mn-cs"/>
              </a:rPr>
              <a:t>主讲:江辉仙</a:t>
            </a:r>
            <a:endParaRPr kumimoji="1" lang="zh-CN" altLang="en-US" sz="2400" kern="1200" dirty="0">
              <a:solidFill>
                <a:srgbClr val="0066FF"/>
              </a:solidFill>
              <a:latin typeface="隶书" panose="02010509060101010101" pitchFamily="49" charset="-122"/>
              <a:ea typeface="隶书" panose="02010509060101010101" pitchFamily="49" charset="-122"/>
              <a:cs typeface="+mn-cs"/>
            </a:endParaRPr>
          </a:p>
        </p:txBody>
      </p:sp>
      <p:sp>
        <p:nvSpPr>
          <p:cNvPr id="167940" name="Rectangle 4"/>
          <p:cNvSpPr>
            <a:spLocks noRot="1"/>
          </p:cNvSpPr>
          <p:nvPr/>
        </p:nvSpPr>
        <p:spPr>
          <a:xfrm>
            <a:off x="1042988" y="3429000"/>
            <a:ext cx="8101012" cy="1368425"/>
          </a:xfrm>
          <a:prstGeom prst="rect">
            <a:avLst/>
          </a:prstGeom>
          <a:noFill/>
          <a:ln w="9525">
            <a:noFill/>
          </a:ln>
        </p:spPr>
        <p:txBody>
          <a:bodyPr/>
          <a:p>
            <a:pPr eaLnBrk="1" hangingPunct="1">
              <a:spcBef>
                <a:spcPct val="20000"/>
              </a:spcBef>
              <a:buClr>
                <a:schemeClr val="folHlink"/>
              </a:buClr>
              <a:buSzPct val="85000"/>
              <a:buFont typeface="Wingdings 2" panose="05020102010507070707" pitchFamily="18" charset="2"/>
            </a:pPr>
            <a:r>
              <a:rPr lang="zh-CN" altLang="en-US" sz="3000" dirty="0">
                <a:latin typeface="Arial" panose="020B0604020202020204" pitchFamily="34" charset="0"/>
                <a:ea typeface="华文彩云" panose="02010800040101010101" pitchFamily="2" charset="-122"/>
              </a:rPr>
              <a:t>福建师范大学地理学院地理信息系统专业课程</a:t>
            </a:r>
            <a:endParaRPr lang="zh-CN" altLang="en-US" sz="3000" dirty="0">
              <a:latin typeface="Arial" panose="020B0604020202020204" pitchFamily="34" charset="0"/>
              <a:ea typeface="华文彩云" panose="02010800040101010101" pitchFamily="2" charset="-122"/>
            </a:endParaRPr>
          </a:p>
        </p:txBody>
      </p:sp>
      <p:sp>
        <p:nvSpPr>
          <p:cNvPr id="167941" name="Rectangle 5"/>
          <p:cNvSpPr/>
          <p:nvPr/>
        </p:nvSpPr>
        <p:spPr>
          <a:xfrm>
            <a:off x="990600" y="6400800"/>
            <a:ext cx="2971800" cy="457200"/>
          </a:xfrm>
          <a:prstGeom prst="rect">
            <a:avLst/>
          </a:prstGeom>
          <a:noFill/>
          <a:ln w="9525">
            <a:noFill/>
          </a:ln>
        </p:spPr>
        <p:txBody>
          <a:bodyPr/>
          <a:p>
            <a:pPr algn="ctr" eaLnBrk="1" hangingPunct="1">
              <a:spcBef>
                <a:spcPct val="20000"/>
              </a:spcBef>
              <a:buClr>
                <a:schemeClr val="accent2"/>
              </a:buClr>
              <a:buFont typeface="Wingdings" panose="05000000000000000000" pitchFamily="2" charset="2"/>
            </a:pPr>
            <a:endParaRPr lang="zh-CN" altLang="en-US" sz="2000" dirty="0">
              <a:solidFill>
                <a:srgbClr val="0066FF"/>
              </a:solidFill>
              <a:latin typeface="Times New Roman" panose="02020603050405020304" pitchFamily="18" charset="0"/>
            </a:endParaRPr>
          </a:p>
        </p:txBody>
      </p:sp>
      <p:pic>
        <p:nvPicPr>
          <p:cNvPr id="39942" name="Picture 7"/>
          <p:cNvPicPr>
            <a:picLocks noChangeAspect="1"/>
          </p:cNvPicPr>
          <p:nvPr/>
        </p:nvPicPr>
        <p:blipFill>
          <a:blip r:embed="rId1"/>
          <a:stretch>
            <a:fillRect/>
          </a:stretch>
        </p:blipFill>
        <p:spPr>
          <a:xfrm>
            <a:off x="1042988" y="5805488"/>
            <a:ext cx="8101012" cy="1052512"/>
          </a:xfrm>
          <a:prstGeom prst="rect">
            <a:avLst/>
          </a:prstGeom>
          <a:noFill/>
          <a:ln w="9525">
            <a:no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iterate type="lt">
                                    <p:tmPct val="100000"/>
                                  </p:iterate>
                                  <p:childTnLst>
                                    <p:set>
                                      <p:cBhvr>
                                        <p:cTn id="6" dur="1" fill="hold">
                                          <p:stCondLst>
                                            <p:cond delay="0"/>
                                          </p:stCondLst>
                                        </p:cTn>
                                        <p:tgtEl>
                                          <p:spTgt spid="167938">
                                            <p:txEl>
                                              <p:charRg st="0" end="11"/>
                                            </p:txEl>
                                          </p:spTgt>
                                        </p:tgtEl>
                                        <p:attrNameLst>
                                          <p:attrName>style.visibility</p:attrName>
                                        </p:attrNameLst>
                                      </p:cBhvr>
                                      <p:to>
                                        <p:strVal val="visible"/>
                                      </p:to>
                                    </p:set>
                                    <p:animEffect transition="in" filter="wipe(up)">
                                      <p:cBhvr>
                                        <p:cTn id="7" dur="75"/>
                                        <p:tgtEl>
                                          <p:spTgt spid="167938">
                                            <p:txEl>
                                              <p:charRg st="0" end="11"/>
                                            </p:txEl>
                                          </p:spTgt>
                                        </p:tgtEl>
                                      </p:cBhvr>
                                    </p:animEffect>
                                  </p:childTnLst>
                                  <p:subTnLst>
                                    <p:audio>
                                      <p:cMediaNode>
                                        <p:cTn display="0" masterRel="sameClick">
                                          <p:stCondLst>
                                            <p:cond evt="begin" delay="0">
                                              <p:tn val="5"/>
                                            </p:cond>
                                          </p:stCondLst>
                                          <p:endCondLst>
                                            <p:cond evt="onStopAudio" delay="0">
                                              <p:tgtEl>
                                                <p:sldTgt/>
                                              </p:tgtEl>
                                            </p:cond>
                                          </p:endCondLst>
                                        </p:cTn>
                                        <p:tgtEl>
                                          <p:sndTgt r:embed="rId2" name="type.wav"/>
                                        </p:tgtEl>
                                      </p:cMediaNode>
                                    </p:audio>
                                  </p:sub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iterate type="lt">
                                    <p:tmPct val="100000"/>
                                  </p:iterate>
                                  <p:childTnLst>
                                    <p:set>
                                      <p:cBhvr>
                                        <p:cTn id="11" dur="1" fill="hold">
                                          <p:stCondLst>
                                            <p:cond delay="0"/>
                                          </p:stCondLst>
                                        </p:cTn>
                                        <p:tgtEl>
                                          <p:spTgt spid="167940">
                                            <p:txEl>
                                              <p:charRg st="0" end="21"/>
                                            </p:txEl>
                                          </p:spTgt>
                                        </p:tgtEl>
                                        <p:attrNameLst>
                                          <p:attrName>style.visibility</p:attrName>
                                        </p:attrNameLst>
                                      </p:cBhvr>
                                      <p:to>
                                        <p:strVal val="visible"/>
                                      </p:to>
                                    </p:set>
                                    <p:animEffect transition="in" filter="wipe(up)">
                                      <p:cBhvr>
                                        <p:cTn id="12" dur="75"/>
                                        <p:tgtEl>
                                          <p:spTgt spid="167940">
                                            <p:txEl>
                                              <p:charRg st="0" end="21"/>
                                            </p:txEl>
                                          </p:spTgt>
                                        </p:tgtEl>
                                      </p:cBhvr>
                                    </p:animEffect>
                                  </p:childTnLst>
                                  <p:subTnLst>
                                    <p:audio>
                                      <p:cMediaNode>
                                        <p:cTn display="0" masterRel="sameClick">
                                          <p:stCondLst>
                                            <p:cond evt="begin" delay="0">
                                              <p:tn val="10"/>
                                            </p:cond>
                                          </p:stCondLst>
                                          <p:endCondLst>
                                            <p:cond evt="onStopAudio" delay="0">
                                              <p:tgtEl>
                                                <p:sldTgt/>
                                              </p:tgtEl>
                                            </p:cond>
                                          </p:endCondLst>
                                        </p:cTn>
                                        <p:tgtEl>
                                          <p:sndTgt r:embed="rId2" name="type.wav"/>
                                        </p:tgtEl>
                                      </p:cMediaNode>
                                    </p:audio>
                                  </p:sub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iterate type="lt">
                                    <p:tmPct val="100000"/>
                                  </p:iterate>
                                  <p:childTnLst>
                                    <p:set>
                                      <p:cBhvr>
                                        <p:cTn id="16" dur="1" fill="hold">
                                          <p:stCondLst>
                                            <p:cond delay="0"/>
                                          </p:stCondLst>
                                        </p:cTn>
                                        <p:tgtEl>
                                          <p:spTgt spid="167939">
                                            <p:txEl>
                                              <p:charRg st="0" end="7"/>
                                            </p:txEl>
                                          </p:spTgt>
                                        </p:tgtEl>
                                        <p:attrNameLst>
                                          <p:attrName>style.visibility</p:attrName>
                                        </p:attrNameLst>
                                      </p:cBhvr>
                                      <p:to>
                                        <p:strVal val="visible"/>
                                      </p:to>
                                    </p:set>
                                    <p:animEffect transition="in" filter="wipe(up)">
                                      <p:cBhvr>
                                        <p:cTn id="17" dur="75"/>
                                        <p:tgtEl>
                                          <p:spTgt spid="167939">
                                            <p:txEl>
                                              <p:charRg st="0" end="7"/>
                                            </p:txEl>
                                          </p:spTgt>
                                        </p:tgtEl>
                                      </p:cBhvr>
                                    </p:animEffect>
                                  </p:childTnLst>
                                  <p:subTnLst>
                                    <p:audio>
                                      <p:cMediaNode>
                                        <p:cTn display="0" masterRel="sameClick">
                                          <p:stCondLst>
                                            <p:cond evt="begin" delay="0">
                                              <p:tn val="15"/>
                                            </p:cond>
                                          </p:stCondLst>
                                          <p:endCondLst>
                                            <p:cond evt="onStopAudio" delay="0">
                                              <p:tgtEl>
                                                <p:sldTgt/>
                                              </p:tgtEl>
                                            </p:cond>
                                          </p:endCondLst>
                                        </p:cTn>
                                        <p:tgtEl>
                                          <p:sndTgt r:embed="rId2" name="type.wav"/>
                                        </p:tgtEl>
                                      </p:cMediaNode>
                                    </p:audio>
                                  </p:sub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nodePh="1">
                                  <p:stCondLst>
                                    <p:cond delay="0"/>
                                  </p:stCondLst>
                                  <p:endCondLst>
                                    <p:cond evt="begin" delay="0">
                                      <p:tn val="20"/>
                                    </p:cond>
                                  </p:endCondLst>
                                  <p:iterate type="lt">
                                    <p:tmPct val="100000"/>
                                  </p:iterate>
                                  <p:childTnLst>
                                    <p:set>
                                      <p:cBhvr>
                                        <p:cTn id="21" dur="1" fill="hold">
                                          <p:stCondLst>
                                            <p:cond delay="0"/>
                                          </p:stCondLst>
                                        </p:cTn>
                                        <p:tgtEl>
                                          <p:spTgt spid="167941">
                                            <p:txEl>
                                              <p:charRg st="0" end="1"/>
                                            </p:txEl>
                                          </p:spTgt>
                                        </p:tgtEl>
                                        <p:attrNameLst>
                                          <p:attrName>style.visibility</p:attrName>
                                        </p:attrNameLst>
                                      </p:cBhvr>
                                      <p:to>
                                        <p:strVal val="visible"/>
                                      </p:to>
                                    </p:set>
                                    <p:animEffect transition="in" filter="wipe(up)">
                                      <p:cBhvr>
                                        <p:cTn id="22" dur="75"/>
                                        <p:tgtEl>
                                          <p:spTgt spid="167941">
                                            <p:txEl>
                                              <p:charRg st="0" end="1"/>
                                            </p:txEl>
                                          </p:spTgt>
                                        </p:tgtEl>
                                      </p:cBhvr>
                                    </p:animEffect>
                                  </p:childTnLst>
                                  <p:subTnLst>
                                    <p:audio>
                                      <p:cMediaNode>
                                        <p:cTn display="0" masterRel="sameClick">
                                          <p:stCondLst>
                                            <p:cond evt="begin" delay="0">
                                              <p:tn val="20"/>
                                            </p:cond>
                                          </p:stCondLst>
                                          <p:endCondLst>
                                            <p:cond evt="onStopAudio" delay="0">
                                              <p:tgtEl>
                                                <p:sldTgt/>
                                              </p:tgtEl>
                                            </p:cond>
                                          </p:endCondLst>
                                        </p:cTn>
                                        <p:tgtEl>
                                          <p:sndTgt r:embed="rId2" name="typ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7938" grpId="0" build="p"/>
      <p:bldP spid="167939" grpId="0" build="p"/>
      <p:bldP spid="167940" grpId="0" build="p"/>
      <p:bldP spid="167941"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6915" name="Rectangle 1027"/>
          <p:cNvSpPr>
            <a:spLocks noGrp="1" noChangeArrowheads="1"/>
          </p:cNvSpPr>
          <p:nvPr>
            <p:ph type="subTitle" sz="quarter" idx="1"/>
          </p:nvPr>
        </p:nvSpPr>
        <p:spPr>
          <a:xfrm>
            <a:off x="900113" y="1484313"/>
            <a:ext cx="7956550" cy="3168650"/>
          </a:xfrm>
        </p:spPr>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20000"/>
              </a:spcBef>
              <a:spcAft>
                <a:spcPct val="0"/>
              </a:spcAft>
              <a:buClr>
                <a:schemeClr val="hlink"/>
              </a:buClr>
              <a:buSzPct val="120000"/>
              <a:buFontTx/>
              <a:buNone/>
              <a:defRPr/>
            </a:pPr>
            <a:r>
              <a:rPr kumimoji="0" lang="zh-CN" altLang="en-US" sz="6000" b="0" i="0" u="none" strike="noStrike" kern="1200" cap="none" spc="0" normalizeH="0" baseline="0" noProof="0">
                <a:ln>
                  <a:noFill/>
                </a:ln>
                <a:solidFill>
                  <a:schemeClr val="tx1"/>
                </a:solidFill>
                <a:effectLst>
                  <a:outerShdw blurRad="38100" dist="38100" dir="2700000" algn="tl">
                    <a:srgbClr val="000000"/>
                  </a:outerShdw>
                </a:effectLst>
                <a:uLnTx/>
                <a:uFillTx/>
                <a:latin typeface="黑体" panose="02010609060101010101" pitchFamily="2" charset="-122"/>
                <a:ea typeface="黑体" panose="02010609060101010101" pitchFamily="2" charset="-122"/>
                <a:cs typeface="+mn-cs"/>
              </a:rPr>
              <a:t>中篇</a:t>
            </a:r>
            <a:endParaRPr kumimoji="0" lang="en-US" altLang="zh-CN" sz="4800" b="0" i="0" u="none" strike="noStrike" kern="1200" cap="none" spc="0" normalizeH="0" baseline="0" noProof="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ctr" defTabSz="914400" rtl="0" eaLnBrk="1" fontAlgn="base" latinLnBrk="0" hangingPunct="1">
              <a:lnSpc>
                <a:spcPct val="100000"/>
              </a:lnSpc>
              <a:spcBef>
                <a:spcPct val="20000"/>
              </a:spcBef>
              <a:spcAft>
                <a:spcPct val="0"/>
              </a:spcAft>
              <a:buClr>
                <a:schemeClr val="hlink"/>
              </a:buClr>
              <a:buSzPct val="120000"/>
              <a:buFontTx/>
              <a:buNone/>
              <a:defRPr/>
            </a:pPr>
            <a:r>
              <a:rPr kumimoji="0" lang="en-US" altLang="zh-CN" sz="6000" b="0" i="0" u="none" strike="noStrike" kern="1200" cap="none" spc="0" normalizeH="0" baseline="0" noProof="0">
                <a:ln>
                  <a:noFill/>
                </a:ln>
                <a:solidFill>
                  <a:schemeClr val="tx1"/>
                </a:solidFill>
                <a:effectLst>
                  <a:outerShdw blurRad="38100" dist="38100" dir="2700000" algn="tl">
                    <a:srgbClr val="000000"/>
                  </a:outerShdw>
                </a:effectLst>
                <a:uLnTx/>
                <a:uFillTx/>
                <a:latin typeface="黑体" panose="02010609060101010101" pitchFamily="2" charset="-122"/>
                <a:ea typeface="黑体" panose="02010609060101010101" pitchFamily="2" charset="-122"/>
                <a:cs typeface="+mn-cs"/>
              </a:rPr>
              <a:t>VRML</a:t>
            </a:r>
            <a:r>
              <a:rPr kumimoji="0" lang="zh-CN" altLang="en-US" sz="6000" b="1" i="0" u="none" strike="noStrike" kern="1200" cap="none" spc="0" normalizeH="0" baseline="0" noProof="0">
                <a:ln>
                  <a:noFill/>
                </a:ln>
                <a:solidFill>
                  <a:schemeClr val="tx2"/>
                </a:solidFill>
                <a:effectLst>
                  <a:outerShdw blurRad="38100" dist="38100" dir="2700000" algn="tl">
                    <a:srgbClr val="000000"/>
                  </a:outerShdw>
                </a:effectLst>
                <a:uLnTx/>
                <a:uFillTx/>
                <a:latin typeface="黑体" panose="02010609060101010101" pitchFamily="2" charset="-122"/>
                <a:ea typeface="黑体" panose="02010609060101010101" pitchFamily="2" charset="-122"/>
                <a:cs typeface="+mn-cs"/>
              </a:rPr>
              <a:t>虚拟现实造型语言</a:t>
            </a:r>
            <a:endParaRPr kumimoji="0" lang="zh-CN" altLang="en-US" sz="6000" b="1" i="0" u="none" strike="noStrike" kern="1200" cap="none" spc="0" normalizeH="0" baseline="0" noProof="0">
              <a:ln>
                <a:noFill/>
              </a:ln>
              <a:solidFill>
                <a:schemeClr val="tx2"/>
              </a:solidFill>
              <a:effectLst>
                <a:outerShdw blurRad="38100" dist="38100" dir="2700000" algn="tl">
                  <a:srgbClr val="000000"/>
                </a:outerShdw>
              </a:effectLst>
              <a:uLnTx/>
              <a:uFillTx/>
              <a:latin typeface="黑体" panose="02010609060101010101" pitchFamily="2" charset="-122"/>
              <a:ea typeface="黑体" panose="02010609060101010101" pitchFamily="2" charset="-122"/>
              <a:cs typeface="+mn-cs"/>
            </a:endParaRPr>
          </a:p>
          <a:p>
            <a:pPr marL="0" marR="0" lvl="0" indent="0" algn="l" defTabSz="914400" rtl="0" eaLnBrk="1" fontAlgn="base" latinLnBrk="0" hangingPunct="1">
              <a:lnSpc>
                <a:spcPct val="100000"/>
              </a:lnSpc>
              <a:spcBef>
                <a:spcPct val="20000"/>
              </a:spcBef>
              <a:spcAft>
                <a:spcPct val="0"/>
              </a:spcAft>
              <a:buClr>
                <a:schemeClr val="hlink"/>
              </a:buClr>
              <a:buSzPct val="120000"/>
              <a:buFontTx/>
              <a:buNone/>
              <a:defRPr/>
            </a:pPr>
            <a:endParaRPr kumimoji="0" lang="zh-CN" altLang="en-US" sz="4800" b="0" i="0" u="none" strike="noStrike" kern="1200" cap="none" spc="0" normalizeH="0" baseline="0" noProof="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ctr" defTabSz="914400" rtl="0" eaLnBrk="1" fontAlgn="base" latinLnBrk="0" hangingPunct="1">
              <a:lnSpc>
                <a:spcPct val="100000"/>
              </a:lnSpc>
              <a:spcBef>
                <a:spcPct val="20000"/>
              </a:spcBef>
              <a:spcAft>
                <a:spcPct val="0"/>
              </a:spcAft>
              <a:buClr>
                <a:schemeClr val="hlink"/>
              </a:buClr>
              <a:buSzPct val="120000"/>
              <a:buFontTx/>
              <a:buNone/>
              <a:defRPr/>
            </a:pPr>
            <a:endParaRPr kumimoji="0" lang="en-US" altLang="zh-CN" sz="4800" b="1" i="0" u="none" strike="noStrike" kern="1200" cap="none" spc="0" normalizeH="0" baseline="0" noProof="0">
              <a:ln>
                <a:noFill/>
              </a:ln>
              <a:solidFill>
                <a:schemeClr val="tx2"/>
              </a:solidFill>
              <a:effectLst>
                <a:outerShdw blurRad="38100" dist="38100" dir="2700000" algn="tl">
                  <a:srgbClr val="000000"/>
                </a:outerShdw>
              </a:effectLst>
              <a:uLnTx/>
              <a:uFillTx/>
              <a:latin typeface="宋体" panose="02010600030101010101" pitchFamily="2" charset="-122"/>
              <a:ea typeface="+mn-ea"/>
              <a:cs typeface="+mn-cs"/>
            </a:endParaRPr>
          </a:p>
        </p:txBody>
      </p:sp>
      <p:sp>
        <p:nvSpPr>
          <p:cNvPr id="166918" name="Rectangle 1030"/>
          <p:cNvSpPr>
            <a:spLocks noRot="1"/>
          </p:cNvSpPr>
          <p:nvPr/>
        </p:nvSpPr>
        <p:spPr>
          <a:xfrm>
            <a:off x="228600" y="152400"/>
            <a:ext cx="457200" cy="6705600"/>
          </a:xfrm>
          <a:prstGeom prst="rect">
            <a:avLst/>
          </a:prstGeom>
          <a:noFill/>
          <a:ln w="9525">
            <a:noFill/>
          </a:ln>
        </p:spPr>
        <p:txBody>
          <a:bodyPr/>
          <a:p>
            <a:pPr eaLnBrk="1" hangingPunct="1">
              <a:spcBef>
                <a:spcPct val="20000"/>
              </a:spcBef>
              <a:buClr>
                <a:schemeClr val="folHlink"/>
              </a:buClr>
              <a:buSzPct val="85000"/>
              <a:buFont typeface="Wingdings 2" panose="05020102010507070707" pitchFamily="18" charset="2"/>
            </a:pPr>
            <a:r>
              <a:rPr lang="zh-CN" altLang="en-US" sz="2000" dirty="0">
                <a:latin typeface="Arial" panose="020B0604020202020204" pitchFamily="34" charset="0"/>
                <a:ea typeface="华文彩云" panose="02010800040101010101" pitchFamily="2" charset="-122"/>
              </a:rPr>
              <a:t>福建师范大学地理学院地理信息系统专业课程</a:t>
            </a:r>
            <a:endParaRPr lang="zh-CN" altLang="en-US" sz="2000" dirty="0">
              <a:latin typeface="Arial" panose="020B0604020202020204" pitchFamily="34" charset="0"/>
              <a:ea typeface="华文彩云" panose="02010800040101010101" pitchFamily="2"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iterate type="lt">
                                    <p:tmPct val="100000"/>
                                  </p:iterate>
                                  <p:childTnLst>
                                    <p:set>
                                      <p:cBhvr>
                                        <p:cTn id="6" dur="1" fill="hold">
                                          <p:stCondLst>
                                            <p:cond delay="0"/>
                                          </p:stCondLst>
                                        </p:cTn>
                                        <p:tgtEl>
                                          <p:spTgt spid="166918">
                                            <p:txEl>
                                              <p:charRg st="0" end="21"/>
                                            </p:txEl>
                                          </p:spTgt>
                                        </p:tgtEl>
                                        <p:attrNameLst>
                                          <p:attrName>style.visibility</p:attrName>
                                        </p:attrNameLst>
                                      </p:cBhvr>
                                      <p:to>
                                        <p:strVal val="visible"/>
                                      </p:to>
                                    </p:set>
                                    <p:animEffect transition="in" filter="wipe(up)">
                                      <p:cBhvr>
                                        <p:cTn id="7" dur="75"/>
                                        <p:tgtEl>
                                          <p:spTgt spid="166918">
                                            <p:txEl>
                                              <p:charRg st="0" end="21"/>
                                            </p:txEl>
                                          </p:spTgt>
                                        </p:tgtEl>
                                      </p:cBhvr>
                                    </p:animEffect>
                                  </p:childTnLst>
                                  <p:subTnLst>
                                    <p:audio>
                                      <p:cMediaNode>
                                        <p:cTn display="0" masterRel="sameClick">
                                          <p:stCondLst>
                                            <p:cond evt="begin" delay="0">
                                              <p:tn val="5"/>
                                            </p:cond>
                                          </p:stCondLst>
                                          <p:endCondLst>
                                            <p:cond evt="onStopAudio" delay="0">
                                              <p:tgtEl>
                                                <p:sldTgt/>
                                              </p:tgtEl>
                                            </p:cond>
                                          </p:endCondLst>
                                        </p:cTn>
                                        <p:tgtEl>
                                          <p:sndTgt r:embed="rId1" name="typ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6918"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6" name="Rectangle 1026"/>
          <p:cNvSpPr/>
          <p:nvPr/>
        </p:nvSpPr>
        <p:spPr>
          <a:xfrm>
            <a:off x="1476375" y="2997200"/>
            <a:ext cx="6915150" cy="3013075"/>
          </a:xfrm>
          <a:prstGeom prst="rect">
            <a:avLst/>
          </a:prstGeom>
          <a:noFill/>
          <a:ln w="9525">
            <a:noFill/>
          </a:ln>
        </p:spPr>
        <p:txBody>
          <a:bodyPr anchor="ctr" anchorCtr="0">
            <a:spAutoFit/>
          </a:bodyPr>
          <a:p>
            <a:pPr indent="276225" defTabSz="914400" eaLnBrk="1" hangingPunct="1">
              <a:tabLst>
                <a:tab pos="742950" algn="l"/>
              </a:tabLst>
            </a:pPr>
            <a:r>
              <a:rPr lang="zh-CN" altLang="en-US" dirty="0">
                <a:solidFill>
                  <a:schemeClr val="tx2"/>
                </a:solidFill>
                <a:latin typeface="Times New Roman" panose="02020603050405020304" pitchFamily="18" charset="0"/>
              </a:rPr>
              <a:t>     </a:t>
            </a:r>
            <a:r>
              <a:rPr lang="en-US" altLang="zh-CN" b="1" dirty="0">
                <a:solidFill>
                  <a:schemeClr val="tx2"/>
                </a:solidFill>
                <a:latin typeface="Times New Roman" panose="02020603050405020304" pitchFamily="18" charset="0"/>
              </a:rPr>
              <a:t>VRML</a:t>
            </a:r>
            <a:r>
              <a:rPr lang="zh-CN" altLang="en-US" b="1" dirty="0">
                <a:solidFill>
                  <a:schemeClr val="tx2"/>
                </a:solidFill>
                <a:latin typeface="Times New Roman" panose="02020603050405020304" pitchFamily="18" charset="0"/>
              </a:rPr>
              <a:t>是一种与互联网结合，用来描述三维交互世界的程序语言，可应用于创建虚拟现实的对象、景象和展示模型等。通过浏览器，互联网的用户可以观赏到由</a:t>
            </a:r>
            <a:r>
              <a:rPr lang="en-US" altLang="zh-CN" b="1" dirty="0">
                <a:solidFill>
                  <a:schemeClr val="tx2"/>
                </a:solidFill>
                <a:latin typeface="Times New Roman" panose="02020603050405020304" pitchFamily="18" charset="0"/>
              </a:rPr>
              <a:t>VRML</a:t>
            </a:r>
            <a:r>
              <a:rPr lang="zh-CN" altLang="en-US" b="1" dirty="0">
                <a:solidFill>
                  <a:schemeClr val="tx2"/>
                </a:solidFill>
                <a:latin typeface="Times New Roman" panose="02020603050405020304" pitchFamily="18" charset="0"/>
              </a:rPr>
              <a:t>创建的三维虚拟现实，而不再是二维的平面图形或图像。1996年8 月公布的</a:t>
            </a:r>
            <a:r>
              <a:rPr lang="en-US" altLang="zh-CN" b="1" dirty="0">
                <a:solidFill>
                  <a:schemeClr val="tx2"/>
                </a:solidFill>
                <a:latin typeface="Times New Roman" panose="02020603050405020304" pitchFamily="18" charset="0"/>
              </a:rPr>
              <a:t>VRML2.0</a:t>
            </a:r>
            <a:r>
              <a:rPr lang="zh-CN" altLang="en-US" b="1" dirty="0">
                <a:solidFill>
                  <a:schemeClr val="tx2"/>
                </a:solidFill>
                <a:latin typeface="Times New Roman" panose="02020603050405020304" pitchFamily="18" charset="0"/>
              </a:rPr>
              <a:t>加入了交互的功能，让用户可以与互联网上的虚拟现实有交互的连接方式。</a:t>
            </a:r>
            <a:endParaRPr lang="zh-CN" altLang="en-US" b="1" dirty="0">
              <a:solidFill>
                <a:schemeClr val="tx2"/>
              </a:solidFill>
              <a:latin typeface="Times New Roman" panose="02020603050405020304" pitchFamily="18" charset="0"/>
            </a:endParaRPr>
          </a:p>
          <a:p>
            <a:pPr indent="276225" defTabSz="914400" eaLnBrk="1" hangingPunct="1">
              <a:tabLst>
                <a:tab pos="742950" algn="l"/>
              </a:tabLst>
            </a:pPr>
            <a:endParaRPr lang="zh-CN" altLang="en-US" dirty="0">
              <a:solidFill>
                <a:schemeClr val="tx2"/>
              </a:solidFill>
              <a:latin typeface="Times New Roman" panose="02020603050405020304" pitchFamily="18" charset="0"/>
            </a:endParaRPr>
          </a:p>
        </p:txBody>
      </p:sp>
      <p:sp>
        <p:nvSpPr>
          <p:cNvPr id="41987" name="Rectangle 1027"/>
          <p:cNvSpPr/>
          <p:nvPr/>
        </p:nvSpPr>
        <p:spPr>
          <a:xfrm>
            <a:off x="2209800" y="1219200"/>
            <a:ext cx="3894138" cy="701675"/>
          </a:xfrm>
          <a:prstGeom prst="rect">
            <a:avLst/>
          </a:prstGeom>
          <a:noFill/>
          <a:ln w="9525">
            <a:noFill/>
          </a:ln>
        </p:spPr>
        <p:txBody>
          <a:bodyPr wrap="none">
            <a:spAutoFit/>
          </a:bodyPr>
          <a:p>
            <a:pPr eaLnBrk="1" hangingPunct="1"/>
            <a:r>
              <a:rPr lang="en-US" altLang="zh-CN" sz="4000" b="1" dirty="0">
                <a:solidFill>
                  <a:schemeClr val="tx2"/>
                </a:solidFill>
                <a:latin typeface="Times New Roman" panose="02020603050405020304" pitchFamily="18" charset="0"/>
              </a:rPr>
              <a:t>4.1    VRML</a:t>
            </a:r>
            <a:r>
              <a:rPr lang="zh-CN" altLang="en-US" sz="4000" b="1" dirty="0">
                <a:solidFill>
                  <a:schemeClr val="tx2"/>
                </a:solidFill>
                <a:latin typeface="Times New Roman" panose="02020603050405020304" pitchFamily="18" charset="0"/>
              </a:rPr>
              <a:t>简介</a:t>
            </a:r>
            <a:endParaRPr lang="zh-CN" altLang="en-US" sz="4000" b="1" dirty="0">
              <a:solidFill>
                <a:schemeClr val="tx2"/>
              </a:solidFill>
              <a:latin typeface="Times New Roman" panose="02020603050405020304" pitchFamily="18" charset="0"/>
            </a:endParaRPr>
          </a:p>
        </p:txBody>
      </p:sp>
      <p:sp>
        <p:nvSpPr>
          <p:cNvPr id="48132" name="Rectangle 1028"/>
          <p:cNvSpPr>
            <a:spLocks noRot="1"/>
          </p:cNvSpPr>
          <p:nvPr/>
        </p:nvSpPr>
        <p:spPr>
          <a:xfrm>
            <a:off x="228600" y="152400"/>
            <a:ext cx="457200" cy="6705600"/>
          </a:xfrm>
          <a:prstGeom prst="rect">
            <a:avLst/>
          </a:prstGeom>
          <a:noFill/>
          <a:ln w="9525">
            <a:noFill/>
          </a:ln>
        </p:spPr>
        <p:txBody>
          <a:bodyPr/>
          <a:p>
            <a:pPr eaLnBrk="1" hangingPunct="1">
              <a:spcBef>
                <a:spcPct val="20000"/>
              </a:spcBef>
              <a:buClr>
                <a:schemeClr val="folHlink"/>
              </a:buClr>
              <a:buSzPct val="85000"/>
              <a:buFont typeface="Wingdings 2" panose="05020102010507070707" pitchFamily="18" charset="2"/>
            </a:pPr>
            <a:r>
              <a:rPr lang="zh-CN" altLang="en-US" sz="2000" dirty="0">
                <a:latin typeface="Arial" panose="020B0604020202020204" pitchFamily="34" charset="0"/>
                <a:ea typeface="华文彩云" panose="02010800040101010101" pitchFamily="2" charset="-122"/>
              </a:rPr>
              <a:t>福建师范大学地理学院地理信息系统专业课程</a:t>
            </a:r>
            <a:endParaRPr lang="zh-CN" altLang="en-US" sz="2000" dirty="0">
              <a:latin typeface="Arial" panose="020B0604020202020204" pitchFamily="34" charset="0"/>
              <a:ea typeface="华文彩云" panose="02010800040101010101" pitchFamily="2"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iterate type="lt">
                                    <p:tmPct val="100000"/>
                                  </p:iterate>
                                  <p:childTnLst>
                                    <p:set>
                                      <p:cBhvr>
                                        <p:cTn id="6" dur="1" fill="hold">
                                          <p:stCondLst>
                                            <p:cond delay="0"/>
                                          </p:stCondLst>
                                        </p:cTn>
                                        <p:tgtEl>
                                          <p:spTgt spid="48132">
                                            <p:txEl>
                                              <p:charRg st="0" end="21"/>
                                            </p:txEl>
                                          </p:spTgt>
                                        </p:tgtEl>
                                        <p:attrNameLst>
                                          <p:attrName>style.visibility</p:attrName>
                                        </p:attrNameLst>
                                      </p:cBhvr>
                                      <p:to>
                                        <p:strVal val="visible"/>
                                      </p:to>
                                    </p:set>
                                    <p:animEffect transition="in" filter="wipe(up)">
                                      <p:cBhvr>
                                        <p:cTn id="7" dur="75"/>
                                        <p:tgtEl>
                                          <p:spTgt spid="48132">
                                            <p:txEl>
                                              <p:charRg st="0" end="21"/>
                                            </p:txEl>
                                          </p:spTgt>
                                        </p:tgtEl>
                                      </p:cBhvr>
                                    </p:animEffect>
                                  </p:childTnLst>
                                  <p:subTnLst>
                                    <p:audio>
                                      <p:cMediaNode>
                                        <p:cTn display="0" masterRel="sameClick">
                                          <p:stCondLst>
                                            <p:cond evt="begin" delay="0">
                                              <p:tn val="5"/>
                                            </p:cond>
                                          </p:stCondLst>
                                          <p:endCondLst>
                                            <p:cond evt="onStopAudio" delay="0">
                                              <p:tgtEl>
                                                <p:sldTgt/>
                                              </p:tgtEl>
                                            </p:cond>
                                          </p:endCondLst>
                                        </p:cTn>
                                        <p:tgtEl>
                                          <p:sndTgt r:embed="rId1" name="typ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32"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010" name="页脚占位符 3"/>
          <p:cNvSpPr txBox="1">
            <a:spLocks noGrp="1"/>
          </p:cNvSpPr>
          <p:nvPr>
            <p:ph type="ftr" sz="quarter" idx="3"/>
          </p:nvPr>
        </p:nvSpPr>
        <p:spPr>
          <a:xfrm>
            <a:off x="3733800" y="6570663"/>
            <a:ext cx="2590800" cy="280987"/>
          </a:xfrm>
          <a:ln/>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r>
              <a:rPr lang="zh-CN" altLang="en-US" sz="1200" dirty="0">
                <a:solidFill>
                  <a:schemeClr val="folHlink"/>
                </a:solidFill>
              </a:rPr>
              <a:t>《虚拟地理环境及其应用》</a:t>
            </a:r>
            <a:endParaRPr lang="zh-CN" altLang="en-US" sz="1200" dirty="0">
              <a:solidFill>
                <a:schemeClr val="folHlink"/>
              </a:solidFill>
            </a:endParaRPr>
          </a:p>
        </p:txBody>
      </p:sp>
      <p:sp>
        <p:nvSpPr>
          <p:cNvPr id="49154" name="Rectangle 2"/>
          <p:cNvSpPr>
            <a:spLocks noGrp="1"/>
          </p:cNvSpPr>
          <p:nvPr>
            <p:ph idx="1"/>
          </p:nvPr>
        </p:nvSpPr>
        <p:spPr>
          <a:xfrm>
            <a:off x="827088" y="1773238"/>
            <a:ext cx="7931150" cy="4525962"/>
          </a:xfrm>
          <a:ln/>
        </p:spPr>
        <p:txBody>
          <a:bodyPr vert="horz" wrap="square" lIns="91440" tIns="45720" rIns="91440" bIns="45720" anchor="t" anchorCtr="0"/>
          <a:p>
            <a:pPr eaLnBrk="1" hangingPunct="1">
              <a:buNone/>
            </a:pPr>
            <a:endParaRPr lang="zh-CN" altLang="en-US" dirty="0">
              <a:solidFill>
                <a:schemeClr val="tx2"/>
              </a:solidFill>
            </a:endParaRPr>
          </a:p>
          <a:p>
            <a:pPr eaLnBrk="1" hangingPunct="1">
              <a:buNone/>
            </a:pPr>
            <a:r>
              <a:rPr lang="zh-CN" altLang="en-US" dirty="0">
                <a:solidFill>
                  <a:schemeClr val="tx2"/>
                </a:solidFill>
              </a:rPr>
              <a:t>      </a:t>
            </a:r>
            <a:r>
              <a:rPr lang="zh-CN" altLang="en-US" sz="2400" b="1" dirty="0">
                <a:solidFill>
                  <a:schemeClr val="tx2"/>
                </a:solidFill>
                <a:latin typeface="宋体" panose="02010600030101010101" pitchFamily="2" charset="-122"/>
              </a:rPr>
              <a:t>1994年，在瑞士日内瓦举行的第一届国际互联网大会上，</a:t>
            </a:r>
            <a:r>
              <a:rPr lang="en-US" altLang="zh-CN" sz="2400" b="1" dirty="0">
                <a:solidFill>
                  <a:schemeClr val="tx2"/>
                </a:solidFill>
                <a:latin typeface="宋体" panose="02010600030101010101" pitchFamily="2" charset="-122"/>
              </a:rPr>
              <a:t>Mark  Pesce </a:t>
            </a:r>
            <a:r>
              <a:rPr lang="zh-CN" altLang="en-US" sz="2400" b="1" dirty="0">
                <a:solidFill>
                  <a:schemeClr val="tx2"/>
                </a:solidFill>
                <a:latin typeface="宋体" panose="02010600030101010101" pitchFamily="2" charset="-122"/>
              </a:rPr>
              <a:t>发表了他的研究成果，内容是关于如何</a:t>
            </a:r>
            <a:r>
              <a:rPr lang="en-US" altLang="zh-CN" sz="2400" b="1" dirty="0">
                <a:solidFill>
                  <a:schemeClr val="tx2"/>
                </a:solidFill>
                <a:latin typeface="宋体" panose="02010600030101010101" pitchFamily="2" charset="-122"/>
              </a:rPr>
              <a:t>Web</a:t>
            </a:r>
            <a:r>
              <a:rPr lang="zh-CN" altLang="en-US" sz="2400" b="1" dirty="0">
                <a:solidFill>
                  <a:schemeClr val="tx2"/>
                </a:solidFill>
                <a:latin typeface="宋体" panose="02010600030101010101" pitchFamily="2" charset="-122"/>
              </a:rPr>
              <a:t>上运行三维立体世界，界面原型名为</a:t>
            </a:r>
            <a:r>
              <a:rPr lang="en-US" altLang="zh-CN" sz="2400" b="1" dirty="0">
                <a:solidFill>
                  <a:schemeClr val="tx2"/>
                </a:solidFill>
                <a:latin typeface="宋体" panose="02010600030101010101" pitchFamily="2" charset="-122"/>
              </a:rPr>
              <a:t>Labyrinth。</a:t>
            </a:r>
            <a:r>
              <a:rPr lang="zh-CN" altLang="en-US" sz="2400" b="1" dirty="0">
                <a:solidFill>
                  <a:schemeClr val="tx2"/>
                </a:solidFill>
                <a:latin typeface="宋体" panose="02010600030101010101" pitchFamily="2" charset="-122"/>
              </a:rPr>
              <a:t>为此必须有一种通用的描述性语言，用于在</a:t>
            </a:r>
            <a:r>
              <a:rPr lang="en-US" altLang="zh-CN" sz="2400" b="1" dirty="0">
                <a:solidFill>
                  <a:schemeClr val="tx2"/>
                </a:solidFill>
                <a:latin typeface="宋体" panose="02010600030101010101" pitchFamily="2" charset="-122"/>
              </a:rPr>
              <a:t>WWW</a:t>
            </a:r>
            <a:r>
              <a:rPr lang="zh-CN" altLang="en-US" sz="2400" b="1" dirty="0">
                <a:solidFill>
                  <a:schemeClr val="tx2"/>
                </a:solidFill>
                <a:latin typeface="宋体" panose="02010600030101010101" pitchFamily="2" charset="-122"/>
              </a:rPr>
              <a:t>上的超级链接，类似于超文本描述语言（</a:t>
            </a:r>
            <a:r>
              <a:rPr lang="en-US" altLang="zh-CN" sz="2400" b="1" dirty="0">
                <a:solidFill>
                  <a:schemeClr val="tx2"/>
                </a:solidFill>
                <a:latin typeface="宋体" panose="02010600030101010101" pitchFamily="2" charset="-122"/>
              </a:rPr>
              <a:t>HTML），</a:t>
            </a:r>
            <a:r>
              <a:rPr lang="zh-CN" altLang="en-US" sz="2400" b="1" dirty="0">
                <a:solidFill>
                  <a:schemeClr val="tx2"/>
                </a:solidFill>
                <a:latin typeface="宋体" panose="02010600030101010101" pitchFamily="2" charset="-122"/>
              </a:rPr>
              <a:t>于是诞生了虚拟现实标识语言</a:t>
            </a:r>
            <a:r>
              <a:rPr lang="zh-CN" altLang="en-US" sz="1600" b="1" dirty="0">
                <a:solidFill>
                  <a:schemeClr val="tx2"/>
                </a:solidFill>
                <a:latin typeface="宋体" panose="02010600030101010101" pitchFamily="2" charset="-122"/>
              </a:rPr>
              <a:t>(</a:t>
            </a:r>
            <a:r>
              <a:rPr lang="en-US" altLang="zh-CN" sz="1600" b="1" dirty="0">
                <a:solidFill>
                  <a:schemeClr val="tx2"/>
                </a:solidFill>
                <a:latin typeface="宋体" panose="02010600030101010101" pitchFamily="2" charset="-122"/>
              </a:rPr>
              <a:t>VirtualReality Makeup Language)。</a:t>
            </a:r>
            <a:r>
              <a:rPr lang="zh-CN" altLang="en-US" sz="2400" b="1" dirty="0">
                <a:solidFill>
                  <a:schemeClr val="tx2"/>
                </a:solidFill>
                <a:latin typeface="宋体" panose="02010600030101010101" pitchFamily="2" charset="-122"/>
              </a:rPr>
              <a:t>很快，它又被改称为虚拟现实造型语言（</a:t>
            </a:r>
            <a:r>
              <a:rPr lang="en-US" altLang="zh-CN" sz="2400" b="1" dirty="0">
                <a:solidFill>
                  <a:schemeClr val="tx2"/>
                </a:solidFill>
                <a:latin typeface="宋体" panose="02010600030101010101" pitchFamily="2" charset="-122"/>
              </a:rPr>
              <a:t>Virtual---- Reality Modeling Language）VRML，</a:t>
            </a:r>
            <a:r>
              <a:rPr lang="zh-CN" altLang="en-US" sz="2400" b="1" dirty="0">
                <a:solidFill>
                  <a:schemeClr val="tx2"/>
                </a:solidFill>
                <a:latin typeface="宋体" panose="02010600030101010101" pitchFamily="2" charset="-122"/>
              </a:rPr>
              <a:t>因为这个名称更能反映它的目的。</a:t>
            </a:r>
            <a:endParaRPr lang="zh-CN" altLang="en-US" sz="2400" b="1" dirty="0">
              <a:solidFill>
                <a:schemeClr val="tx2"/>
              </a:solidFill>
              <a:latin typeface="宋体" panose="02010600030101010101" pitchFamily="2" charset="-122"/>
            </a:endParaRPr>
          </a:p>
        </p:txBody>
      </p:sp>
      <p:sp>
        <p:nvSpPr>
          <p:cNvPr id="43012" name="Rectangle 3"/>
          <p:cNvSpPr/>
          <p:nvPr/>
        </p:nvSpPr>
        <p:spPr>
          <a:xfrm>
            <a:off x="1676400" y="1033463"/>
            <a:ext cx="2851150" cy="519112"/>
          </a:xfrm>
          <a:prstGeom prst="rect">
            <a:avLst/>
          </a:prstGeom>
          <a:noFill/>
          <a:ln w="9525">
            <a:noFill/>
          </a:ln>
        </p:spPr>
        <p:txBody>
          <a:bodyPr wrap="none">
            <a:spAutoFit/>
          </a:bodyPr>
          <a:p>
            <a:pPr eaLnBrk="1" hangingPunct="1"/>
            <a:r>
              <a:rPr lang="zh-CN" altLang="en-US" sz="2800" dirty="0">
                <a:solidFill>
                  <a:schemeClr val="tx2"/>
                </a:solidFill>
                <a:latin typeface="Arial Black" panose="020B0A04020102020204" pitchFamily="34" charset="0"/>
              </a:rPr>
              <a:t>一、</a:t>
            </a:r>
            <a:r>
              <a:rPr lang="zh-CN" altLang="en-US" sz="2800" b="1" dirty="0">
                <a:solidFill>
                  <a:schemeClr val="tx2"/>
                </a:solidFill>
                <a:latin typeface="宋体" panose="02010600030101010101" pitchFamily="2" charset="-122"/>
              </a:rPr>
              <a:t> </a:t>
            </a:r>
            <a:r>
              <a:rPr lang="en-US" altLang="zh-CN" sz="2800" b="1" dirty="0">
                <a:solidFill>
                  <a:schemeClr val="tx2"/>
                </a:solidFill>
                <a:latin typeface="宋体" panose="02010600030101010101" pitchFamily="2" charset="-122"/>
              </a:rPr>
              <a:t>VRML</a:t>
            </a:r>
            <a:r>
              <a:rPr lang="zh-CN" altLang="en-US" sz="2800" b="1" dirty="0">
                <a:solidFill>
                  <a:schemeClr val="tx2"/>
                </a:solidFill>
                <a:latin typeface="宋体" panose="02010600030101010101" pitchFamily="2" charset="-122"/>
              </a:rPr>
              <a:t>的由来</a:t>
            </a:r>
            <a:endParaRPr lang="zh-CN" altLang="en-US" sz="2800" b="1" dirty="0">
              <a:solidFill>
                <a:schemeClr val="tx2"/>
              </a:solidFill>
              <a:latin typeface="宋体" panose="02010600030101010101" pitchFamily="2"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9154">
                                            <p:txEl>
                                              <p:charRg st="1" end="261"/>
                                            </p:txEl>
                                          </p:spTgt>
                                        </p:tgtEl>
                                        <p:attrNameLst>
                                          <p:attrName>style.visibility</p:attrName>
                                        </p:attrNameLst>
                                      </p:cBhvr>
                                      <p:to>
                                        <p:strVal val="visible"/>
                                      </p:to>
                                    </p:set>
                                    <p:anim calcmode="lin" valueType="num">
                                      <p:cBhvr additive="base">
                                        <p:cTn id="7" dur="500" fill="hold"/>
                                        <p:tgtEl>
                                          <p:spTgt spid="49154">
                                            <p:txEl>
                                              <p:charRg st="1" end="26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9154">
                                            <p:txEl>
                                              <p:charRg st="1" end="26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54"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4" name="页脚占位符 3"/>
          <p:cNvSpPr txBox="1">
            <a:spLocks noGrp="1"/>
          </p:cNvSpPr>
          <p:nvPr>
            <p:ph type="ftr" sz="quarter" idx="3"/>
          </p:nvPr>
        </p:nvSpPr>
        <p:spPr>
          <a:xfrm>
            <a:off x="3733800" y="6570663"/>
            <a:ext cx="2590800" cy="280987"/>
          </a:xfrm>
          <a:ln/>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r>
              <a:rPr lang="zh-CN" altLang="en-US" sz="1200" dirty="0">
                <a:solidFill>
                  <a:schemeClr val="folHlink"/>
                </a:solidFill>
              </a:rPr>
              <a:t>《虚拟地理环境及其应用》</a:t>
            </a:r>
            <a:endParaRPr lang="zh-CN" altLang="en-US" sz="1200" dirty="0">
              <a:solidFill>
                <a:schemeClr val="folHlink"/>
              </a:solidFill>
            </a:endParaRPr>
          </a:p>
        </p:txBody>
      </p:sp>
      <p:sp>
        <p:nvSpPr>
          <p:cNvPr id="50181" name="Rectangle 5"/>
          <p:cNvSpPr/>
          <p:nvPr>
            <p:ph idx="1"/>
          </p:nvPr>
        </p:nvSpPr>
        <p:spPr>
          <a:ln/>
        </p:spPr>
        <p:txBody>
          <a:bodyPr vert="horz" wrap="square" lIns="91440" tIns="45720" rIns="91440" bIns="45720" anchor="t" anchorCtr="0"/>
          <a:p>
            <a:pPr eaLnBrk="1" hangingPunct="1">
              <a:spcBef>
                <a:spcPct val="0"/>
              </a:spcBef>
              <a:buClrTx/>
              <a:buFontTx/>
              <a:buNone/>
            </a:pPr>
            <a:r>
              <a:rPr lang="zh-CN" altLang="en-US" dirty="0">
                <a:solidFill>
                  <a:schemeClr val="tx2"/>
                </a:solidFill>
                <a:latin typeface="宋体" panose="02010600030101010101" pitchFamily="2" charset="-122"/>
              </a:rPr>
              <a:t> </a:t>
            </a:r>
            <a:r>
              <a:rPr lang="zh-CN" altLang="en-US" b="1" dirty="0">
                <a:solidFill>
                  <a:schemeClr val="tx2"/>
                </a:solidFill>
                <a:latin typeface="宋体" panose="02010600030101010101" pitchFamily="2" charset="-122"/>
              </a:rPr>
              <a:t>2  </a:t>
            </a:r>
            <a:r>
              <a:rPr lang="en-US" altLang="zh-CN" b="1" dirty="0">
                <a:solidFill>
                  <a:schemeClr val="tx2"/>
                </a:solidFill>
                <a:latin typeface="宋体" panose="02010600030101010101" pitchFamily="2" charset="-122"/>
              </a:rPr>
              <a:t>VRML 1.0</a:t>
            </a:r>
            <a:endParaRPr lang="en-US" altLang="zh-CN" b="1" dirty="0">
              <a:solidFill>
                <a:schemeClr val="tx2"/>
              </a:solidFill>
              <a:latin typeface="宋体" panose="02010600030101010101" pitchFamily="2" charset="-122"/>
            </a:endParaRPr>
          </a:p>
          <a:p>
            <a:pPr eaLnBrk="1" hangingPunct="1">
              <a:spcBef>
                <a:spcPct val="0"/>
              </a:spcBef>
              <a:buClrTx/>
              <a:buFontTx/>
              <a:buNone/>
            </a:pPr>
            <a:r>
              <a:rPr lang="en-US" altLang="zh-CN" b="1" dirty="0">
                <a:solidFill>
                  <a:schemeClr val="tx2"/>
                </a:solidFill>
                <a:latin typeface="宋体" panose="02010600030101010101" pitchFamily="2" charset="-122"/>
              </a:rPr>
              <a:t>    </a:t>
            </a:r>
            <a:r>
              <a:rPr lang="zh-CN" altLang="en-US" b="1" dirty="0">
                <a:solidFill>
                  <a:schemeClr val="tx2"/>
                </a:solidFill>
                <a:latin typeface="宋体" panose="02010600030101010101" pitchFamily="2" charset="-122"/>
              </a:rPr>
              <a:t>由于</a:t>
            </a:r>
            <a:r>
              <a:rPr lang="en-US" altLang="zh-CN" b="1" dirty="0">
                <a:solidFill>
                  <a:schemeClr val="tx2"/>
                </a:solidFill>
                <a:latin typeface="宋体" panose="02010600030101010101" pitchFamily="2" charset="-122"/>
              </a:rPr>
              <a:t>VRML</a:t>
            </a:r>
            <a:r>
              <a:rPr lang="zh-CN" altLang="en-US" b="1" dirty="0">
                <a:solidFill>
                  <a:schemeClr val="tx2"/>
                </a:solidFill>
                <a:latin typeface="宋体" panose="02010600030101010101" pitchFamily="2" charset="-122"/>
              </a:rPr>
              <a:t>将要在网络上跨平台传输，所以需要为它定义一种文件格式，在经过一番的选择后，</a:t>
            </a:r>
            <a:r>
              <a:rPr lang="en-US" altLang="zh-CN" b="1" dirty="0">
                <a:solidFill>
                  <a:schemeClr val="tx2"/>
                </a:solidFill>
                <a:latin typeface="宋体" panose="02010600030101010101" pitchFamily="2" charset="-122"/>
              </a:rPr>
              <a:t>Silicon Graphics</a:t>
            </a:r>
            <a:r>
              <a:rPr lang="zh-CN" altLang="en-US" b="1" dirty="0">
                <a:solidFill>
                  <a:schemeClr val="tx2"/>
                </a:solidFill>
                <a:latin typeface="宋体" panose="02010600030101010101" pitchFamily="2" charset="-122"/>
              </a:rPr>
              <a:t>公司(</a:t>
            </a:r>
            <a:r>
              <a:rPr lang="en-US" altLang="zh-CN" b="1" dirty="0">
                <a:solidFill>
                  <a:schemeClr val="tx2"/>
                </a:solidFill>
                <a:latin typeface="宋体" panose="02010600030101010101" pitchFamily="2" charset="-122"/>
              </a:rPr>
              <a:t>SGI)</a:t>
            </a:r>
            <a:r>
              <a:rPr lang="zh-CN" altLang="en-US" b="1" dirty="0">
                <a:solidFill>
                  <a:schemeClr val="tx2"/>
                </a:solidFill>
                <a:latin typeface="宋体" panose="02010600030101010101" pitchFamily="2" charset="-122"/>
              </a:rPr>
              <a:t>所开发的</a:t>
            </a:r>
            <a:r>
              <a:rPr lang="en-US" altLang="zh-CN" b="1" dirty="0">
                <a:solidFill>
                  <a:schemeClr val="tx2"/>
                </a:solidFill>
                <a:latin typeface="宋体" panose="02010600030101010101" pitchFamily="2" charset="-122"/>
              </a:rPr>
              <a:t>Open Inventor</a:t>
            </a:r>
            <a:r>
              <a:rPr lang="zh-CN" altLang="en-US" b="1" dirty="0">
                <a:solidFill>
                  <a:schemeClr val="tx2"/>
                </a:solidFill>
                <a:latin typeface="宋体" panose="02010600030101010101" pitchFamily="2" charset="-122"/>
              </a:rPr>
              <a:t>软件的开放式三维文件格式被选定作为</a:t>
            </a:r>
            <a:r>
              <a:rPr lang="en-US" altLang="zh-CN" b="1" dirty="0">
                <a:solidFill>
                  <a:schemeClr val="tx2"/>
                </a:solidFill>
                <a:latin typeface="宋体" panose="02010600030101010101" pitchFamily="2" charset="-122"/>
              </a:rPr>
              <a:t>VRML</a:t>
            </a:r>
            <a:r>
              <a:rPr lang="zh-CN" altLang="en-US" b="1" dirty="0">
                <a:solidFill>
                  <a:schemeClr val="tx2"/>
                </a:solidFill>
                <a:latin typeface="宋体" panose="02010600030101010101" pitchFamily="2" charset="-122"/>
              </a:rPr>
              <a:t>的文件格式。1995年，</a:t>
            </a:r>
            <a:r>
              <a:rPr lang="en-US" altLang="zh-CN" b="1" dirty="0">
                <a:solidFill>
                  <a:schemeClr val="tx2"/>
                </a:solidFill>
                <a:latin typeface="宋体" panose="02010600030101010101" pitchFamily="2" charset="-122"/>
              </a:rPr>
              <a:t>VRML1.0</a:t>
            </a:r>
            <a:r>
              <a:rPr lang="zh-CN" altLang="en-US" b="1" dirty="0">
                <a:solidFill>
                  <a:schemeClr val="tx2"/>
                </a:solidFill>
                <a:latin typeface="宋体" panose="02010600030101010101" pitchFamily="2" charset="-122"/>
              </a:rPr>
              <a:t>版本正式推出。</a:t>
            </a:r>
            <a:endParaRPr lang="zh-CN" altLang="en-US" b="1" dirty="0">
              <a:solidFill>
                <a:schemeClr val="tx2"/>
              </a:solidFill>
              <a:latin typeface="宋体" panose="02010600030101010101" pitchFamily="2" charset="-122"/>
            </a:endParaRPr>
          </a:p>
        </p:txBody>
      </p:sp>
      <p:sp>
        <p:nvSpPr>
          <p:cNvPr id="44036" name="Rectangle 6"/>
          <p:cNvSpPr/>
          <p:nvPr/>
        </p:nvSpPr>
        <p:spPr>
          <a:xfrm>
            <a:off x="1524000" y="914400"/>
            <a:ext cx="2152650" cy="519113"/>
          </a:xfrm>
          <a:prstGeom prst="rect">
            <a:avLst/>
          </a:prstGeom>
          <a:noFill/>
          <a:ln w="9525">
            <a:noFill/>
          </a:ln>
        </p:spPr>
        <p:txBody>
          <a:bodyPr wrap="none">
            <a:spAutoFit/>
          </a:bodyPr>
          <a:p>
            <a:pPr eaLnBrk="1" hangingPunct="1"/>
            <a:r>
              <a:rPr lang="en-US" altLang="zh-CN" sz="2800" b="1" dirty="0">
                <a:solidFill>
                  <a:schemeClr val="tx2"/>
                </a:solidFill>
                <a:latin typeface="宋体" panose="02010600030101010101" pitchFamily="2" charset="-122"/>
              </a:rPr>
              <a:t>VRML</a:t>
            </a:r>
            <a:r>
              <a:rPr lang="zh-CN" altLang="en-US" sz="2800" b="1" dirty="0">
                <a:solidFill>
                  <a:schemeClr val="tx2"/>
                </a:solidFill>
                <a:latin typeface="宋体" panose="02010600030101010101" pitchFamily="2" charset="-122"/>
              </a:rPr>
              <a:t>的由来:</a:t>
            </a:r>
            <a:endParaRPr lang="zh-CN" altLang="en-US" sz="2800" b="1" dirty="0">
              <a:solidFill>
                <a:schemeClr val="tx2"/>
              </a:solidFill>
              <a:latin typeface="宋体" panose="02010600030101010101" pitchFamily="2"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nodeType="clickEffect">
                                  <p:stCondLst>
                                    <p:cond delay="0"/>
                                  </p:stCondLst>
                                  <p:childTnLst>
                                    <p:set>
                                      <p:cBhvr>
                                        <p:cTn id="6" dur="1" fill="hold">
                                          <p:stCondLst>
                                            <p:cond delay="0"/>
                                          </p:stCondLst>
                                        </p:cTn>
                                        <p:tgtEl>
                                          <p:spTgt spid="50181"/>
                                        </p:tgtEl>
                                        <p:attrNameLst>
                                          <p:attrName>style.visibility</p:attrName>
                                        </p:attrNameLst>
                                      </p:cBhvr>
                                      <p:to>
                                        <p:strVal val="visible"/>
                                      </p:to>
                                    </p:set>
                                    <p:animEffect transition="in" filter="barn(inHorizontal)">
                                      <p:cBhvr>
                                        <p:cTn id="7" dur="500"/>
                                        <p:tgtEl>
                                          <p:spTgt spid="501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181"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8" name="页脚占位符 3"/>
          <p:cNvSpPr txBox="1">
            <a:spLocks noGrp="1"/>
          </p:cNvSpPr>
          <p:nvPr>
            <p:ph type="ftr" sz="quarter" idx="3"/>
          </p:nvPr>
        </p:nvSpPr>
        <p:spPr>
          <a:xfrm>
            <a:off x="3733800" y="6570663"/>
            <a:ext cx="2590800" cy="280987"/>
          </a:xfrm>
          <a:ln/>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r>
              <a:rPr lang="zh-CN" altLang="en-US" sz="1200" dirty="0">
                <a:solidFill>
                  <a:schemeClr val="folHlink"/>
                </a:solidFill>
              </a:rPr>
              <a:t>《虚拟地理环境及其应用》</a:t>
            </a:r>
            <a:endParaRPr lang="zh-CN" altLang="en-US" sz="1200" dirty="0">
              <a:solidFill>
                <a:schemeClr val="folHlink"/>
              </a:solidFill>
            </a:endParaRPr>
          </a:p>
        </p:txBody>
      </p:sp>
      <p:sp>
        <p:nvSpPr>
          <p:cNvPr id="1026" name="Rectangle 2"/>
          <p:cNvSpPr>
            <a:spLocks noGrp="1"/>
          </p:cNvSpPr>
          <p:nvPr>
            <p:ph idx="1"/>
          </p:nvPr>
        </p:nvSpPr>
        <p:spPr>
          <a:xfrm>
            <a:off x="609600" y="2438400"/>
            <a:ext cx="8229600" cy="3816350"/>
          </a:xfrm>
          <a:ln/>
        </p:spPr>
        <p:txBody>
          <a:bodyPr vert="horz" wrap="square" lIns="91440" tIns="45720" rIns="91440" bIns="45720" anchor="t" anchorCtr="0"/>
          <a:p>
            <a:pPr eaLnBrk="1" hangingPunct="1">
              <a:lnSpc>
                <a:spcPct val="90000"/>
              </a:lnSpc>
              <a:buNone/>
            </a:pPr>
            <a:r>
              <a:rPr lang="zh-CN" altLang="en-US" b="1" dirty="0">
                <a:solidFill>
                  <a:schemeClr val="tx2"/>
                </a:solidFill>
                <a:latin typeface="宋体" panose="02010600030101010101" pitchFamily="2" charset="-122"/>
              </a:rPr>
              <a:t>  3  </a:t>
            </a:r>
            <a:r>
              <a:rPr lang="en-US" altLang="zh-CN" b="1" dirty="0">
                <a:solidFill>
                  <a:schemeClr val="tx2"/>
                </a:solidFill>
                <a:latin typeface="宋体" panose="02010600030101010101" pitchFamily="2" charset="-122"/>
              </a:rPr>
              <a:t>VRML 2.0</a:t>
            </a:r>
            <a:endParaRPr lang="en-US" altLang="zh-CN" b="1" dirty="0">
              <a:solidFill>
                <a:schemeClr val="tx2"/>
              </a:solidFill>
              <a:latin typeface="宋体" panose="02010600030101010101" pitchFamily="2" charset="-122"/>
            </a:endParaRPr>
          </a:p>
          <a:p>
            <a:pPr eaLnBrk="1" hangingPunct="1">
              <a:lnSpc>
                <a:spcPct val="90000"/>
              </a:lnSpc>
              <a:buNone/>
            </a:pPr>
            <a:r>
              <a:rPr lang="en-US" altLang="zh-CN" b="1" dirty="0">
                <a:solidFill>
                  <a:schemeClr val="tx2"/>
                </a:solidFill>
                <a:latin typeface="宋体" panose="02010600030101010101" pitchFamily="2" charset="-122"/>
              </a:rPr>
              <a:t>      1996</a:t>
            </a:r>
            <a:r>
              <a:rPr lang="zh-CN" altLang="en-US" b="1" dirty="0">
                <a:solidFill>
                  <a:schemeClr val="tx2"/>
                </a:solidFill>
                <a:latin typeface="宋体" panose="02010600030101010101" pitchFamily="2" charset="-122"/>
              </a:rPr>
              <a:t>年8月4日，在新奥尔良举行的</a:t>
            </a:r>
            <a:r>
              <a:rPr lang="en-US" altLang="zh-CN" b="1" dirty="0">
                <a:solidFill>
                  <a:schemeClr val="tx2"/>
                </a:solidFill>
                <a:latin typeface="宋体" panose="02010600030101010101" pitchFamily="2" charset="-122"/>
              </a:rPr>
              <a:t>Siggraph 96</a:t>
            </a:r>
            <a:r>
              <a:rPr lang="zh-CN" altLang="en-US" b="1" dirty="0">
                <a:solidFill>
                  <a:schemeClr val="tx2"/>
                </a:solidFill>
                <a:latin typeface="宋体" panose="02010600030101010101" pitchFamily="2" charset="-122"/>
              </a:rPr>
              <a:t>中，公布了正式</a:t>
            </a:r>
            <a:r>
              <a:rPr lang="en-US" altLang="zh-CN" b="1" dirty="0">
                <a:solidFill>
                  <a:schemeClr val="tx2"/>
                </a:solidFill>
                <a:latin typeface="宋体" panose="02010600030101010101" pitchFamily="2" charset="-122"/>
              </a:rPr>
              <a:t>VRML 2.0</a:t>
            </a:r>
            <a:r>
              <a:rPr lang="zh-CN" altLang="en-US" b="1" dirty="0">
                <a:solidFill>
                  <a:schemeClr val="tx2"/>
                </a:solidFill>
                <a:latin typeface="宋体" panose="02010600030101010101" pitchFamily="2" charset="-122"/>
              </a:rPr>
              <a:t>规格书。</a:t>
            </a:r>
            <a:r>
              <a:rPr lang="en-US" altLang="zh-CN" b="1" dirty="0">
                <a:solidFill>
                  <a:schemeClr val="tx2"/>
                </a:solidFill>
                <a:latin typeface="宋体" panose="02010600030101010101" pitchFamily="2" charset="-122"/>
              </a:rPr>
              <a:t>VAG（VRML Architecture Group，VRML</a:t>
            </a:r>
            <a:r>
              <a:rPr lang="zh-CN" altLang="en-US" b="1" dirty="0">
                <a:solidFill>
                  <a:schemeClr val="tx2"/>
                </a:solidFill>
                <a:latin typeface="宋体" panose="02010600030101010101" pitchFamily="2" charset="-122"/>
              </a:rPr>
              <a:t>技术组）在新奥尔良举行的第五次会议完成了</a:t>
            </a:r>
            <a:r>
              <a:rPr lang="en-US" altLang="zh-CN" b="1" dirty="0">
                <a:solidFill>
                  <a:schemeClr val="tx2"/>
                </a:solidFill>
                <a:latin typeface="宋体" panose="02010600030101010101" pitchFamily="2" charset="-122"/>
              </a:rPr>
              <a:t>VRML 2.0</a:t>
            </a:r>
            <a:r>
              <a:rPr lang="zh-CN" altLang="en-US" b="1" dirty="0">
                <a:solidFill>
                  <a:schemeClr val="tx2"/>
                </a:solidFill>
                <a:latin typeface="宋体" panose="02010600030101010101" pitchFamily="2" charset="-122"/>
              </a:rPr>
              <a:t>的最后正式公告。</a:t>
            </a:r>
            <a:r>
              <a:rPr lang="en-US" altLang="zh-CN" b="1" dirty="0">
                <a:solidFill>
                  <a:schemeClr val="tx2"/>
                </a:solidFill>
                <a:latin typeface="宋体" panose="02010600030101010101" pitchFamily="2" charset="-122"/>
              </a:rPr>
              <a:t>VRML 2.0</a:t>
            </a:r>
            <a:r>
              <a:rPr lang="zh-CN" altLang="en-US" b="1" dirty="0">
                <a:solidFill>
                  <a:schemeClr val="tx2"/>
                </a:solidFill>
                <a:latin typeface="宋体" panose="02010600030101010101" pitchFamily="2" charset="-122"/>
              </a:rPr>
              <a:t>较</a:t>
            </a:r>
            <a:r>
              <a:rPr lang="en-US" altLang="zh-CN" b="1" dirty="0">
                <a:solidFill>
                  <a:schemeClr val="tx2"/>
                </a:solidFill>
                <a:latin typeface="宋体" panose="02010600030101010101" pitchFamily="2" charset="-122"/>
              </a:rPr>
              <a:t>VRML 1.0</a:t>
            </a:r>
            <a:r>
              <a:rPr lang="zh-CN" altLang="en-US" b="1" dirty="0">
                <a:solidFill>
                  <a:schemeClr val="tx2"/>
                </a:solidFill>
                <a:latin typeface="宋体" panose="02010600030101010101" pitchFamily="2" charset="-122"/>
              </a:rPr>
              <a:t>添加了场景交互、多媒体支持，碰撞检测等功能。</a:t>
            </a:r>
            <a:endParaRPr lang="zh-CN" altLang="en-US" b="1" dirty="0">
              <a:solidFill>
                <a:schemeClr val="tx2"/>
              </a:solidFill>
              <a:latin typeface="宋体" panose="02010600030101010101" pitchFamily="2" charset="-122"/>
            </a:endParaRPr>
          </a:p>
        </p:txBody>
      </p:sp>
      <p:sp>
        <p:nvSpPr>
          <p:cNvPr id="45060" name="Rectangle 4"/>
          <p:cNvSpPr/>
          <p:nvPr/>
        </p:nvSpPr>
        <p:spPr>
          <a:xfrm>
            <a:off x="1676400" y="914400"/>
            <a:ext cx="2152650" cy="519113"/>
          </a:xfrm>
          <a:prstGeom prst="rect">
            <a:avLst/>
          </a:prstGeom>
          <a:noFill/>
          <a:ln w="9525">
            <a:noFill/>
          </a:ln>
        </p:spPr>
        <p:txBody>
          <a:bodyPr wrap="none">
            <a:spAutoFit/>
          </a:bodyPr>
          <a:p>
            <a:pPr eaLnBrk="1" hangingPunct="1"/>
            <a:r>
              <a:rPr lang="en-US" altLang="zh-CN" sz="2800" b="1" dirty="0">
                <a:solidFill>
                  <a:schemeClr val="tx2"/>
                </a:solidFill>
                <a:latin typeface="宋体" panose="02010600030101010101" pitchFamily="2" charset="-122"/>
              </a:rPr>
              <a:t>VRML</a:t>
            </a:r>
            <a:r>
              <a:rPr lang="zh-CN" altLang="en-US" sz="2800" b="1" dirty="0">
                <a:solidFill>
                  <a:schemeClr val="tx2"/>
                </a:solidFill>
                <a:latin typeface="宋体" panose="02010600030101010101" pitchFamily="2" charset="-122"/>
              </a:rPr>
              <a:t>的由来:</a:t>
            </a:r>
            <a:endParaRPr lang="zh-CN" altLang="en-US" sz="2800" b="1" dirty="0">
              <a:solidFill>
                <a:schemeClr val="tx2"/>
              </a:solidFill>
              <a:latin typeface="宋体" panose="02010600030101010101" pitchFamily="2"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1026">
                                            <p:txEl>
                                              <p:charRg st="0" end="14"/>
                                            </p:txEl>
                                          </p:spTgt>
                                        </p:tgtEl>
                                        <p:attrNameLst>
                                          <p:attrName>style.visibility</p:attrName>
                                        </p:attrNameLst>
                                      </p:cBhvr>
                                      <p:to>
                                        <p:strVal val="visible"/>
                                      </p:to>
                                    </p:set>
                                    <p:animEffect transition="in" filter="box(in)">
                                      <p:cBhvr>
                                        <p:cTn id="7" dur="500"/>
                                        <p:tgtEl>
                                          <p:spTgt spid="1026">
                                            <p:txEl>
                                              <p:charRg st="0" end="14"/>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1026">
                                            <p:txEl>
                                              <p:charRg st="14" end="176"/>
                                            </p:txEl>
                                          </p:spTgt>
                                        </p:tgtEl>
                                        <p:attrNameLst>
                                          <p:attrName>style.visibility</p:attrName>
                                        </p:attrNameLst>
                                      </p:cBhvr>
                                      <p:to>
                                        <p:strVal val="visible"/>
                                      </p:to>
                                    </p:set>
                                    <p:animEffect transition="in" filter="box(in)">
                                      <p:cBhvr>
                                        <p:cTn id="12" dur="500"/>
                                        <p:tgtEl>
                                          <p:spTgt spid="1026">
                                            <p:txEl>
                                              <p:charRg st="14" end="17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6"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082" name="页脚占位符 3"/>
          <p:cNvSpPr txBox="1">
            <a:spLocks noGrp="1"/>
          </p:cNvSpPr>
          <p:nvPr>
            <p:ph type="ftr" sz="quarter" idx="3"/>
          </p:nvPr>
        </p:nvSpPr>
        <p:spPr>
          <a:xfrm>
            <a:off x="3733800" y="6570663"/>
            <a:ext cx="2590800" cy="280987"/>
          </a:xfrm>
          <a:ln/>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r>
              <a:rPr lang="zh-CN" altLang="en-US" sz="1200" dirty="0">
                <a:solidFill>
                  <a:schemeClr val="folHlink"/>
                </a:solidFill>
              </a:rPr>
              <a:t>《虚拟地理环境及其应用》</a:t>
            </a:r>
            <a:endParaRPr lang="zh-CN" altLang="en-US" sz="1200" dirty="0">
              <a:solidFill>
                <a:schemeClr val="folHlink"/>
              </a:solidFill>
            </a:endParaRPr>
          </a:p>
        </p:txBody>
      </p:sp>
      <p:sp>
        <p:nvSpPr>
          <p:cNvPr id="51202" name="Rectangle 2"/>
          <p:cNvSpPr/>
          <p:nvPr/>
        </p:nvSpPr>
        <p:spPr>
          <a:xfrm>
            <a:off x="790575" y="2092325"/>
            <a:ext cx="8353425" cy="4108450"/>
          </a:xfrm>
          <a:prstGeom prst="rect">
            <a:avLst/>
          </a:prstGeom>
          <a:noFill/>
          <a:ln w="9525">
            <a:noFill/>
          </a:ln>
        </p:spPr>
        <p:txBody>
          <a:bodyPr anchor="ctr" anchorCtr="0">
            <a:spAutoFit/>
          </a:bodyPr>
          <a:p>
            <a:pPr defTabSz="914400" eaLnBrk="1" hangingPunct="1">
              <a:tabLst>
                <a:tab pos="276225" algn="l"/>
              </a:tabLst>
            </a:pPr>
            <a:r>
              <a:rPr lang="zh-CN" altLang="en-US" b="1" dirty="0">
                <a:solidFill>
                  <a:schemeClr val="tx2"/>
                </a:solidFill>
                <a:latin typeface="宋体" panose="02010600030101010101" pitchFamily="2" charset="-122"/>
              </a:rPr>
              <a:t>4  </a:t>
            </a:r>
            <a:r>
              <a:rPr lang="en-US" altLang="zh-CN" b="1" dirty="0">
                <a:solidFill>
                  <a:schemeClr val="tx2"/>
                </a:solidFill>
                <a:latin typeface="宋体" panose="02010600030101010101" pitchFamily="2" charset="-122"/>
              </a:rPr>
              <a:t>VRML 97（VRML 2.0</a:t>
            </a:r>
            <a:r>
              <a:rPr lang="zh-CN" altLang="en-US" b="1" dirty="0">
                <a:solidFill>
                  <a:schemeClr val="tx2"/>
                </a:solidFill>
                <a:latin typeface="宋体" panose="02010600030101010101" pitchFamily="2" charset="-122"/>
              </a:rPr>
              <a:t>的国际标准）</a:t>
            </a:r>
            <a:endParaRPr lang="zh-CN" altLang="en-US" b="1" dirty="0">
              <a:solidFill>
                <a:schemeClr val="tx2"/>
              </a:solidFill>
              <a:latin typeface="宋体" panose="02010600030101010101" pitchFamily="2" charset="-122"/>
            </a:endParaRPr>
          </a:p>
          <a:p>
            <a:pPr defTabSz="914400" eaLnBrk="1" hangingPunct="1">
              <a:tabLst>
                <a:tab pos="276225" algn="l"/>
              </a:tabLst>
            </a:pPr>
            <a:r>
              <a:rPr lang="zh-CN" altLang="en-US" b="1" dirty="0">
                <a:solidFill>
                  <a:schemeClr val="tx2"/>
                </a:solidFill>
                <a:latin typeface="宋体" panose="02010600030101010101" pitchFamily="2" charset="-122"/>
              </a:rPr>
              <a:t>        </a:t>
            </a:r>
            <a:r>
              <a:rPr lang="en-US" altLang="zh-CN" b="1" dirty="0">
                <a:solidFill>
                  <a:schemeClr val="tx2"/>
                </a:solidFill>
                <a:latin typeface="宋体" panose="02010600030101010101" pitchFamily="2" charset="-122"/>
              </a:rPr>
              <a:t>VRML 97</a:t>
            </a:r>
            <a:r>
              <a:rPr lang="zh-CN" altLang="en-US" b="1" dirty="0">
                <a:solidFill>
                  <a:schemeClr val="tx2"/>
                </a:solidFill>
                <a:latin typeface="宋体" panose="02010600030101010101" pitchFamily="2" charset="-122"/>
              </a:rPr>
              <a:t>的国际标准是由</a:t>
            </a:r>
            <a:r>
              <a:rPr lang="en-US" altLang="zh-CN" b="1" dirty="0">
                <a:solidFill>
                  <a:schemeClr val="tx2"/>
                </a:solidFill>
                <a:latin typeface="宋体" panose="02010600030101010101" pitchFamily="2" charset="-122"/>
              </a:rPr>
              <a:t>ISO（International  Organization  for  Standards，</a:t>
            </a:r>
            <a:r>
              <a:rPr lang="zh-CN" altLang="en-US" b="1" dirty="0">
                <a:solidFill>
                  <a:schemeClr val="tx2"/>
                </a:solidFill>
                <a:latin typeface="宋体" panose="02010600030101010101" pitchFamily="2" charset="-122"/>
              </a:rPr>
              <a:t>国际标准化组织）、</a:t>
            </a:r>
            <a:r>
              <a:rPr lang="en-US" altLang="zh-CN" b="1" dirty="0">
                <a:solidFill>
                  <a:schemeClr val="tx2"/>
                </a:solidFill>
                <a:latin typeface="宋体" panose="02010600030101010101" pitchFamily="2" charset="-122"/>
              </a:rPr>
              <a:t>IEC（</a:t>
            </a:r>
            <a:r>
              <a:rPr lang="zh-CN" altLang="en-US" b="1" dirty="0">
                <a:solidFill>
                  <a:schemeClr val="tx2"/>
                </a:solidFill>
                <a:latin typeface="宋体" panose="02010600030101010101" pitchFamily="2" charset="-122"/>
              </a:rPr>
              <a:t>国际电工委员会）和</a:t>
            </a:r>
            <a:r>
              <a:rPr lang="en-US" altLang="zh-CN" b="1" dirty="0">
                <a:solidFill>
                  <a:schemeClr val="tx2"/>
                </a:solidFill>
                <a:latin typeface="宋体" panose="02010600030101010101" pitchFamily="2" charset="-122"/>
              </a:rPr>
              <a:t>VRML  Consortium</a:t>
            </a:r>
            <a:r>
              <a:rPr lang="zh-CN" altLang="en-US" b="1" dirty="0">
                <a:solidFill>
                  <a:schemeClr val="tx2"/>
                </a:solidFill>
                <a:latin typeface="宋体" panose="02010600030101010101" pitchFamily="2" charset="-122"/>
              </a:rPr>
              <a:t>的</a:t>
            </a:r>
            <a:r>
              <a:rPr lang="en-US" altLang="zh-CN" b="1" dirty="0">
                <a:solidFill>
                  <a:schemeClr val="tx2"/>
                </a:solidFill>
                <a:latin typeface="宋体" panose="02010600030101010101" pitchFamily="2" charset="-122"/>
              </a:rPr>
              <a:t>JTC（Joint  Technical  Committee 1）</a:t>
            </a:r>
            <a:r>
              <a:rPr lang="zh-CN" altLang="en-US" b="1" dirty="0">
                <a:solidFill>
                  <a:schemeClr val="tx2"/>
                </a:solidFill>
                <a:latin typeface="宋体" panose="02010600030101010101" pitchFamily="2" charset="-122"/>
              </a:rPr>
              <a:t>开发的。当前，研究人员已经开发出了许多基于</a:t>
            </a:r>
            <a:r>
              <a:rPr lang="en-US" altLang="zh-CN" b="1" dirty="0">
                <a:solidFill>
                  <a:schemeClr val="tx2"/>
                </a:solidFill>
                <a:latin typeface="宋体" panose="02010600030101010101" pitchFamily="2" charset="-122"/>
              </a:rPr>
              <a:t>VRML</a:t>
            </a:r>
            <a:r>
              <a:rPr lang="zh-CN" altLang="en-US" b="1" dirty="0">
                <a:solidFill>
                  <a:schemeClr val="tx2"/>
                </a:solidFill>
                <a:latin typeface="宋体" panose="02010600030101010101" pitchFamily="2" charset="-122"/>
              </a:rPr>
              <a:t>的实验或实用系统，如远程教育、建筑物的漫游、医学实验演示和虚拟剧场等等。在一些传统的协同设计领域，也有人将</a:t>
            </a:r>
            <a:r>
              <a:rPr lang="en-US" altLang="zh-CN" b="1" dirty="0">
                <a:solidFill>
                  <a:schemeClr val="tx2"/>
                </a:solidFill>
                <a:latin typeface="宋体" panose="02010600030101010101" pitchFamily="2" charset="-122"/>
              </a:rPr>
              <a:t>VRML</a:t>
            </a:r>
            <a:r>
              <a:rPr lang="zh-CN" altLang="en-US" b="1" dirty="0">
                <a:solidFill>
                  <a:schemeClr val="tx2"/>
                </a:solidFill>
                <a:latin typeface="宋体" panose="02010600030101010101" pitchFamily="2" charset="-122"/>
              </a:rPr>
              <a:t>引入到了其中，借助于</a:t>
            </a:r>
            <a:r>
              <a:rPr lang="en-US" altLang="zh-CN" b="1" dirty="0">
                <a:solidFill>
                  <a:schemeClr val="tx2"/>
                </a:solidFill>
                <a:latin typeface="宋体" panose="02010600030101010101" pitchFamily="2" charset="-122"/>
              </a:rPr>
              <a:t>VRML</a:t>
            </a:r>
            <a:r>
              <a:rPr lang="zh-CN" altLang="en-US" b="1" dirty="0">
                <a:solidFill>
                  <a:schemeClr val="tx2"/>
                </a:solidFill>
                <a:latin typeface="宋体" panose="02010600030101010101" pitchFamily="2" charset="-122"/>
              </a:rPr>
              <a:t>提供的良好的交互性和真实性，使得在协同工作中非常重要的各开发者之间的交流联系变得很直观自然。 </a:t>
            </a:r>
            <a:endParaRPr lang="zh-CN" altLang="en-US" b="1" dirty="0">
              <a:solidFill>
                <a:schemeClr val="tx2"/>
              </a:solidFill>
              <a:latin typeface="宋体" panose="02010600030101010101" pitchFamily="2" charset="-122"/>
            </a:endParaRPr>
          </a:p>
          <a:p>
            <a:pPr defTabSz="914400" eaLnBrk="1" hangingPunct="1">
              <a:tabLst>
                <a:tab pos="276225" algn="l"/>
              </a:tabLst>
            </a:pPr>
            <a:endParaRPr lang="zh-CN" altLang="en-US" b="1" dirty="0">
              <a:solidFill>
                <a:schemeClr val="tx2"/>
              </a:solidFill>
              <a:latin typeface="宋体" panose="02010600030101010101" pitchFamily="2" charset="-122"/>
            </a:endParaRPr>
          </a:p>
        </p:txBody>
      </p:sp>
      <p:sp>
        <p:nvSpPr>
          <p:cNvPr id="46084" name="Rectangle 4"/>
          <p:cNvSpPr/>
          <p:nvPr/>
        </p:nvSpPr>
        <p:spPr>
          <a:xfrm>
            <a:off x="1524000" y="914400"/>
            <a:ext cx="2152650" cy="519113"/>
          </a:xfrm>
          <a:prstGeom prst="rect">
            <a:avLst/>
          </a:prstGeom>
          <a:noFill/>
          <a:ln w="9525">
            <a:noFill/>
          </a:ln>
        </p:spPr>
        <p:txBody>
          <a:bodyPr wrap="none">
            <a:spAutoFit/>
          </a:bodyPr>
          <a:p>
            <a:pPr eaLnBrk="1" hangingPunct="1"/>
            <a:r>
              <a:rPr lang="en-US" altLang="zh-CN" sz="2800" b="1" dirty="0">
                <a:solidFill>
                  <a:schemeClr val="tx2"/>
                </a:solidFill>
                <a:latin typeface="宋体" panose="02010600030101010101" pitchFamily="2" charset="-122"/>
              </a:rPr>
              <a:t>VRML</a:t>
            </a:r>
            <a:r>
              <a:rPr lang="zh-CN" altLang="en-US" sz="2800" b="1" dirty="0">
                <a:solidFill>
                  <a:schemeClr val="tx2"/>
                </a:solidFill>
                <a:latin typeface="宋体" panose="02010600030101010101" pitchFamily="2" charset="-122"/>
              </a:rPr>
              <a:t>的由来:</a:t>
            </a:r>
            <a:endParaRPr lang="zh-CN" altLang="en-US" sz="2800" b="1" dirty="0">
              <a:solidFill>
                <a:schemeClr val="tx2"/>
              </a:solidFill>
              <a:latin typeface="宋体" panose="02010600030101010101" pitchFamily="2"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5120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0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6" name="页脚占位符 3"/>
          <p:cNvSpPr txBox="1">
            <a:spLocks noGrp="1"/>
          </p:cNvSpPr>
          <p:nvPr>
            <p:ph type="ftr" sz="quarter" idx="3"/>
          </p:nvPr>
        </p:nvSpPr>
        <p:spPr>
          <a:xfrm>
            <a:off x="3733800" y="6570663"/>
            <a:ext cx="2590800" cy="280987"/>
          </a:xfrm>
          <a:ln/>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r>
              <a:rPr lang="zh-CN" altLang="en-US" sz="1200" dirty="0">
                <a:solidFill>
                  <a:schemeClr val="folHlink"/>
                </a:solidFill>
              </a:rPr>
              <a:t>《虚拟地理环境及其应用》</a:t>
            </a:r>
            <a:endParaRPr lang="zh-CN" altLang="en-US" sz="1200" dirty="0">
              <a:solidFill>
                <a:schemeClr val="folHlink"/>
              </a:solidFill>
            </a:endParaRPr>
          </a:p>
        </p:txBody>
      </p:sp>
      <p:sp>
        <p:nvSpPr>
          <p:cNvPr id="171010" name="Rectangle 2"/>
          <p:cNvSpPr/>
          <p:nvPr/>
        </p:nvSpPr>
        <p:spPr>
          <a:xfrm>
            <a:off x="755650" y="2133600"/>
            <a:ext cx="8201025" cy="2497138"/>
          </a:xfrm>
          <a:prstGeom prst="rect">
            <a:avLst/>
          </a:prstGeom>
          <a:noFill/>
          <a:ln w="9525">
            <a:noFill/>
          </a:ln>
        </p:spPr>
        <p:txBody>
          <a:bodyPr anchor="ctr" anchorCtr="0">
            <a:spAutoFit/>
          </a:bodyPr>
          <a:p>
            <a:pPr defTabSz="914400" eaLnBrk="1" hangingPunct="1">
              <a:tabLst>
                <a:tab pos="276225" algn="l"/>
              </a:tabLst>
            </a:pPr>
            <a:endParaRPr lang="zh-CN" altLang="en-US" b="1" dirty="0">
              <a:solidFill>
                <a:schemeClr val="tx2"/>
              </a:solidFill>
              <a:latin typeface="宋体" panose="02010600030101010101" pitchFamily="2" charset="-122"/>
            </a:endParaRPr>
          </a:p>
          <a:p>
            <a:pPr defTabSz="914400" eaLnBrk="1" hangingPunct="1">
              <a:tabLst>
                <a:tab pos="276225" algn="l"/>
              </a:tabLst>
            </a:pPr>
            <a:r>
              <a:rPr lang="zh-CN" altLang="en-US" b="1" dirty="0">
                <a:solidFill>
                  <a:schemeClr val="tx2"/>
                </a:solidFill>
                <a:latin typeface="宋体" panose="02010600030101010101" pitchFamily="2" charset="-122"/>
              </a:rPr>
              <a:t>5  </a:t>
            </a:r>
            <a:r>
              <a:rPr lang="en-US" altLang="zh-CN" b="1" dirty="0">
                <a:solidFill>
                  <a:schemeClr val="tx2"/>
                </a:solidFill>
                <a:latin typeface="宋体" panose="02010600030101010101" pitchFamily="2" charset="-122"/>
              </a:rPr>
              <a:t>VRML </a:t>
            </a:r>
            <a:r>
              <a:rPr lang="zh-CN" altLang="en-US" b="1" dirty="0">
                <a:solidFill>
                  <a:schemeClr val="tx2"/>
                </a:solidFill>
                <a:latin typeface="宋体" panose="02010600030101010101" pitchFamily="2" charset="-122"/>
              </a:rPr>
              <a:t>的正式网站</a:t>
            </a:r>
            <a:endParaRPr lang="zh-CN" altLang="en-US" b="1" dirty="0">
              <a:solidFill>
                <a:schemeClr val="tx2"/>
              </a:solidFill>
              <a:latin typeface="宋体" panose="02010600030101010101" pitchFamily="2" charset="-122"/>
            </a:endParaRPr>
          </a:p>
          <a:p>
            <a:pPr defTabSz="914400" eaLnBrk="1" hangingPunct="1">
              <a:tabLst>
                <a:tab pos="276225" algn="l"/>
              </a:tabLst>
            </a:pPr>
            <a:r>
              <a:rPr lang="zh-CN" altLang="en-US" sz="2200" b="1" dirty="0">
                <a:solidFill>
                  <a:schemeClr val="tx2"/>
                </a:solidFill>
                <a:latin typeface="宋体" panose="02010600030101010101" pitchFamily="2" charset="-122"/>
              </a:rPr>
              <a:t>   </a:t>
            </a:r>
            <a:r>
              <a:rPr lang="en-US" altLang="zh-CN" sz="2200" b="1" dirty="0">
                <a:solidFill>
                  <a:schemeClr val="tx2"/>
                </a:solidFill>
                <a:latin typeface="宋体" panose="02010600030101010101" pitchFamily="2" charset="-122"/>
              </a:rPr>
              <a:t>VRML</a:t>
            </a:r>
            <a:r>
              <a:rPr lang="zh-CN" altLang="en-US" sz="2200" b="1" dirty="0">
                <a:solidFill>
                  <a:schemeClr val="tx2"/>
                </a:solidFill>
                <a:latin typeface="宋体" panose="02010600030101010101" pitchFamily="2" charset="-122"/>
              </a:rPr>
              <a:t>的正式网站是</a:t>
            </a:r>
            <a:r>
              <a:rPr lang="en-US" altLang="zh-CN" sz="2200" b="1" dirty="0">
                <a:solidFill>
                  <a:schemeClr val="tx2"/>
                </a:solidFill>
                <a:latin typeface="宋体" panose="02010600030101010101" pitchFamily="2" charset="-122"/>
              </a:rPr>
              <a:t>Web 3D Consortium，</a:t>
            </a:r>
            <a:r>
              <a:rPr lang="zh-CN" altLang="en-US" sz="2200" b="1" dirty="0">
                <a:solidFill>
                  <a:schemeClr val="tx2"/>
                </a:solidFill>
                <a:latin typeface="宋体" panose="02010600030101010101" pitchFamily="2" charset="-122"/>
              </a:rPr>
              <a:t>从中可以进一步查找</a:t>
            </a:r>
            <a:r>
              <a:rPr lang="en-US" altLang="zh-CN" sz="2200" b="1" dirty="0">
                <a:solidFill>
                  <a:schemeClr val="tx2"/>
                </a:solidFill>
                <a:latin typeface="宋体" panose="02010600030101010101" pitchFamily="2" charset="-122"/>
              </a:rPr>
              <a:t>VRML</a:t>
            </a:r>
            <a:r>
              <a:rPr lang="zh-CN" altLang="en-US" sz="2200" b="1" dirty="0">
                <a:solidFill>
                  <a:schemeClr val="tx2"/>
                </a:solidFill>
                <a:latin typeface="宋体" panose="02010600030101010101" pitchFamily="2" charset="-122"/>
              </a:rPr>
              <a:t>的有关资料，</a:t>
            </a:r>
            <a:endParaRPr lang="zh-CN" altLang="en-US" sz="2200" b="1" dirty="0">
              <a:solidFill>
                <a:schemeClr val="tx2"/>
              </a:solidFill>
              <a:latin typeface="宋体" panose="02010600030101010101" pitchFamily="2" charset="-122"/>
            </a:endParaRPr>
          </a:p>
          <a:p>
            <a:pPr defTabSz="914400" eaLnBrk="1" hangingPunct="1">
              <a:tabLst>
                <a:tab pos="276225" algn="l"/>
              </a:tabLst>
            </a:pPr>
            <a:r>
              <a:rPr lang="zh-CN" altLang="en-US" sz="2200" b="1" dirty="0">
                <a:solidFill>
                  <a:schemeClr val="tx2"/>
                </a:solidFill>
                <a:latin typeface="宋体" panose="02010600030101010101" pitchFamily="2" charset="-122"/>
              </a:rPr>
              <a:t>网址是：</a:t>
            </a:r>
            <a:endParaRPr lang="zh-CN" altLang="en-US" sz="2200" b="1" dirty="0">
              <a:solidFill>
                <a:schemeClr val="tx2"/>
              </a:solidFill>
              <a:latin typeface="宋体" panose="02010600030101010101" pitchFamily="2" charset="-122"/>
            </a:endParaRPr>
          </a:p>
          <a:p>
            <a:pPr defTabSz="914400" eaLnBrk="1" hangingPunct="1">
              <a:tabLst>
                <a:tab pos="276225" algn="l"/>
              </a:tabLst>
            </a:pPr>
            <a:r>
              <a:rPr lang="zh-CN" altLang="en-US" sz="2200" b="1" dirty="0">
                <a:solidFill>
                  <a:schemeClr val="tx2"/>
                </a:solidFill>
                <a:latin typeface="宋体" panose="02010600030101010101" pitchFamily="2" charset="-122"/>
              </a:rPr>
              <a:t>           </a:t>
            </a:r>
            <a:r>
              <a:rPr lang="en-US" altLang="zh-CN" sz="2200" b="1" dirty="0">
                <a:solidFill>
                  <a:schemeClr val="tx2"/>
                </a:solidFill>
                <a:latin typeface="宋体" panose="02010600030101010101" pitchFamily="2" charset="-122"/>
              </a:rPr>
              <a:t>http://www.vrml.org</a:t>
            </a:r>
            <a:endParaRPr lang="en-US" altLang="zh-CN" sz="2200" b="1" dirty="0">
              <a:solidFill>
                <a:schemeClr val="tx2"/>
              </a:solidFill>
              <a:latin typeface="宋体" panose="02010600030101010101" pitchFamily="2" charset="-122"/>
            </a:endParaRPr>
          </a:p>
          <a:p>
            <a:pPr defTabSz="914400" eaLnBrk="1" hangingPunct="1">
              <a:tabLst>
                <a:tab pos="276225" algn="l"/>
              </a:tabLst>
            </a:pPr>
            <a:r>
              <a:rPr lang="en-US" altLang="zh-CN" sz="2200" b="1" dirty="0">
                <a:solidFill>
                  <a:schemeClr val="tx2"/>
                </a:solidFill>
                <a:latin typeface="宋体" panose="02010600030101010101" pitchFamily="2" charset="-122"/>
              </a:rPr>
              <a:t>           http://www.cnvrml.org</a:t>
            </a:r>
            <a:endParaRPr lang="en-US" altLang="zh-CN" sz="2200" b="1" dirty="0">
              <a:solidFill>
                <a:schemeClr val="tx2"/>
              </a:solidFill>
              <a:latin typeface="宋体" panose="02010600030101010101" pitchFamily="2" charset="-122"/>
            </a:endParaRPr>
          </a:p>
        </p:txBody>
      </p:sp>
      <p:sp>
        <p:nvSpPr>
          <p:cNvPr id="47108" name="Rectangle 3"/>
          <p:cNvSpPr/>
          <p:nvPr/>
        </p:nvSpPr>
        <p:spPr>
          <a:xfrm>
            <a:off x="1524000" y="914400"/>
            <a:ext cx="2152650" cy="519113"/>
          </a:xfrm>
          <a:prstGeom prst="rect">
            <a:avLst/>
          </a:prstGeom>
          <a:noFill/>
          <a:ln w="9525">
            <a:noFill/>
          </a:ln>
        </p:spPr>
        <p:txBody>
          <a:bodyPr wrap="none">
            <a:spAutoFit/>
          </a:bodyPr>
          <a:p>
            <a:pPr eaLnBrk="1" hangingPunct="1"/>
            <a:r>
              <a:rPr lang="en-US" altLang="zh-CN" sz="2800" b="1" dirty="0">
                <a:solidFill>
                  <a:schemeClr val="tx2"/>
                </a:solidFill>
                <a:latin typeface="宋体" panose="02010600030101010101" pitchFamily="2" charset="-122"/>
              </a:rPr>
              <a:t>VRML</a:t>
            </a:r>
            <a:r>
              <a:rPr lang="zh-CN" altLang="en-US" sz="2800" b="1" dirty="0">
                <a:solidFill>
                  <a:schemeClr val="tx2"/>
                </a:solidFill>
                <a:latin typeface="宋体" panose="02010600030101010101" pitchFamily="2" charset="-122"/>
              </a:rPr>
              <a:t>的由来:</a:t>
            </a:r>
            <a:endParaRPr lang="zh-CN" altLang="en-US" sz="2800" b="1" dirty="0">
              <a:solidFill>
                <a:schemeClr val="tx2"/>
              </a:solidFill>
              <a:latin typeface="宋体" panose="02010600030101010101" pitchFamily="2"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1710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1010"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8130" name="页脚占位符 3"/>
          <p:cNvSpPr txBox="1">
            <a:spLocks noGrp="1"/>
          </p:cNvSpPr>
          <p:nvPr>
            <p:ph type="ftr" sz="quarter" idx="3"/>
          </p:nvPr>
        </p:nvSpPr>
        <p:spPr>
          <a:xfrm>
            <a:off x="3733800" y="6570663"/>
            <a:ext cx="2590800" cy="280987"/>
          </a:xfrm>
          <a:ln/>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r>
              <a:rPr lang="zh-CN" altLang="en-US" sz="1200" dirty="0">
                <a:solidFill>
                  <a:schemeClr val="folHlink"/>
                </a:solidFill>
              </a:rPr>
              <a:t>《虚拟地理环境及其应用》</a:t>
            </a:r>
            <a:endParaRPr lang="zh-CN" altLang="en-US" sz="1200" dirty="0">
              <a:solidFill>
                <a:schemeClr val="folHlink"/>
              </a:solidFill>
            </a:endParaRPr>
          </a:p>
        </p:txBody>
      </p:sp>
      <p:sp>
        <p:nvSpPr>
          <p:cNvPr id="48131" name="Rectangle 2"/>
          <p:cNvSpPr/>
          <p:nvPr/>
        </p:nvSpPr>
        <p:spPr>
          <a:xfrm>
            <a:off x="1447800" y="792163"/>
            <a:ext cx="6048375" cy="762000"/>
          </a:xfrm>
          <a:prstGeom prst="rect">
            <a:avLst/>
          </a:prstGeom>
          <a:noFill/>
          <a:ln w="9525">
            <a:noFill/>
          </a:ln>
        </p:spPr>
        <p:txBody>
          <a:bodyPr anchor="ctr" anchorCtr="0">
            <a:spAutoFit/>
          </a:bodyPr>
          <a:p>
            <a:pPr defTabSz="914400" eaLnBrk="1" hangingPunct="1">
              <a:tabLst>
                <a:tab pos="742950" algn="l"/>
              </a:tabLst>
            </a:pPr>
            <a:r>
              <a:rPr lang="en-US" altLang="zh-CN" sz="4400" b="1" dirty="0">
                <a:solidFill>
                  <a:schemeClr val="tx2"/>
                </a:solidFill>
                <a:latin typeface="宋体" panose="02010600030101010101" pitchFamily="2" charset="-122"/>
              </a:rPr>
              <a:t>4.2 VRML</a:t>
            </a:r>
            <a:r>
              <a:rPr lang="zh-CN" altLang="en-US" sz="4400" b="1" dirty="0">
                <a:solidFill>
                  <a:schemeClr val="tx2"/>
                </a:solidFill>
                <a:latin typeface="宋体" panose="02010600030101010101" pitchFamily="2" charset="-122"/>
              </a:rPr>
              <a:t>的浏览与编辑</a:t>
            </a:r>
            <a:endParaRPr lang="zh-CN" altLang="en-US" sz="4400" b="1" dirty="0">
              <a:solidFill>
                <a:schemeClr val="tx2"/>
              </a:solidFill>
              <a:latin typeface="宋体" panose="02010600030101010101" pitchFamily="2" charset="-122"/>
            </a:endParaRPr>
          </a:p>
        </p:txBody>
      </p:sp>
      <p:sp>
        <p:nvSpPr>
          <p:cNvPr id="52227" name="Rectangle 3"/>
          <p:cNvSpPr/>
          <p:nvPr/>
        </p:nvSpPr>
        <p:spPr>
          <a:xfrm>
            <a:off x="719138" y="2238375"/>
            <a:ext cx="8196262" cy="4108450"/>
          </a:xfrm>
          <a:prstGeom prst="rect">
            <a:avLst/>
          </a:prstGeom>
          <a:noFill/>
          <a:ln w="9525">
            <a:noFill/>
          </a:ln>
        </p:spPr>
        <p:txBody>
          <a:bodyPr anchor="ctr" anchorCtr="0">
            <a:spAutoFit/>
          </a:bodyPr>
          <a:p>
            <a:pPr indent="276225" eaLnBrk="1" hangingPunct="1"/>
            <a:r>
              <a:rPr lang="zh-CN" altLang="en-US" b="1" dirty="0">
                <a:solidFill>
                  <a:schemeClr val="tx2"/>
                </a:solidFill>
                <a:latin typeface="宋体" panose="02010600030101010101" pitchFamily="2" charset="-122"/>
              </a:rPr>
              <a:t>2.1  浏览</a:t>
            </a:r>
            <a:r>
              <a:rPr lang="en-US" altLang="zh-CN" b="1" dirty="0">
                <a:solidFill>
                  <a:schemeClr val="tx2"/>
                </a:solidFill>
                <a:latin typeface="宋体" panose="02010600030101010101" pitchFamily="2" charset="-122"/>
              </a:rPr>
              <a:t>VRML</a:t>
            </a:r>
            <a:r>
              <a:rPr lang="zh-CN" altLang="en-US" b="1" dirty="0">
                <a:solidFill>
                  <a:schemeClr val="tx2"/>
                </a:solidFill>
                <a:latin typeface="宋体" panose="02010600030101010101" pitchFamily="2" charset="-122"/>
              </a:rPr>
              <a:t>的方法</a:t>
            </a:r>
            <a:endParaRPr lang="zh-CN" altLang="en-US" b="1" dirty="0">
              <a:solidFill>
                <a:schemeClr val="tx2"/>
              </a:solidFill>
              <a:latin typeface="宋体" panose="02010600030101010101" pitchFamily="2" charset="-122"/>
            </a:endParaRPr>
          </a:p>
          <a:p>
            <a:pPr indent="276225" eaLnBrk="1" hangingPunct="1"/>
            <a:r>
              <a:rPr lang="zh-CN" altLang="en-US" b="1" dirty="0">
                <a:solidFill>
                  <a:schemeClr val="tx2"/>
                </a:solidFill>
                <a:latin typeface="宋体" panose="02010600030101010101" pitchFamily="2" charset="-122"/>
              </a:rPr>
              <a:t>  要浏览</a:t>
            </a:r>
            <a:r>
              <a:rPr lang="en-US" altLang="zh-CN" b="1" dirty="0">
                <a:solidFill>
                  <a:schemeClr val="tx2"/>
                </a:solidFill>
                <a:latin typeface="宋体" panose="02010600030101010101" pitchFamily="2" charset="-122"/>
              </a:rPr>
              <a:t>VRML，</a:t>
            </a:r>
            <a:r>
              <a:rPr lang="zh-CN" altLang="en-US" b="1" dirty="0">
                <a:solidFill>
                  <a:schemeClr val="tx2"/>
                </a:solidFill>
                <a:latin typeface="宋体" panose="02010600030101010101" pitchFamily="2" charset="-122"/>
              </a:rPr>
              <a:t>计算机要安装</a:t>
            </a:r>
            <a:r>
              <a:rPr lang="en-US" altLang="zh-CN" b="1" dirty="0">
                <a:solidFill>
                  <a:schemeClr val="tx2"/>
                </a:solidFill>
                <a:latin typeface="宋体" panose="02010600030101010101" pitchFamily="2" charset="-122"/>
              </a:rPr>
              <a:t>Microsoft</a:t>
            </a:r>
            <a:r>
              <a:rPr lang="zh-CN" altLang="en-US" b="1" dirty="0">
                <a:solidFill>
                  <a:schemeClr val="tx2"/>
                </a:solidFill>
                <a:latin typeface="宋体" panose="02010600030101010101" pitchFamily="2" charset="-122"/>
              </a:rPr>
              <a:t>公司的</a:t>
            </a:r>
            <a:r>
              <a:rPr lang="en-US" altLang="zh-CN" b="1" dirty="0">
                <a:solidFill>
                  <a:schemeClr val="tx2"/>
                </a:solidFill>
                <a:latin typeface="宋体" panose="02010600030101010101" pitchFamily="2" charset="-122"/>
              </a:rPr>
              <a:t>Internet  Explore</a:t>
            </a:r>
            <a:r>
              <a:rPr lang="zh-CN" altLang="en-US" b="1" dirty="0">
                <a:solidFill>
                  <a:schemeClr val="tx2"/>
                </a:solidFill>
                <a:latin typeface="宋体" panose="02010600030101010101" pitchFamily="2" charset="-122"/>
              </a:rPr>
              <a:t>浏览器或 </a:t>
            </a:r>
            <a:r>
              <a:rPr lang="en-US" altLang="zh-CN" b="1" dirty="0">
                <a:solidFill>
                  <a:schemeClr val="tx2"/>
                </a:solidFill>
                <a:latin typeface="宋体" panose="02010600030101010101" pitchFamily="2" charset="-122"/>
              </a:rPr>
              <a:t>Netscape</a:t>
            </a:r>
            <a:r>
              <a:rPr lang="zh-CN" altLang="en-US" b="1" dirty="0">
                <a:solidFill>
                  <a:schemeClr val="tx2"/>
                </a:solidFill>
                <a:latin typeface="宋体" panose="02010600030101010101" pitchFamily="2" charset="-122"/>
              </a:rPr>
              <a:t>公司的</a:t>
            </a:r>
            <a:r>
              <a:rPr lang="en-US" altLang="zh-CN" b="1" dirty="0">
                <a:solidFill>
                  <a:schemeClr val="tx2"/>
                </a:solidFill>
                <a:latin typeface="宋体" panose="02010600030101010101" pitchFamily="2" charset="-122"/>
              </a:rPr>
              <a:t>Navigator</a:t>
            </a:r>
            <a:r>
              <a:rPr lang="zh-CN" altLang="en-US" b="1" dirty="0">
                <a:solidFill>
                  <a:schemeClr val="tx2"/>
                </a:solidFill>
                <a:latin typeface="宋体" panose="02010600030101010101" pitchFamily="2" charset="-122"/>
              </a:rPr>
              <a:t>浏览器，还要安装一个可以让浏览器具备浏览</a:t>
            </a:r>
            <a:r>
              <a:rPr lang="en-US" altLang="zh-CN" b="1" dirty="0">
                <a:solidFill>
                  <a:schemeClr val="tx2"/>
                </a:solidFill>
                <a:latin typeface="宋体" panose="02010600030101010101" pitchFamily="2" charset="-122"/>
              </a:rPr>
              <a:t>VRML</a:t>
            </a:r>
            <a:r>
              <a:rPr lang="zh-CN" altLang="en-US" b="1" dirty="0">
                <a:solidFill>
                  <a:schemeClr val="tx2"/>
                </a:solidFill>
                <a:latin typeface="宋体" panose="02010600030101010101" pitchFamily="2" charset="-122"/>
              </a:rPr>
              <a:t>功能的外挂（</a:t>
            </a:r>
            <a:r>
              <a:rPr lang="en-US" altLang="zh-CN" b="1" dirty="0">
                <a:solidFill>
                  <a:schemeClr val="tx2"/>
                </a:solidFill>
                <a:latin typeface="宋体" panose="02010600030101010101" pitchFamily="2" charset="-122"/>
              </a:rPr>
              <a:t>Plug-in）</a:t>
            </a:r>
            <a:r>
              <a:rPr lang="zh-CN" altLang="en-US" b="1" dirty="0">
                <a:solidFill>
                  <a:schemeClr val="tx2"/>
                </a:solidFill>
                <a:latin typeface="宋体" panose="02010600030101010101" pitchFamily="2" charset="-122"/>
              </a:rPr>
              <a:t>程序，即</a:t>
            </a:r>
            <a:r>
              <a:rPr lang="en-US" altLang="zh-CN" b="1" dirty="0">
                <a:solidFill>
                  <a:schemeClr val="tx2"/>
                </a:solidFill>
                <a:latin typeface="宋体" panose="02010600030101010101" pitchFamily="2" charset="-122"/>
              </a:rPr>
              <a:t>VRML</a:t>
            </a:r>
            <a:r>
              <a:rPr lang="zh-CN" altLang="en-US" b="1" dirty="0">
                <a:solidFill>
                  <a:schemeClr val="tx2"/>
                </a:solidFill>
                <a:latin typeface="宋体" panose="02010600030101010101" pitchFamily="2" charset="-122"/>
              </a:rPr>
              <a:t>浏览器（</a:t>
            </a:r>
            <a:r>
              <a:rPr lang="en-US" altLang="zh-CN" b="1" dirty="0">
                <a:solidFill>
                  <a:schemeClr val="tx2"/>
                </a:solidFill>
                <a:latin typeface="宋体" panose="02010600030101010101" pitchFamily="2" charset="-122"/>
              </a:rPr>
              <a:t>IE，NetScape</a:t>
            </a:r>
            <a:r>
              <a:rPr lang="zh-CN" altLang="en-US" b="1" dirty="0">
                <a:solidFill>
                  <a:schemeClr val="tx2"/>
                </a:solidFill>
                <a:latin typeface="宋体" panose="02010600030101010101" pitchFamily="2" charset="-122"/>
              </a:rPr>
              <a:t>等</a:t>
            </a:r>
            <a:r>
              <a:rPr lang="en-US" altLang="zh-CN" b="1" dirty="0">
                <a:solidFill>
                  <a:schemeClr val="tx2"/>
                </a:solidFill>
                <a:latin typeface="宋体" panose="02010600030101010101" pitchFamily="2" charset="-122"/>
              </a:rPr>
              <a:t>Web</a:t>
            </a:r>
            <a:r>
              <a:rPr lang="zh-CN" altLang="en-US" b="1" dirty="0">
                <a:solidFill>
                  <a:schemeClr val="tx2"/>
                </a:solidFill>
                <a:latin typeface="宋体" panose="02010600030101010101" pitchFamily="2" charset="-122"/>
              </a:rPr>
              <a:t>浏览器都有自带的</a:t>
            </a:r>
            <a:r>
              <a:rPr lang="en-US" altLang="zh-CN" b="1" dirty="0">
                <a:solidFill>
                  <a:schemeClr val="tx2"/>
                </a:solidFill>
                <a:latin typeface="宋体" panose="02010600030101010101" pitchFamily="2" charset="-122"/>
              </a:rPr>
              <a:t>VRML</a:t>
            </a:r>
            <a:r>
              <a:rPr lang="zh-CN" altLang="en-US" b="1" dirty="0">
                <a:solidFill>
                  <a:schemeClr val="tx2"/>
                </a:solidFill>
                <a:latin typeface="宋体" panose="02010600030101010101" pitchFamily="2" charset="-122"/>
              </a:rPr>
              <a:t>浏览器，但这些浏览器的功能有限，对</a:t>
            </a:r>
            <a:r>
              <a:rPr lang="en-US" altLang="zh-CN" b="1" dirty="0">
                <a:solidFill>
                  <a:schemeClr val="tx2"/>
                </a:solidFill>
                <a:latin typeface="宋体" panose="02010600030101010101" pitchFamily="2" charset="-122"/>
              </a:rPr>
              <a:t>VRML</a:t>
            </a:r>
            <a:r>
              <a:rPr lang="zh-CN" altLang="en-US" b="1" dirty="0">
                <a:solidFill>
                  <a:schemeClr val="tx2"/>
                </a:solidFill>
                <a:latin typeface="宋体" panose="02010600030101010101" pitchFamily="2" charset="-122"/>
              </a:rPr>
              <a:t>的支持很不充分；）。它是解释</a:t>
            </a:r>
            <a:r>
              <a:rPr lang="en-US" altLang="zh-CN" b="1" dirty="0">
                <a:solidFill>
                  <a:schemeClr val="tx2"/>
                </a:solidFill>
                <a:latin typeface="宋体" panose="02010600030101010101" pitchFamily="2" charset="-122"/>
              </a:rPr>
              <a:t>VRML</a:t>
            </a:r>
            <a:r>
              <a:rPr lang="zh-CN" altLang="en-US" b="1" dirty="0">
                <a:solidFill>
                  <a:schemeClr val="tx2"/>
                </a:solidFill>
                <a:latin typeface="宋体" panose="02010600030101010101" pitchFamily="2" charset="-122"/>
              </a:rPr>
              <a:t>文件并构造三维模型的软件，</a:t>
            </a:r>
            <a:r>
              <a:rPr lang="en-US" altLang="zh-CN" b="1" dirty="0">
                <a:solidFill>
                  <a:schemeClr val="tx2"/>
                </a:solidFill>
                <a:latin typeface="宋体" panose="02010600030101010101" pitchFamily="2" charset="-122"/>
              </a:rPr>
              <a:t>VRML</a:t>
            </a:r>
            <a:r>
              <a:rPr lang="zh-CN" altLang="en-US" b="1" dirty="0">
                <a:solidFill>
                  <a:schemeClr val="tx2"/>
                </a:solidFill>
                <a:latin typeface="宋体" panose="02010600030101010101" pitchFamily="2" charset="-122"/>
              </a:rPr>
              <a:t>浏览器通常是以插件的形式附着在</a:t>
            </a:r>
            <a:r>
              <a:rPr lang="en-US" altLang="zh-CN" b="1" dirty="0">
                <a:solidFill>
                  <a:schemeClr val="tx2"/>
                </a:solidFill>
                <a:latin typeface="宋体" panose="02010600030101010101" pitchFamily="2" charset="-122"/>
              </a:rPr>
              <a:t>Web</a:t>
            </a:r>
            <a:r>
              <a:rPr lang="zh-CN" altLang="en-US" b="1" dirty="0">
                <a:solidFill>
                  <a:schemeClr val="tx2"/>
                </a:solidFill>
                <a:latin typeface="宋体" panose="02010600030101010101" pitchFamily="2" charset="-122"/>
              </a:rPr>
              <a:t>浏览器中，一些公司开发的</a:t>
            </a:r>
            <a:r>
              <a:rPr lang="en-US" altLang="zh-CN" b="1" dirty="0">
                <a:solidFill>
                  <a:schemeClr val="tx2"/>
                </a:solidFill>
                <a:latin typeface="宋体" panose="02010600030101010101" pitchFamily="2" charset="-122"/>
              </a:rPr>
              <a:t>VRML</a:t>
            </a:r>
            <a:r>
              <a:rPr lang="zh-CN" altLang="en-US" b="1" dirty="0">
                <a:solidFill>
                  <a:schemeClr val="tx2"/>
                </a:solidFill>
                <a:latin typeface="宋体" panose="02010600030101010101" pitchFamily="2" charset="-122"/>
              </a:rPr>
              <a:t>浏览器则通常功能强大，如</a:t>
            </a:r>
            <a:r>
              <a:rPr lang="en-US" altLang="zh-CN" b="1" dirty="0">
                <a:solidFill>
                  <a:schemeClr val="tx2"/>
                </a:solidFill>
                <a:latin typeface="宋体" panose="02010600030101010101" pitchFamily="2" charset="-122"/>
              </a:rPr>
              <a:t>SGI（Silicon Graphics Inc.）</a:t>
            </a:r>
            <a:r>
              <a:rPr lang="zh-CN" altLang="en-US" b="1" dirty="0">
                <a:solidFill>
                  <a:schemeClr val="tx2"/>
                </a:solidFill>
                <a:latin typeface="宋体" panose="02010600030101010101" pitchFamily="2" charset="-122"/>
              </a:rPr>
              <a:t>公司的</a:t>
            </a:r>
            <a:r>
              <a:rPr lang="en-US" altLang="zh-CN" b="1" dirty="0">
                <a:solidFill>
                  <a:schemeClr val="tx2"/>
                </a:solidFill>
                <a:latin typeface="宋体" panose="02010600030101010101" pitchFamily="2" charset="-122"/>
              </a:rPr>
              <a:t>Cosmo Player，SONY</a:t>
            </a:r>
            <a:r>
              <a:rPr lang="zh-CN" altLang="en-US" b="1" dirty="0">
                <a:solidFill>
                  <a:schemeClr val="tx2"/>
                </a:solidFill>
                <a:latin typeface="宋体" panose="02010600030101010101" pitchFamily="2" charset="-122"/>
              </a:rPr>
              <a:t>的</a:t>
            </a:r>
            <a:r>
              <a:rPr lang="en-US" altLang="zh-CN" b="1" dirty="0">
                <a:solidFill>
                  <a:schemeClr val="tx2"/>
                </a:solidFill>
                <a:latin typeface="宋体" panose="02010600030101010101" pitchFamily="2" charset="-122"/>
              </a:rPr>
              <a:t>Community Place Brower</a:t>
            </a:r>
            <a:r>
              <a:rPr lang="zh-CN" altLang="en-US" b="1" dirty="0">
                <a:solidFill>
                  <a:schemeClr val="tx2"/>
                </a:solidFill>
                <a:latin typeface="宋体" panose="02010600030101010101" pitchFamily="2" charset="-122"/>
              </a:rPr>
              <a:t>等等。</a:t>
            </a:r>
            <a:endParaRPr lang="zh-CN" altLang="en-US" b="1" dirty="0">
              <a:solidFill>
                <a:schemeClr val="tx2"/>
              </a:solidFill>
              <a:latin typeface="宋体" panose="02010600030101010101" pitchFamily="2"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522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27"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4" name="页脚占位符 3"/>
          <p:cNvSpPr txBox="1">
            <a:spLocks noGrp="1"/>
          </p:cNvSpPr>
          <p:nvPr>
            <p:ph type="ftr" sz="quarter" idx="3"/>
          </p:nvPr>
        </p:nvSpPr>
        <p:spPr>
          <a:xfrm>
            <a:off x="3733800" y="6570663"/>
            <a:ext cx="2590800" cy="280987"/>
          </a:xfrm>
          <a:ln/>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r>
              <a:rPr lang="zh-CN" altLang="en-US" sz="1200" dirty="0">
                <a:solidFill>
                  <a:schemeClr val="folHlink"/>
                </a:solidFill>
              </a:rPr>
              <a:t>《虚拟地理环境及其应用》</a:t>
            </a:r>
            <a:endParaRPr lang="zh-CN" altLang="en-US" sz="1200" dirty="0">
              <a:solidFill>
                <a:schemeClr val="folHlink"/>
              </a:solidFill>
            </a:endParaRPr>
          </a:p>
        </p:txBody>
      </p:sp>
      <p:sp>
        <p:nvSpPr>
          <p:cNvPr id="53251" name="Rectangle 3"/>
          <p:cNvSpPr/>
          <p:nvPr/>
        </p:nvSpPr>
        <p:spPr>
          <a:xfrm>
            <a:off x="539750" y="2349500"/>
            <a:ext cx="8137525" cy="1492250"/>
          </a:xfrm>
          <a:prstGeom prst="rect">
            <a:avLst/>
          </a:prstGeom>
          <a:noFill/>
          <a:ln w="9525">
            <a:noFill/>
          </a:ln>
        </p:spPr>
        <p:txBody>
          <a:bodyPr anchor="ctr" anchorCtr="0">
            <a:spAutoFit/>
          </a:bodyPr>
          <a:p>
            <a:pPr indent="276225" eaLnBrk="1" hangingPunct="1"/>
            <a:r>
              <a:rPr lang="zh-CN" altLang="en-US" b="1" dirty="0">
                <a:solidFill>
                  <a:schemeClr val="tx2"/>
                </a:solidFill>
                <a:latin typeface="宋体" panose="02010600030101010101" pitchFamily="2" charset="-122"/>
              </a:rPr>
              <a:t>一、浏览器外挂程序</a:t>
            </a:r>
            <a:endParaRPr lang="zh-CN" altLang="en-US" b="1" dirty="0">
              <a:solidFill>
                <a:schemeClr val="tx2"/>
              </a:solidFill>
              <a:latin typeface="宋体" panose="02010600030101010101" pitchFamily="2" charset="-122"/>
            </a:endParaRPr>
          </a:p>
          <a:p>
            <a:pPr indent="276225" eaLnBrk="1" hangingPunct="1"/>
            <a:endParaRPr lang="zh-CN" altLang="en-US" b="1" dirty="0">
              <a:solidFill>
                <a:schemeClr val="tx2"/>
              </a:solidFill>
              <a:latin typeface="宋体" panose="02010600030101010101" pitchFamily="2" charset="-122"/>
            </a:endParaRPr>
          </a:p>
          <a:p>
            <a:pPr indent="276225" eaLnBrk="1" hangingPunct="1"/>
            <a:r>
              <a:rPr lang="zh-CN" altLang="en-US" sz="2200" b="1" dirty="0">
                <a:solidFill>
                  <a:schemeClr val="tx2"/>
                </a:solidFill>
                <a:latin typeface="宋体" panose="02010600030101010101" pitchFamily="2" charset="-122"/>
              </a:rPr>
              <a:t>下表列出了目前常见的</a:t>
            </a:r>
            <a:r>
              <a:rPr lang="en-US" altLang="zh-CN" sz="2200" b="1" dirty="0">
                <a:solidFill>
                  <a:schemeClr val="tx2"/>
                </a:solidFill>
                <a:latin typeface="宋体" panose="02010600030101010101" pitchFamily="2" charset="-122"/>
              </a:rPr>
              <a:t>VRML</a:t>
            </a:r>
            <a:r>
              <a:rPr lang="zh-CN" altLang="en-US" sz="2200" b="1" dirty="0">
                <a:solidFill>
                  <a:schemeClr val="tx2"/>
                </a:solidFill>
                <a:latin typeface="宋体" panose="02010600030101010101" pitchFamily="2" charset="-122"/>
              </a:rPr>
              <a:t>浏览器外挂程序的名称、可浏览的三维语言及操作系统与平台。</a:t>
            </a:r>
            <a:endParaRPr lang="zh-CN" altLang="en-US" sz="2200" b="1" dirty="0">
              <a:solidFill>
                <a:schemeClr val="tx2"/>
              </a:solidFill>
              <a:latin typeface="宋体" panose="02010600030101010101" pitchFamily="2" charset="-122"/>
            </a:endParaRPr>
          </a:p>
        </p:txBody>
      </p:sp>
      <p:sp>
        <p:nvSpPr>
          <p:cNvPr id="49156" name="Rectangle 4"/>
          <p:cNvSpPr/>
          <p:nvPr/>
        </p:nvSpPr>
        <p:spPr>
          <a:xfrm>
            <a:off x="1447800" y="1174750"/>
            <a:ext cx="2792413" cy="457200"/>
          </a:xfrm>
          <a:prstGeom prst="rect">
            <a:avLst/>
          </a:prstGeom>
          <a:noFill/>
          <a:ln w="9525">
            <a:noFill/>
          </a:ln>
        </p:spPr>
        <p:txBody>
          <a:bodyPr wrap="none">
            <a:spAutoFit/>
          </a:bodyPr>
          <a:p>
            <a:pPr eaLnBrk="1" hangingPunct="1"/>
            <a:r>
              <a:rPr lang="en-US" altLang="zh-CN" b="1" dirty="0">
                <a:solidFill>
                  <a:schemeClr val="tx2"/>
                </a:solidFill>
                <a:latin typeface="宋体" panose="02010600030101010101" pitchFamily="2" charset="-122"/>
              </a:rPr>
              <a:t>VRML</a:t>
            </a:r>
            <a:r>
              <a:rPr lang="zh-CN" altLang="en-US" b="1" dirty="0">
                <a:solidFill>
                  <a:schemeClr val="tx2"/>
                </a:solidFill>
                <a:latin typeface="宋体" panose="02010600030101010101" pitchFamily="2" charset="-122"/>
              </a:rPr>
              <a:t>的浏览与编辑:</a:t>
            </a:r>
            <a:endParaRPr lang="zh-CN" altLang="en-US" b="1" dirty="0">
              <a:solidFill>
                <a:schemeClr val="tx2"/>
              </a:solidFill>
              <a:latin typeface="宋体" panose="02010600030101010101" pitchFamily="2"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53251"/>
                                        </p:tgtEl>
                                        <p:attrNameLst>
                                          <p:attrName>style.visibility</p:attrName>
                                        </p:attrNameLst>
                                      </p:cBhvr>
                                      <p:to>
                                        <p:strVal val="visible"/>
                                      </p:to>
                                    </p:set>
                                    <p:animEffect transition="in" filter="slide(fromBottom)">
                                      <p:cBhvr>
                                        <p:cTn id="7" dur="500"/>
                                        <p:tgtEl>
                                          <p:spTgt spid="532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1"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8" name="页脚占位符 2"/>
          <p:cNvSpPr txBox="1">
            <a:spLocks noGrp="1"/>
          </p:cNvSpPr>
          <p:nvPr>
            <p:ph type="ftr" sz="quarter" idx="3"/>
          </p:nvPr>
        </p:nvSpPr>
        <p:spPr>
          <a:xfrm>
            <a:off x="3733800" y="6570663"/>
            <a:ext cx="2590800" cy="280987"/>
          </a:xfrm>
          <a:ln/>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r>
              <a:rPr lang="zh-CN" altLang="en-US" sz="1200" dirty="0">
                <a:solidFill>
                  <a:schemeClr val="folHlink"/>
                </a:solidFill>
              </a:rPr>
              <a:t>《虚拟地理环境及其应用》</a:t>
            </a:r>
            <a:endParaRPr lang="zh-CN" altLang="en-US" sz="1200" dirty="0">
              <a:solidFill>
                <a:schemeClr val="folHlink"/>
              </a:solidFill>
            </a:endParaRPr>
          </a:p>
        </p:txBody>
      </p:sp>
      <p:graphicFrame>
        <p:nvGraphicFramePr>
          <p:cNvPr id="54330" name="Group 58"/>
          <p:cNvGraphicFramePr>
            <a:graphicFrameLocks noGrp="1"/>
          </p:cNvGraphicFramePr>
          <p:nvPr>
            <p:ph idx="1"/>
          </p:nvPr>
        </p:nvGraphicFramePr>
        <p:xfrm>
          <a:off x="1187450" y="2060575"/>
          <a:ext cx="6697663" cy="4508500"/>
        </p:xfrm>
        <a:graphic>
          <a:graphicData uri="http://schemas.openxmlformats.org/drawingml/2006/table">
            <a:tbl>
              <a:tblPr/>
              <a:tblGrid>
                <a:gridCol w="2270125"/>
                <a:gridCol w="2192338"/>
                <a:gridCol w="2235200"/>
              </a:tblGrid>
              <a:tr h="260350">
                <a:tc>
                  <a:txBody>
                    <a:bodyPr/>
                    <a:lstStyle>
                      <a:lvl1pPr marL="342900" indent="-342900">
                        <a:spcBef>
                          <a:spcPct val="20000"/>
                        </a:spcBef>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55000"/>
                        <a:buFont typeface="Wingdings" panose="05000000000000000000" pitchFamily="2" charset="2"/>
                        <a:defRPr kumimoji="1" sz="2400">
                          <a:solidFill>
                            <a:schemeClr val="tx1"/>
                          </a:solidFill>
                          <a:latin typeface="Times New Roman" panose="02020603050405020304" pitchFamily="18" charset="0"/>
                          <a:ea typeface="宋体" panose="02010600030101010101" pitchFamily="2" charset="-122"/>
                        </a:defRPr>
                      </a:lvl2pPr>
                      <a:lvl3pPr marL="1085850" indent="-228600">
                        <a:spcBef>
                          <a:spcPct val="20000"/>
                        </a:spcBef>
                        <a:buClr>
                          <a:schemeClr val="accent2"/>
                        </a:buClr>
                        <a:buSzPct val="65000"/>
                        <a:buFont typeface="Wingdings" panose="05000000000000000000" pitchFamily="2" charset="2"/>
                        <a:defRPr kumimoji="1" sz="2000">
                          <a:solidFill>
                            <a:schemeClr val="tx1"/>
                          </a:solidFill>
                          <a:latin typeface="Times New Roman" panose="02020603050405020304" pitchFamily="18" charset="0"/>
                          <a:ea typeface="宋体" panose="02010600030101010101" pitchFamily="2" charset="-122"/>
                        </a:defRPr>
                      </a:lvl3pPr>
                      <a:lvl4pPr marL="1428750" indent="-228600">
                        <a:spcBef>
                          <a:spcPct val="20000"/>
                        </a:spcBef>
                        <a:buClr>
                          <a:schemeClr val="accent2"/>
                        </a:buClr>
                        <a:buSzPct val="8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marL="1771650" indent="-228600">
                        <a:spcBef>
                          <a:spcPct val="20000"/>
                        </a:spcBef>
                        <a:buClr>
                          <a:schemeClr val="accent2"/>
                        </a:buClr>
                        <a:buSzPct val="80000"/>
                        <a:buFont typeface="Wingdings" panose="05000000000000000000" pitchFamily="2" charset="2"/>
                        <a:defRPr kumimoji="1" sz="1600">
                          <a:solidFill>
                            <a:schemeClr val="tx1"/>
                          </a:solidFill>
                          <a:latin typeface="Times New Roman" panose="02020603050405020304" pitchFamily="18" charset="0"/>
                          <a:ea typeface="宋体" panose="02010600030101010101" pitchFamily="2" charset="-122"/>
                        </a:defRPr>
                      </a:lvl5pPr>
                      <a:lvl6pPr marL="2228850" indent="-228600" fontAlgn="base">
                        <a:spcBef>
                          <a:spcPct val="20000"/>
                        </a:spcBef>
                        <a:spcAft>
                          <a:spcPct val="0"/>
                        </a:spcAft>
                        <a:buClr>
                          <a:schemeClr val="accent2"/>
                        </a:buClr>
                        <a:buSzPct val="80000"/>
                        <a:buFont typeface="Wingdings" panose="05000000000000000000" pitchFamily="2" charset="2"/>
                        <a:defRPr kumimoji="1" sz="1600">
                          <a:solidFill>
                            <a:schemeClr val="tx1"/>
                          </a:solidFill>
                          <a:latin typeface="Times New Roman" panose="02020603050405020304" pitchFamily="18" charset="0"/>
                          <a:ea typeface="宋体" panose="02010600030101010101" pitchFamily="2" charset="-122"/>
                        </a:defRPr>
                      </a:lvl6pPr>
                      <a:lvl7pPr marL="2686050" indent="-228600" fontAlgn="base">
                        <a:spcBef>
                          <a:spcPct val="20000"/>
                        </a:spcBef>
                        <a:spcAft>
                          <a:spcPct val="0"/>
                        </a:spcAft>
                        <a:buClr>
                          <a:schemeClr val="accent2"/>
                        </a:buClr>
                        <a:buSzPct val="80000"/>
                        <a:buFont typeface="Wingdings" panose="05000000000000000000" pitchFamily="2" charset="2"/>
                        <a:defRPr kumimoji="1" sz="1600">
                          <a:solidFill>
                            <a:schemeClr val="tx1"/>
                          </a:solidFill>
                          <a:latin typeface="Times New Roman" panose="02020603050405020304" pitchFamily="18" charset="0"/>
                          <a:ea typeface="宋体" panose="02010600030101010101" pitchFamily="2" charset="-122"/>
                        </a:defRPr>
                      </a:lvl7pPr>
                      <a:lvl8pPr marL="3143250" indent="-228600" fontAlgn="base">
                        <a:spcBef>
                          <a:spcPct val="20000"/>
                        </a:spcBef>
                        <a:spcAft>
                          <a:spcPct val="0"/>
                        </a:spcAft>
                        <a:buClr>
                          <a:schemeClr val="accent2"/>
                        </a:buClr>
                        <a:buSzPct val="80000"/>
                        <a:buFont typeface="Wingdings" panose="05000000000000000000" pitchFamily="2" charset="2"/>
                        <a:defRPr kumimoji="1" sz="1600">
                          <a:solidFill>
                            <a:schemeClr val="tx1"/>
                          </a:solidFill>
                          <a:latin typeface="Times New Roman" panose="02020603050405020304" pitchFamily="18" charset="0"/>
                          <a:ea typeface="宋体" panose="02010600030101010101" pitchFamily="2" charset="-122"/>
                        </a:defRPr>
                      </a:lvl8pPr>
                      <a:lvl9pPr marL="3600450" indent="-228600" fontAlgn="base">
                        <a:spcBef>
                          <a:spcPct val="20000"/>
                        </a:spcBef>
                        <a:spcAft>
                          <a:spcPct val="0"/>
                        </a:spcAft>
                        <a:buClr>
                          <a:schemeClr val="accent2"/>
                        </a:buClr>
                        <a:buSzPct val="80000"/>
                        <a:buFont typeface="Wingdings" panose="05000000000000000000" pitchFamily="2" charset="2"/>
                        <a:defRPr kumimoji="1" sz="1600">
                          <a:solidFill>
                            <a:schemeClr val="tx1"/>
                          </a:solidFill>
                          <a:latin typeface="Times New Roman" panose="02020603050405020304" pitchFamily="18"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1" lang="zh-CN" altLang="en-US" sz="1200" b="1" i="0" u="none" strike="noStrike" cap="none" normalizeH="0" baseline="0">
                          <a:ln>
                            <a:noFill/>
                          </a:ln>
                          <a:solidFill>
                            <a:srgbClr val="33CCFF"/>
                          </a:solidFill>
                          <a:effectLst/>
                          <a:latin typeface="Times New Roman" panose="02020603050405020304" pitchFamily="18" charset="0"/>
                          <a:ea typeface="宋体" panose="02010600030101010101" pitchFamily="2" charset="-122"/>
                          <a:cs typeface="Times New Roman" panose="02020603050405020304" pitchFamily="18" charset="0"/>
                        </a:rPr>
                        <a:t>产品名称（开发公司）</a:t>
                      </a:r>
                      <a:endParaRPr kumimoji="1" lang="zh-CN" altLang="en-US" sz="1200" b="1" i="0" u="none" strike="noStrike" cap="none" normalizeH="0" baseline="0">
                        <a:ln>
                          <a:noFill/>
                        </a:ln>
                        <a:solidFill>
                          <a:srgbClr val="33CCFF"/>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55000"/>
                        <a:buFont typeface="Wingdings" panose="05000000000000000000" pitchFamily="2" charset="2"/>
                        <a:defRPr kumimoji="1" sz="2400">
                          <a:solidFill>
                            <a:schemeClr val="tx1"/>
                          </a:solidFill>
                          <a:latin typeface="Times New Roman" panose="02020603050405020304" pitchFamily="18" charset="0"/>
                          <a:ea typeface="宋体" panose="02010600030101010101" pitchFamily="2" charset="-122"/>
                        </a:defRPr>
                      </a:lvl2pPr>
                      <a:lvl3pPr marL="1085850" indent="-228600">
                        <a:spcBef>
                          <a:spcPct val="20000"/>
                        </a:spcBef>
                        <a:buClr>
                          <a:schemeClr val="accent2"/>
                        </a:buClr>
                        <a:buSzPct val="65000"/>
                        <a:buFont typeface="Wingdings" panose="05000000000000000000" pitchFamily="2" charset="2"/>
                        <a:defRPr kumimoji="1" sz="2000">
                          <a:solidFill>
                            <a:schemeClr val="tx1"/>
                          </a:solidFill>
                          <a:latin typeface="Times New Roman" panose="02020603050405020304" pitchFamily="18" charset="0"/>
                          <a:ea typeface="宋体" panose="02010600030101010101" pitchFamily="2" charset="-122"/>
                        </a:defRPr>
                      </a:lvl3pPr>
                      <a:lvl4pPr marL="1428750" indent="-228600">
                        <a:spcBef>
                          <a:spcPct val="20000"/>
                        </a:spcBef>
                        <a:buClr>
                          <a:schemeClr val="accent2"/>
                        </a:buClr>
                        <a:buSzPct val="8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marL="1771650" indent="-228600">
                        <a:spcBef>
                          <a:spcPct val="20000"/>
                        </a:spcBef>
                        <a:buClr>
                          <a:schemeClr val="accent2"/>
                        </a:buClr>
                        <a:buSzPct val="80000"/>
                        <a:buFont typeface="Wingdings" panose="05000000000000000000" pitchFamily="2" charset="2"/>
                        <a:defRPr kumimoji="1" sz="1600">
                          <a:solidFill>
                            <a:schemeClr val="tx1"/>
                          </a:solidFill>
                          <a:latin typeface="Times New Roman" panose="02020603050405020304" pitchFamily="18" charset="0"/>
                          <a:ea typeface="宋体" panose="02010600030101010101" pitchFamily="2" charset="-122"/>
                        </a:defRPr>
                      </a:lvl5pPr>
                      <a:lvl6pPr marL="2228850" indent="-228600" fontAlgn="base">
                        <a:spcBef>
                          <a:spcPct val="20000"/>
                        </a:spcBef>
                        <a:spcAft>
                          <a:spcPct val="0"/>
                        </a:spcAft>
                        <a:buClr>
                          <a:schemeClr val="accent2"/>
                        </a:buClr>
                        <a:buSzPct val="80000"/>
                        <a:buFont typeface="Wingdings" panose="05000000000000000000" pitchFamily="2" charset="2"/>
                        <a:defRPr kumimoji="1" sz="1600">
                          <a:solidFill>
                            <a:schemeClr val="tx1"/>
                          </a:solidFill>
                          <a:latin typeface="Times New Roman" panose="02020603050405020304" pitchFamily="18" charset="0"/>
                          <a:ea typeface="宋体" panose="02010600030101010101" pitchFamily="2" charset="-122"/>
                        </a:defRPr>
                      </a:lvl6pPr>
                      <a:lvl7pPr marL="2686050" indent="-228600" fontAlgn="base">
                        <a:spcBef>
                          <a:spcPct val="20000"/>
                        </a:spcBef>
                        <a:spcAft>
                          <a:spcPct val="0"/>
                        </a:spcAft>
                        <a:buClr>
                          <a:schemeClr val="accent2"/>
                        </a:buClr>
                        <a:buSzPct val="80000"/>
                        <a:buFont typeface="Wingdings" panose="05000000000000000000" pitchFamily="2" charset="2"/>
                        <a:defRPr kumimoji="1" sz="1600">
                          <a:solidFill>
                            <a:schemeClr val="tx1"/>
                          </a:solidFill>
                          <a:latin typeface="Times New Roman" panose="02020603050405020304" pitchFamily="18" charset="0"/>
                          <a:ea typeface="宋体" panose="02010600030101010101" pitchFamily="2" charset="-122"/>
                        </a:defRPr>
                      </a:lvl7pPr>
                      <a:lvl8pPr marL="3143250" indent="-228600" fontAlgn="base">
                        <a:spcBef>
                          <a:spcPct val="20000"/>
                        </a:spcBef>
                        <a:spcAft>
                          <a:spcPct val="0"/>
                        </a:spcAft>
                        <a:buClr>
                          <a:schemeClr val="accent2"/>
                        </a:buClr>
                        <a:buSzPct val="80000"/>
                        <a:buFont typeface="Wingdings" panose="05000000000000000000" pitchFamily="2" charset="2"/>
                        <a:defRPr kumimoji="1" sz="1600">
                          <a:solidFill>
                            <a:schemeClr val="tx1"/>
                          </a:solidFill>
                          <a:latin typeface="Times New Roman" panose="02020603050405020304" pitchFamily="18" charset="0"/>
                          <a:ea typeface="宋体" panose="02010600030101010101" pitchFamily="2" charset="-122"/>
                        </a:defRPr>
                      </a:lvl8pPr>
                      <a:lvl9pPr marL="3600450" indent="-228600" fontAlgn="base">
                        <a:spcBef>
                          <a:spcPct val="20000"/>
                        </a:spcBef>
                        <a:spcAft>
                          <a:spcPct val="0"/>
                        </a:spcAft>
                        <a:buClr>
                          <a:schemeClr val="accent2"/>
                        </a:buClr>
                        <a:buSzPct val="80000"/>
                        <a:buFont typeface="Wingdings" panose="05000000000000000000" pitchFamily="2" charset="2"/>
                        <a:defRPr kumimoji="1" sz="1600">
                          <a:solidFill>
                            <a:schemeClr val="tx1"/>
                          </a:solidFill>
                          <a:latin typeface="Times New Roman" panose="02020603050405020304" pitchFamily="18"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1" lang="zh-CN" altLang="en-US" sz="1200" b="1" i="0" u="none" strike="noStrike" cap="none" normalizeH="0" baseline="0">
                          <a:ln>
                            <a:noFill/>
                          </a:ln>
                          <a:solidFill>
                            <a:srgbClr val="33CCFF"/>
                          </a:solidFill>
                          <a:effectLst/>
                          <a:latin typeface="Times New Roman" panose="02020603050405020304" pitchFamily="18" charset="0"/>
                          <a:ea typeface="宋体" panose="02010600030101010101" pitchFamily="2" charset="-122"/>
                          <a:cs typeface="Times New Roman" panose="02020603050405020304" pitchFamily="18" charset="0"/>
                        </a:rPr>
                        <a:t>可浏览的三维语言</a:t>
                      </a:r>
                      <a:endParaRPr kumimoji="1" lang="zh-CN" altLang="en-US" sz="1200" b="1" i="0" u="none" strike="noStrike" cap="none" normalizeH="0" baseline="0">
                        <a:ln>
                          <a:noFill/>
                        </a:ln>
                        <a:solidFill>
                          <a:srgbClr val="33CCFF"/>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55000"/>
                        <a:buFont typeface="Wingdings" panose="05000000000000000000" pitchFamily="2" charset="2"/>
                        <a:defRPr kumimoji="1" sz="2400">
                          <a:solidFill>
                            <a:schemeClr val="tx1"/>
                          </a:solidFill>
                          <a:latin typeface="Times New Roman" panose="02020603050405020304" pitchFamily="18" charset="0"/>
                          <a:ea typeface="宋体" panose="02010600030101010101" pitchFamily="2" charset="-122"/>
                        </a:defRPr>
                      </a:lvl2pPr>
                      <a:lvl3pPr marL="1085850" indent="-228600">
                        <a:spcBef>
                          <a:spcPct val="20000"/>
                        </a:spcBef>
                        <a:buClr>
                          <a:schemeClr val="accent2"/>
                        </a:buClr>
                        <a:buSzPct val="65000"/>
                        <a:buFont typeface="Wingdings" panose="05000000000000000000" pitchFamily="2" charset="2"/>
                        <a:defRPr kumimoji="1" sz="2000">
                          <a:solidFill>
                            <a:schemeClr val="tx1"/>
                          </a:solidFill>
                          <a:latin typeface="Times New Roman" panose="02020603050405020304" pitchFamily="18" charset="0"/>
                          <a:ea typeface="宋体" panose="02010600030101010101" pitchFamily="2" charset="-122"/>
                        </a:defRPr>
                      </a:lvl3pPr>
                      <a:lvl4pPr marL="1428750" indent="-228600">
                        <a:spcBef>
                          <a:spcPct val="20000"/>
                        </a:spcBef>
                        <a:buClr>
                          <a:schemeClr val="accent2"/>
                        </a:buClr>
                        <a:buSzPct val="8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marL="1771650" indent="-228600">
                        <a:spcBef>
                          <a:spcPct val="20000"/>
                        </a:spcBef>
                        <a:buClr>
                          <a:schemeClr val="accent2"/>
                        </a:buClr>
                        <a:buSzPct val="80000"/>
                        <a:buFont typeface="Wingdings" panose="05000000000000000000" pitchFamily="2" charset="2"/>
                        <a:defRPr kumimoji="1" sz="1600">
                          <a:solidFill>
                            <a:schemeClr val="tx1"/>
                          </a:solidFill>
                          <a:latin typeface="Times New Roman" panose="02020603050405020304" pitchFamily="18" charset="0"/>
                          <a:ea typeface="宋体" panose="02010600030101010101" pitchFamily="2" charset="-122"/>
                        </a:defRPr>
                      </a:lvl5pPr>
                      <a:lvl6pPr marL="2228850" indent="-228600" fontAlgn="base">
                        <a:spcBef>
                          <a:spcPct val="20000"/>
                        </a:spcBef>
                        <a:spcAft>
                          <a:spcPct val="0"/>
                        </a:spcAft>
                        <a:buClr>
                          <a:schemeClr val="accent2"/>
                        </a:buClr>
                        <a:buSzPct val="80000"/>
                        <a:buFont typeface="Wingdings" panose="05000000000000000000" pitchFamily="2" charset="2"/>
                        <a:defRPr kumimoji="1" sz="1600">
                          <a:solidFill>
                            <a:schemeClr val="tx1"/>
                          </a:solidFill>
                          <a:latin typeface="Times New Roman" panose="02020603050405020304" pitchFamily="18" charset="0"/>
                          <a:ea typeface="宋体" panose="02010600030101010101" pitchFamily="2" charset="-122"/>
                        </a:defRPr>
                      </a:lvl6pPr>
                      <a:lvl7pPr marL="2686050" indent="-228600" fontAlgn="base">
                        <a:spcBef>
                          <a:spcPct val="20000"/>
                        </a:spcBef>
                        <a:spcAft>
                          <a:spcPct val="0"/>
                        </a:spcAft>
                        <a:buClr>
                          <a:schemeClr val="accent2"/>
                        </a:buClr>
                        <a:buSzPct val="80000"/>
                        <a:buFont typeface="Wingdings" panose="05000000000000000000" pitchFamily="2" charset="2"/>
                        <a:defRPr kumimoji="1" sz="1600">
                          <a:solidFill>
                            <a:schemeClr val="tx1"/>
                          </a:solidFill>
                          <a:latin typeface="Times New Roman" panose="02020603050405020304" pitchFamily="18" charset="0"/>
                          <a:ea typeface="宋体" panose="02010600030101010101" pitchFamily="2" charset="-122"/>
                        </a:defRPr>
                      </a:lvl7pPr>
                      <a:lvl8pPr marL="3143250" indent="-228600" fontAlgn="base">
                        <a:spcBef>
                          <a:spcPct val="20000"/>
                        </a:spcBef>
                        <a:spcAft>
                          <a:spcPct val="0"/>
                        </a:spcAft>
                        <a:buClr>
                          <a:schemeClr val="accent2"/>
                        </a:buClr>
                        <a:buSzPct val="80000"/>
                        <a:buFont typeface="Wingdings" panose="05000000000000000000" pitchFamily="2" charset="2"/>
                        <a:defRPr kumimoji="1" sz="1600">
                          <a:solidFill>
                            <a:schemeClr val="tx1"/>
                          </a:solidFill>
                          <a:latin typeface="Times New Roman" panose="02020603050405020304" pitchFamily="18" charset="0"/>
                          <a:ea typeface="宋体" panose="02010600030101010101" pitchFamily="2" charset="-122"/>
                        </a:defRPr>
                      </a:lvl8pPr>
                      <a:lvl9pPr marL="3600450" indent="-228600" fontAlgn="base">
                        <a:spcBef>
                          <a:spcPct val="20000"/>
                        </a:spcBef>
                        <a:spcAft>
                          <a:spcPct val="0"/>
                        </a:spcAft>
                        <a:buClr>
                          <a:schemeClr val="accent2"/>
                        </a:buClr>
                        <a:buSzPct val="80000"/>
                        <a:buFont typeface="Wingdings" panose="05000000000000000000" pitchFamily="2" charset="2"/>
                        <a:defRPr kumimoji="1" sz="1600">
                          <a:solidFill>
                            <a:schemeClr val="tx1"/>
                          </a:solidFill>
                          <a:latin typeface="Times New Roman" panose="02020603050405020304" pitchFamily="18"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1" lang="zh-CN" altLang="en-US" sz="1200" b="1" i="0" u="none" strike="noStrike" cap="none" normalizeH="0" baseline="0">
                          <a:ln>
                            <a:noFill/>
                          </a:ln>
                          <a:solidFill>
                            <a:srgbClr val="33CCFF"/>
                          </a:solidFill>
                          <a:effectLst/>
                          <a:latin typeface="Times New Roman" panose="02020603050405020304" pitchFamily="18" charset="0"/>
                          <a:ea typeface="宋体" panose="02010600030101010101" pitchFamily="2" charset="-122"/>
                          <a:cs typeface="Times New Roman" panose="02020603050405020304" pitchFamily="18" charset="0"/>
                        </a:rPr>
                        <a:t>作业系统与平台</a:t>
                      </a:r>
                      <a:endParaRPr kumimoji="1" lang="zh-CN" altLang="en-US" sz="1200" b="1" i="0" u="none" strike="noStrike" cap="none" normalizeH="0" baseline="0">
                        <a:ln>
                          <a:noFill/>
                        </a:ln>
                        <a:solidFill>
                          <a:srgbClr val="33CCFF"/>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noFill/>
                  </a:tcPr>
                </a:tc>
              </a:tr>
              <a:tr h="760413">
                <a:tc>
                  <a:txBody>
                    <a:bodyPr/>
                    <a:lstStyle>
                      <a:lvl1pPr marL="342900" indent="-209550">
                        <a:spcBef>
                          <a:spcPct val="20000"/>
                        </a:spcBef>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55000"/>
                        <a:buFont typeface="Wingdings" panose="05000000000000000000" pitchFamily="2" charset="2"/>
                        <a:defRPr kumimoji="1" sz="2400">
                          <a:solidFill>
                            <a:schemeClr val="tx1"/>
                          </a:solidFill>
                          <a:latin typeface="Times New Roman" panose="02020603050405020304" pitchFamily="18" charset="0"/>
                          <a:ea typeface="宋体" panose="02010600030101010101" pitchFamily="2" charset="-122"/>
                        </a:defRPr>
                      </a:lvl2pPr>
                      <a:lvl3pPr marL="1085850" indent="-228600">
                        <a:spcBef>
                          <a:spcPct val="20000"/>
                        </a:spcBef>
                        <a:buClr>
                          <a:schemeClr val="accent2"/>
                        </a:buClr>
                        <a:buSzPct val="65000"/>
                        <a:buFont typeface="Wingdings" panose="05000000000000000000" pitchFamily="2" charset="2"/>
                        <a:defRPr kumimoji="1" sz="2000">
                          <a:solidFill>
                            <a:schemeClr val="tx1"/>
                          </a:solidFill>
                          <a:latin typeface="Times New Roman" panose="02020603050405020304" pitchFamily="18" charset="0"/>
                          <a:ea typeface="宋体" panose="02010600030101010101" pitchFamily="2" charset="-122"/>
                        </a:defRPr>
                      </a:lvl3pPr>
                      <a:lvl4pPr marL="1428750" indent="-228600">
                        <a:spcBef>
                          <a:spcPct val="20000"/>
                        </a:spcBef>
                        <a:buClr>
                          <a:schemeClr val="accent2"/>
                        </a:buClr>
                        <a:buSzPct val="8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marL="1771650" indent="-228600">
                        <a:spcBef>
                          <a:spcPct val="20000"/>
                        </a:spcBef>
                        <a:buClr>
                          <a:schemeClr val="accent2"/>
                        </a:buClr>
                        <a:buSzPct val="80000"/>
                        <a:buFont typeface="Wingdings" panose="05000000000000000000" pitchFamily="2" charset="2"/>
                        <a:defRPr kumimoji="1" sz="1600">
                          <a:solidFill>
                            <a:schemeClr val="tx1"/>
                          </a:solidFill>
                          <a:latin typeface="Times New Roman" panose="02020603050405020304" pitchFamily="18" charset="0"/>
                          <a:ea typeface="宋体" panose="02010600030101010101" pitchFamily="2" charset="-122"/>
                        </a:defRPr>
                      </a:lvl5pPr>
                      <a:lvl6pPr marL="2228850" indent="-228600" fontAlgn="base">
                        <a:spcBef>
                          <a:spcPct val="20000"/>
                        </a:spcBef>
                        <a:spcAft>
                          <a:spcPct val="0"/>
                        </a:spcAft>
                        <a:buClr>
                          <a:schemeClr val="accent2"/>
                        </a:buClr>
                        <a:buSzPct val="80000"/>
                        <a:buFont typeface="Wingdings" panose="05000000000000000000" pitchFamily="2" charset="2"/>
                        <a:defRPr kumimoji="1" sz="1600">
                          <a:solidFill>
                            <a:schemeClr val="tx1"/>
                          </a:solidFill>
                          <a:latin typeface="Times New Roman" panose="02020603050405020304" pitchFamily="18" charset="0"/>
                          <a:ea typeface="宋体" panose="02010600030101010101" pitchFamily="2" charset="-122"/>
                        </a:defRPr>
                      </a:lvl6pPr>
                      <a:lvl7pPr marL="2686050" indent="-228600" fontAlgn="base">
                        <a:spcBef>
                          <a:spcPct val="20000"/>
                        </a:spcBef>
                        <a:spcAft>
                          <a:spcPct val="0"/>
                        </a:spcAft>
                        <a:buClr>
                          <a:schemeClr val="accent2"/>
                        </a:buClr>
                        <a:buSzPct val="80000"/>
                        <a:buFont typeface="Wingdings" panose="05000000000000000000" pitchFamily="2" charset="2"/>
                        <a:defRPr kumimoji="1" sz="1600">
                          <a:solidFill>
                            <a:schemeClr val="tx1"/>
                          </a:solidFill>
                          <a:latin typeface="Times New Roman" panose="02020603050405020304" pitchFamily="18" charset="0"/>
                          <a:ea typeface="宋体" panose="02010600030101010101" pitchFamily="2" charset="-122"/>
                        </a:defRPr>
                      </a:lvl7pPr>
                      <a:lvl8pPr marL="3143250" indent="-228600" fontAlgn="base">
                        <a:spcBef>
                          <a:spcPct val="20000"/>
                        </a:spcBef>
                        <a:spcAft>
                          <a:spcPct val="0"/>
                        </a:spcAft>
                        <a:buClr>
                          <a:schemeClr val="accent2"/>
                        </a:buClr>
                        <a:buSzPct val="80000"/>
                        <a:buFont typeface="Wingdings" panose="05000000000000000000" pitchFamily="2" charset="2"/>
                        <a:defRPr kumimoji="1" sz="1600">
                          <a:solidFill>
                            <a:schemeClr val="tx1"/>
                          </a:solidFill>
                          <a:latin typeface="Times New Roman" panose="02020603050405020304" pitchFamily="18" charset="0"/>
                          <a:ea typeface="宋体" panose="02010600030101010101" pitchFamily="2" charset="-122"/>
                        </a:defRPr>
                      </a:lvl8pPr>
                      <a:lvl9pPr marL="3600450" indent="-228600" fontAlgn="base">
                        <a:spcBef>
                          <a:spcPct val="20000"/>
                        </a:spcBef>
                        <a:spcAft>
                          <a:spcPct val="0"/>
                        </a:spcAft>
                        <a:buClr>
                          <a:schemeClr val="accent2"/>
                        </a:buClr>
                        <a:buSzPct val="80000"/>
                        <a:buFont typeface="Wingdings" panose="05000000000000000000" pitchFamily="2" charset="2"/>
                        <a:defRPr kumimoji="1" sz="1600">
                          <a:solidFill>
                            <a:schemeClr val="tx1"/>
                          </a:solidFill>
                          <a:latin typeface="Times New Roman" panose="02020603050405020304" pitchFamily="18" charset="0"/>
                          <a:ea typeface="宋体" panose="02010600030101010101" pitchFamily="2" charset="-122"/>
                        </a:defRPr>
                      </a:lvl9pPr>
                    </a:lstStyle>
                    <a:p>
                      <a:pPr marL="342900" marR="0" lvl="0" indent="-209550" algn="l"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1" lang="en-US" altLang="zh-CN" sz="1200" b="1" i="0" u="none" strike="noStrike" cap="none" normalizeH="0" baseline="0">
                          <a:ln>
                            <a:noFill/>
                          </a:ln>
                          <a:solidFill>
                            <a:srgbClr val="33CCFF"/>
                          </a:solidFill>
                          <a:effectLst/>
                          <a:latin typeface="Times New Roman" panose="02020603050405020304" pitchFamily="18" charset="0"/>
                          <a:ea typeface="宋体" panose="02010600030101010101" pitchFamily="2" charset="-122"/>
                          <a:cs typeface="Times New Roman" panose="02020603050405020304" pitchFamily="18" charset="0"/>
                        </a:rPr>
                        <a:t>Cosmo Player(SGI)</a:t>
                      </a:r>
                      <a:endParaRPr kumimoji="1" lang="en-US" altLang="zh-CN" sz="1200" b="1" i="0" u="none" strike="noStrike" cap="none" normalizeH="0" baseline="0">
                        <a:ln>
                          <a:noFill/>
                        </a:ln>
                        <a:solidFill>
                          <a:srgbClr val="33CCFF"/>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55000"/>
                        <a:buFont typeface="Wingdings" panose="05000000000000000000" pitchFamily="2" charset="2"/>
                        <a:defRPr kumimoji="1" sz="2400">
                          <a:solidFill>
                            <a:schemeClr val="tx1"/>
                          </a:solidFill>
                          <a:latin typeface="Times New Roman" panose="02020603050405020304" pitchFamily="18" charset="0"/>
                          <a:ea typeface="宋体" panose="02010600030101010101" pitchFamily="2" charset="-122"/>
                        </a:defRPr>
                      </a:lvl2pPr>
                      <a:lvl3pPr marL="1085850" indent="-228600">
                        <a:spcBef>
                          <a:spcPct val="20000"/>
                        </a:spcBef>
                        <a:buClr>
                          <a:schemeClr val="accent2"/>
                        </a:buClr>
                        <a:buSzPct val="65000"/>
                        <a:buFont typeface="Wingdings" panose="05000000000000000000" pitchFamily="2" charset="2"/>
                        <a:defRPr kumimoji="1" sz="2000">
                          <a:solidFill>
                            <a:schemeClr val="tx1"/>
                          </a:solidFill>
                          <a:latin typeface="Times New Roman" panose="02020603050405020304" pitchFamily="18" charset="0"/>
                          <a:ea typeface="宋体" panose="02010600030101010101" pitchFamily="2" charset="-122"/>
                        </a:defRPr>
                      </a:lvl3pPr>
                      <a:lvl4pPr marL="1428750" indent="-228600">
                        <a:spcBef>
                          <a:spcPct val="20000"/>
                        </a:spcBef>
                        <a:buClr>
                          <a:schemeClr val="accent2"/>
                        </a:buClr>
                        <a:buSzPct val="8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marL="1771650" indent="-228600">
                        <a:spcBef>
                          <a:spcPct val="20000"/>
                        </a:spcBef>
                        <a:buClr>
                          <a:schemeClr val="accent2"/>
                        </a:buClr>
                        <a:buSzPct val="80000"/>
                        <a:buFont typeface="Wingdings" panose="05000000000000000000" pitchFamily="2" charset="2"/>
                        <a:defRPr kumimoji="1" sz="1600">
                          <a:solidFill>
                            <a:schemeClr val="tx1"/>
                          </a:solidFill>
                          <a:latin typeface="Times New Roman" panose="02020603050405020304" pitchFamily="18" charset="0"/>
                          <a:ea typeface="宋体" panose="02010600030101010101" pitchFamily="2" charset="-122"/>
                        </a:defRPr>
                      </a:lvl5pPr>
                      <a:lvl6pPr marL="2228850" indent="-228600" fontAlgn="base">
                        <a:spcBef>
                          <a:spcPct val="20000"/>
                        </a:spcBef>
                        <a:spcAft>
                          <a:spcPct val="0"/>
                        </a:spcAft>
                        <a:buClr>
                          <a:schemeClr val="accent2"/>
                        </a:buClr>
                        <a:buSzPct val="80000"/>
                        <a:buFont typeface="Wingdings" panose="05000000000000000000" pitchFamily="2" charset="2"/>
                        <a:defRPr kumimoji="1" sz="1600">
                          <a:solidFill>
                            <a:schemeClr val="tx1"/>
                          </a:solidFill>
                          <a:latin typeface="Times New Roman" panose="02020603050405020304" pitchFamily="18" charset="0"/>
                          <a:ea typeface="宋体" panose="02010600030101010101" pitchFamily="2" charset="-122"/>
                        </a:defRPr>
                      </a:lvl6pPr>
                      <a:lvl7pPr marL="2686050" indent="-228600" fontAlgn="base">
                        <a:spcBef>
                          <a:spcPct val="20000"/>
                        </a:spcBef>
                        <a:spcAft>
                          <a:spcPct val="0"/>
                        </a:spcAft>
                        <a:buClr>
                          <a:schemeClr val="accent2"/>
                        </a:buClr>
                        <a:buSzPct val="80000"/>
                        <a:buFont typeface="Wingdings" panose="05000000000000000000" pitchFamily="2" charset="2"/>
                        <a:defRPr kumimoji="1" sz="1600">
                          <a:solidFill>
                            <a:schemeClr val="tx1"/>
                          </a:solidFill>
                          <a:latin typeface="Times New Roman" panose="02020603050405020304" pitchFamily="18" charset="0"/>
                          <a:ea typeface="宋体" panose="02010600030101010101" pitchFamily="2" charset="-122"/>
                        </a:defRPr>
                      </a:lvl7pPr>
                      <a:lvl8pPr marL="3143250" indent="-228600" fontAlgn="base">
                        <a:spcBef>
                          <a:spcPct val="20000"/>
                        </a:spcBef>
                        <a:spcAft>
                          <a:spcPct val="0"/>
                        </a:spcAft>
                        <a:buClr>
                          <a:schemeClr val="accent2"/>
                        </a:buClr>
                        <a:buSzPct val="80000"/>
                        <a:buFont typeface="Wingdings" panose="05000000000000000000" pitchFamily="2" charset="2"/>
                        <a:defRPr kumimoji="1" sz="1600">
                          <a:solidFill>
                            <a:schemeClr val="tx1"/>
                          </a:solidFill>
                          <a:latin typeface="Times New Roman" panose="02020603050405020304" pitchFamily="18" charset="0"/>
                          <a:ea typeface="宋体" panose="02010600030101010101" pitchFamily="2" charset="-122"/>
                        </a:defRPr>
                      </a:lvl8pPr>
                      <a:lvl9pPr marL="3600450" indent="-228600" fontAlgn="base">
                        <a:spcBef>
                          <a:spcPct val="20000"/>
                        </a:spcBef>
                        <a:spcAft>
                          <a:spcPct val="0"/>
                        </a:spcAft>
                        <a:buClr>
                          <a:schemeClr val="accent2"/>
                        </a:buClr>
                        <a:buSzPct val="80000"/>
                        <a:buFont typeface="Wingdings" panose="05000000000000000000" pitchFamily="2" charset="2"/>
                        <a:defRPr kumimoji="1" sz="1600">
                          <a:solidFill>
                            <a:schemeClr val="tx1"/>
                          </a:solidFill>
                          <a:latin typeface="Times New Roman" panose="02020603050405020304" pitchFamily="18"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1" lang="en-US" altLang="zh-CN" sz="1200" b="1" i="0" u="none" strike="noStrike" cap="none" normalizeH="0" baseline="0">
                          <a:ln>
                            <a:noFill/>
                          </a:ln>
                          <a:solidFill>
                            <a:srgbClr val="33CCFF"/>
                          </a:solidFill>
                          <a:effectLst/>
                          <a:latin typeface="Times New Roman" panose="02020603050405020304" pitchFamily="18" charset="0"/>
                          <a:ea typeface="宋体" panose="02010600030101010101" pitchFamily="2" charset="-122"/>
                          <a:cs typeface="Times New Roman" panose="02020603050405020304" pitchFamily="18" charset="0"/>
                        </a:rPr>
                        <a:t>VRML 1.0</a:t>
                      </a:r>
                      <a:endParaRPr kumimoji="1" lang="en-US" altLang="zh-CN" sz="1200" b="1" i="0" u="none" strike="noStrike" cap="none" normalizeH="0" baseline="0">
                        <a:ln>
                          <a:noFill/>
                        </a:ln>
                        <a:solidFill>
                          <a:srgbClr val="33CCFF"/>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55000"/>
                        <a:buFont typeface="Wingdings" panose="05000000000000000000" pitchFamily="2" charset="2"/>
                        <a:defRPr kumimoji="1" sz="2400">
                          <a:solidFill>
                            <a:schemeClr val="tx1"/>
                          </a:solidFill>
                          <a:latin typeface="Times New Roman" panose="02020603050405020304" pitchFamily="18" charset="0"/>
                          <a:ea typeface="宋体" panose="02010600030101010101" pitchFamily="2" charset="-122"/>
                        </a:defRPr>
                      </a:lvl2pPr>
                      <a:lvl3pPr marL="1085850" indent="-228600">
                        <a:spcBef>
                          <a:spcPct val="20000"/>
                        </a:spcBef>
                        <a:buClr>
                          <a:schemeClr val="accent2"/>
                        </a:buClr>
                        <a:buSzPct val="65000"/>
                        <a:buFont typeface="Wingdings" panose="05000000000000000000" pitchFamily="2" charset="2"/>
                        <a:defRPr kumimoji="1" sz="2000">
                          <a:solidFill>
                            <a:schemeClr val="tx1"/>
                          </a:solidFill>
                          <a:latin typeface="Times New Roman" panose="02020603050405020304" pitchFamily="18" charset="0"/>
                          <a:ea typeface="宋体" panose="02010600030101010101" pitchFamily="2" charset="-122"/>
                        </a:defRPr>
                      </a:lvl3pPr>
                      <a:lvl4pPr marL="1428750" indent="-228600">
                        <a:spcBef>
                          <a:spcPct val="20000"/>
                        </a:spcBef>
                        <a:buClr>
                          <a:schemeClr val="accent2"/>
                        </a:buClr>
                        <a:buSzPct val="8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marL="1771650" indent="-228600">
                        <a:spcBef>
                          <a:spcPct val="20000"/>
                        </a:spcBef>
                        <a:buClr>
                          <a:schemeClr val="accent2"/>
                        </a:buClr>
                        <a:buSzPct val="80000"/>
                        <a:buFont typeface="Wingdings" panose="05000000000000000000" pitchFamily="2" charset="2"/>
                        <a:defRPr kumimoji="1" sz="1600">
                          <a:solidFill>
                            <a:schemeClr val="tx1"/>
                          </a:solidFill>
                          <a:latin typeface="Times New Roman" panose="02020603050405020304" pitchFamily="18" charset="0"/>
                          <a:ea typeface="宋体" panose="02010600030101010101" pitchFamily="2" charset="-122"/>
                        </a:defRPr>
                      </a:lvl5pPr>
                      <a:lvl6pPr marL="2228850" indent="-228600" fontAlgn="base">
                        <a:spcBef>
                          <a:spcPct val="20000"/>
                        </a:spcBef>
                        <a:spcAft>
                          <a:spcPct val="0"/>
                        </a:spcAft>
                        <a:buClr>
                          <a:schemeClr val="accent2"/>
                        </a:buClr>
                        <a:buSzPct val="80000"/>
                        <a:buFont typeface="Wingdings" panose="05000000000000000000" pitchFamily="2" charset="2"/>
                        <a:defRPr kumimoji="1" sz="1600">
                          <a:solidFill>
                            <a:schemeClr val="tx1"/>
                          </a:solidFill>
                          <a:latin typeface="Times New Roman" panose="02020603050405020304" pitchFamily="18" charset="0"/>
                          <a:ea typeface="宋体" panose="02010600030101010101" pitchFamily="2" charset="-122"/>
                        </a:defRPr>
                      </a:lvl6pPr>
                      <a:lvl7pPr marL="2686050" indent="-228600" fontAlgn="base">
                        <a:spcBef>
                          <a:spcPct val="20000"/>
                        </a:spcBef>
                        <a:spcAft>
                          <a:spcPct val="0"/>
                        </a:spcAft>
                        <a:buClr>
                          <a:schemeClr val="accent2"/>
                        </a:buClr>
                        <a:buSzPct val="80000"/>
                        <a:buFont typeface="Wingdings" panose="05000000000000000000" pitchFamily="2" charset="2"/>
                        <a:defRPr kumimoji="1" sz="1600">
                          <a:solidFill>
                            <a:schemeClr val="tx1"/>
                          </a:solidFill>
                          <a:latin typeface="Times New Roman" panose="02020603050405020304" pitchFamily="18" charset="0"/>
                          <a:ea typeface="宋体" panose="02010600030101010101" pitchFamily="2" charset="-122"/>
                        </a:defRPr>
                      </a:lvl7pPr>
                      <a:lvl8pPr marL="3143250" indent="-228600" fontAlgn="base">
                        <a:spcBef>
                          <a:spcPct val="20000"/>
                        </a:spcBef>
                        <a:spcAft>
                          <a:spcPct val="0"/>
                        </a:spcAft>
                        <a:buClr>
                          <a:schemeClr val="accent2"/>
                        </a:buClr>
                        <a:buSzPct val="80000"/>
                        <a:buFont typeface="Wingdings" panose="05000000000000000000" pitchFamily="2" charset="2"/>
                        <a:defRPr kumimoji="1" sz="1600">
                          <a:solidFill>
                            <a:schemeClr val="tx1"/>
                          </a:solidFill>
                          <a:latin typeface="Times New Roman" panose="02020603050405020304" pitchFamily="18" charset="0"/>
                          <a:ea typeface="宋体" panose="02010600030101010101" pitchFamily="2" charset="-122"/>
                        </a:defRPr>
                      </a:lvl8pPr>
                      <a:lvl9pPr marL="3600450" indent="-228600" fontAlgn="base">
                        <a:spcBef>
                          <a:spcPct val="20000"/>
                        </a:spcBef>
                        <a:spcAft>
                          <a:spcPct val="0"/>
                        </a:spcAft>
                        <a:buClr>
                          <a:schemeClr val="accent2"/>
                        </a:buClr>
                        <a:buSzPct val="80000"/>
                        <a:buFont typeface="Wingdings" panose="05000000000000000000" pitchFamily="2" charset="2"/>
                        <a:defRPr kumimoji="1" sz="1600">
                          <a:solidFill>
                            <a:schemeClr val="tx1"/>
                          </a:solidFill>
                          <a:latin typeface="Times New Roman" panose="02020603050405020304" pitchFamily="18"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1" lang="en-US" altLang="zh-CN" sz="1200" b="1" i="0" u="none" strike="noStrike" cap="none" normalizeH="0" baseline="0">
                          <a:ln>
                            <a:noFill/>
                          </a:ln>
                          <a:solidFill>
                            <a:srgbClr val="33CCFF"/>
                          </a:solidFill>
                          <a:effectLst/>
                          <a:latin typeface="Times New Roman" panose="02020603050405020304" pitchFamily="18" charset="0"/>
                          <a:ea typeface="宋体" panose="02010600030101010101" pitchFamily="2" charset="-122"/>
                          <a:cs typeface="Times New Roman" panose="02020603050405020304" pitchFamily="18" charset="0"/>
                        </a:rPr>
                        <a:t>Macintosh</a:t>
                      </a:r>
                      <a:endParaRPr kumimoji="1" lang="en-US" altLang="zh-CN" sz="1200" b="1" i="0" u="none" strike="noStrike" cap="none" normalizeH="0" baseline="0">
                        <a:ln>
                          <a:noFill/>
                        </a:ln>
                        <a:solidFill>
                          <a:srgbClr val="33CCFF"/>
                        </a:solidFill>
                        <a:effectLst/>
                        <a:latin typeface="Times New Roman" panose="02020603050405020304" pitchFamily="18" charset="0"/>
                        <a:ea typeface="宋体" panose="02010600030101010101" pitchFamily="2" charset="-122"/>
                        <a:cs typeface="Times New Roman" panose="02020603050405020304" pitchFamily="18" charset="0"/>
                      </a:endParaRPr>
                    </a:p>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1200" b="1" i="0" u="none" strike="noStrike" cap="none" normalizeH="0" baseline="0">
                          <a:ln>
                            <a:noFill/>
                          </a:ln>
                          <a:solidFill>
                            <a:srgbClr val="33CCFF"/>
                          </a:solidFill>
                          <a:effectLst/>
                          <a:latin typeface="Times New Roman" panose="02020603050405020304" pitchFamily="18" charset="0"/>
                          <a:ea typeface="宋体" panose="02010600030101010101" pitchFamily="2" charset="-122"/>
                          <a:cs typeface="Times New Roman" panose="02020603050405020304" pitchFamily="18" charset="0"/>
                        </a:rPr>
                        <a:t>VRML 97</a:t>
                      </a:r>
                      <a:endParaRPr kumimoji="1" lang="en-US" altLang="zh-CN" sz="1200" b="1" i="0" u="none" strike="noStrike" cap="none" normalizeH="0" baseline="0">
                        <a:ln>
                          <a:noFill/>
                        </a:ln>
                        <a:solidFill>
                          <a:srgbClr val="33CCFF"/>
                        </a:solidFill>
                        <a:effectLst/>
                        <a:latin typeface="Times New Roman" panose="02020603050405020304" pitchFamily="18" charset="0"/>
                        <a:ea typeface="宋体" panose="02010600030101010101" pitchFamily="2" charset="-122"/>
                        <a:cs typeface="Times New Roman" panose="02020603050405020304" pitchFamily="18" charset="0"/>
                      </a:endParaRPr>
                    </a:p>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1200" b="1" i="0" u="none" strike="noStrike" cap="none" normalizeH="0" baseline="0">
                          <a:ln>
                            <a:noFill/>
                          </a:ln>
                          <a:solidFill>
                            <a:srgbClr val="33CCFF"/>
                          </a:solidFill>
                          <a:effectLst/>
                          <a:latin typeface="Times New Roman" panose="02020603050405020304" pitchFamily="18" charset="0"/>
                          <a:ea typeface="宋体" panose="02010600030101010101" pitchFamily="2" charset="-122"/>
                          <a:cs typeface="Times New Roman" panose="02020603050405020304" pitchFamily="18" charset="0"/>
                        </a:rPr>
                        <a:t>SGI</a:t>
                      </a:r>
                      <a:endParaRPr kumimoji="1" lang="en-US" altLang="zh-CN" sz="1200" b="1" i="0" u="none" strike="noStrike" cap="none" normalizeH="0" baseline="0">
                        <a:ln>
                          <a:noFill/>
                        </a:ln>
                        <a:solidFill>
                          <a:srgbClr val="33CCFF"/>
                        </a:solidFill>
                        <a:effectLst/>
                        <a:latin typeface="Times New Roman" panose="02020603050405020304" pitchFamily="18" charset="0"/>
                        <a:ea typeface="宋体" panose="02010600030101010101" pitchFamily="2" charset="-122"/>
                        <a:cs typeface="Times New Roman" panose="02020603050405020304" pitchFamily="18" charset="0"/>
                      </a:endParaRPr>
                    </a:p>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1200" b="1" i="0" u="none" strike="noStrike" cap="none" normalizeH="0" baseline="0">
                          <a:ln>
                            <a:noFill/>
                          </a:ln>
                          <a:solidFill>
                            <a:srgbClr val="33CCFF"/>
                          </a:solidFill>
                          <a:effectLst/>
                          <a:latin typeface="Times New Roman" panose="02020603050405020304" pitchFamily="18" charset="0"/>
                          <a:ea typeface="宋体" panose="02010600030101010101" pitchFamily="2" charset="-122"/>
                          <a:cs typeface="Times New Roman" panose="02020603050405020304" pitchFamily="18" charset="0"/>
                        </a:rPr>
                        <a:t>Windows3.x/95/NT</a:t>
                      </a:r>
                      <a:endParaRPr kumimoji="1" lang="en-US" altLang="zh-CN" sz="1200" b="1" i="0" u="none" strike="noStrike" cap="none" normalizeH="0" baseline="0">
                        <a:ln>
                          <a:noFill/>
                        </a:ln>
                        <a:solidFill>
                          <a:srgbClr val="33CCFF"/>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noFill/>
                  </a:tcPr>
                </a:tc>
              </a:tr>
              <a:tr h="422275">
                <a:tc>
                  <a:txBody>
                    <a:bodyPr/>
                    <a:lstStyle>
                      <a:lvl1pPr marL="342900" indent="-342900">
                        <a:spcBef>
                          <a:spcPct val="20000"/>
                        </a:spcBef>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55000"/>
                        <a:buFont typeface="Wingdings" panose="05000000000000000000" pitchFamily="2" charset="2"/>
                        <a:defRPr kumimoji="1" sz="2400">
                          <a:solidFill>
                            <a:schemeClr val="tx1"/>
                          </a:solidFill>
                          <a:latin typeface="Times New Roman" panose="02020603050405020304" pitchFamily="18" charset="0"/>
                          <a:ea typeface="宋体" panose="02010600030101010101" pitchFamily="2" charset="-122"/>
                        </a:defRPr>
                      </a:lvl2pPr>
                      <a:lvl3pPr marL="1085850" indent="-228600">
                        <a:spcBef>
                          <a:spcPct val="20000"/>
                        </a:spcBef>
                        <a:buClr>
                          <a:schemeClr val="accent2"/>
                        </a:buClr>
                        <a:buSzPct val="65000"/>
                        <a:buFont typeface="Wingdings" panose="05000000000000000000" pitchFamily="2" charset="2"/>
                        <a:defRPr kumimoji="1" sz="2000">
                          <a:solidFill>
                            <a:schemeClr val="tx1"/>
                          </a:solidFill>
                          <a:latin typeface="Times New Roman" panose="02020603050405020304" pitchFamily="18" charset="0"/>
                          <a:ea typeface="宋体" panose="02010600030101010101" pitchFamily="2" charset="-122"/>
                        </a:defRPr>
                      </a:lvl3pPr>
                      <a:lvl4pPr marL="1428750" indent="-228600">
                        <a:spcBef>
                          <a:spcPct val="20000"/>
                        </a:spcBef>
                        <a:buClr>
                          <a:schemeClr val="accent2"/>
                        </a:buClr>
                        <a:buSzPct val="8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marL="1771650" indent="-228600">
                        <a:spcBef>
                          <a:spcPct val="20000"/>
                        </a:spcBef>
                        <a:buClr>
                          <a:schemeClr val="accent2"/>
                        </a:buClr>
                        <a:buSzPct val="80000"/>
                        <a:buFont typeface="Wingdings" panose="05000000000000000000" pitchFamily="2" charset="2"/>
                        <a:defRPr kumimoji="1" sz="1600">
                          <a:solidFill>
                            <a:schemeClr val="tx1"/>
                          </a:solidFill>
                          <a:latin typeface="Times New Roman" panose="02020603050405020304" pitchFamily="18" charset="0"/>
                          <a:ea typeface="宋体" panose="02010600030101010101" pitchFamily="2" charset="-122"/>
                        </a:defRPr>
                      </a:lvl5pPr>
                      <a:lvl6pPr marL="2228850" indent="-228600" fontAlgn="base">
                        <a:spcBef>
                          <a:spcPct val="20000"/>
                        </a:spcBef>
                        <a:spcAft>
                          <a:spcPct val="0"/>
                        </a:spcAft>
                        <a:buClr>
                          <a:schemeClr val="accent2"/>
                        </a:buClr>
                        <a:buSzPct val="80000"/>
                        <a:buFont typeface="Wingdings" panose="05000000000000000000" pitchFamily="2" charset="2"/>
                        <a:defRPr kumimoji="1" sz="1600">
                          <a:solidFill>
                            <a:schemeClr val="tx1"/>
                          </a:solidFill>
                          <a:latin typeface="Times New Roman" panose="02020603050405020304" pitchFamily="18" charset="0"/>
                          <a:ea typeface="宋体" panose="02010600030101010101" pitchFamily="2" charset="-122"/>
                        </a:defRPr>
                      </a:lvl6pPr>
                      <a:lvl7pPr marL="2686050" indent="-228600" fontAlgn="base">
                        <a:spcBef>
                          <a:spcPct val="20000"/>
                        </a:spcBef>
                        <a:spcAft>
                          <a:spcPct val="0"/>
                        </a:spcAft>
                        <a:buClr>
                          <a:schemeClr val="accent2"/>
                        </a:buClr>
                        <a:buSzPct val="80000"/>
                        <a:buFont typeface="Wingdings" panose="05000000000000000000" pitchFamily="2" charset="2"/>
                        <a:defRPr kumimoji="1" sz="1600">
                          <a:solidFill>
                            <a:schemeClr val="tx1"/>
                          </a:solidFill>
                          <a:latin typeface="Times New Roman" panose="02020603050405020304" pitchFamily="18" charset="0"/>
                          <a:ea typeface="宋体" panose="02010600030101010101" pitchFamily="2" charset="-122"/>
                        </a:defRPr>
                      </a:lvl7pPr>
                      <a:lvl8pPr marL="3143250" indent="-228600" fontAlgn="base">
                        <a:spcBef>
                          <a:spcPct val="20000"/>
                        </a:spcBef>
                        <a:spcAft>
                          <a:spcPct val="0"/>
                        </a:spcAft>
                        <a:buClr>
                          <a:schemeClr val="accent2"/>
                        </a:buClr>
                        <a:buSzPct val="80000"/>
                        <a:buFont typeface="Wingdings" panose="05000000000000000000" pitchFamily="2" charset="2"/>
                        <a:defRPr kumimoji="1" sz="1600">
                          <a:solidFill>
                            <a:schemeClr val="tx1"/>
                          </a:solidFill>
                          <a:latin typeface="Times New Roman" panose="02020603050405020304" pitchFamily="18" charset="0"/>
                          <a:ea typeface="宋体" panose="02010600030101010101" pitchFamily="2" charset="-122"/>
                        </a:defRPr>
                      </a:lvl8pPr>
                      <a:lvl9pPr marL="3600450" indent="-228600" fontAlgn="base">
                        <a:spcBef>
                          <a:spcPct val="20000"/>
                        </a:spcBef>
                        <a:spcAft>
                          <a:spcPct val="0"/>
                        </a:spcAft>
                        <a:buClr>
                          <a:schemeClr val="accent2"/>
                        </a:buClr>
                        <a:buSzPct val="80000"/>
                        <a:buFont typeface="Wingdings" panose="05000000000000000000" pitchFamily="2" charset="2"/>
                        <a:defRPr kumimoji="1" sz="1600">
                          <a:solidFill>
                            <a:schemeClr val="tx1"/>
                          </a:solidFill>
                          <a:latin typeface="Times New Roman" panose="02020603050405020304" pitchFamily="18"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1" lang="en-US" altLang="zh-CN" sz="1200" b="1" i="0" u="none" strike="noStrike" cap="none" normalizeH="0" baseline="0">
                          <a:ln>
                            <a:noFill/>
                          </a:ln>
                          <a:solidFill>
                            <a:srgbClr val="33CCFF"/>
                          </a:solidFill>
                          <a:effectLst/>
                          <a:latin typeface="Times New Roman" panose="02020603050405020304" pitchFamily="18" charset="0"/>
                          <a:ea typeface="宋体" panose="02010600030101010101" pitchFamily="2" charset="-122"/>
                          <a:cs typeface="Times New Roman" panose="02020603050405020304" pitchFamily="18" charset="0"/>
                        </a:rPr>
                        <a:t>Cortona(ParallelGraphics)</a:t>
                      </a:r>
                      <a:endParaRPr kumimoji="1" lang="en-US" altLang="zh-CN" sz="1200" b="1" i="0" u="none" strike="noStrike" cap="none" normalizeH="0" baseline="0">
                        <a:ln>
                          <a:noFill/>
                        </a:ln>
                        <a:solidFill>
                          <a:srgbClr val="33CCFF"/>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55000"/>
                        <a:buFont typeface="Wingdings" panose="05000000000000000000" pitchFamily="2" charset="2"/>
                        <a:defRPr kumimoji="1" sz="2400">
                          <a:solidFill>
                            <a:schemeClr val="tx1"/>
                          </a:solidFill>
                          <a:latin typeface="Times New Roman" panose="02020603050405020304" pitchFamily="18" charset="0"/>
                          <a:ea typeface="宋体" panose="02010600030101010101" pitchFamily="2" charset="-122"/>
                        </a:defRPr>
                      </a:lvl2pPr>
                      <a:lvl3pPr marL="1085850" indent="-228600">
                        <a:spcBef>
                          <a:spcPct val="20000"/>
                        </a:spcBef>
                        <a:buClr>
                          <a:schemeClr val="accent2"/>
                        </a:buClr>
                        <a:buSzPct val="65000"/>
                        <a:buFont typeface="Wingdings" panose="05000000000000000000" pitchFamily="2" charset="2"/>
                        <a:defRPr kumimoji="1" sz="2000">
                          <a:solidFill>
                            <a:schemeClr val="tx1"/>
                          </a:solidFill>
                          <a:latin typeface="Times New Roman" panose="02020603050405020304" pitchFamily="18" charset="0"/>
                          <a:ea typeface="宋体" panose="02010600030101010101" pitchFamily="2" charset="-122"/>
                        </a:defRPr>
                      </a:lvl3pPr>
                      <a:lvl4pPr marL="1428750" indent="-228600">
                        <a:spcBef>
                          <a:spcPct val="20000"/>
                        </a:spcBef>
                        <a:buClr>
                          <a:schemeClr val="accent2"/>
                        </a:buClr>
                        <a:buSzPct val="8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marL="1771650" indent="-228600">
                        <a:spcBef>
                          <a:spcPct val="20000"/>
                        </a:spcBef>
                        <a:buClr>
                          <a:schemeClr val="accent2"/>
                        </a:buClr>
                        <a:buSzPct val="80000"/>
                        <a:buFont typeface="Wingdings" panose="05000000000000000000" pitchFamily="2" charset="2"/>
                        <a:defRPr kumimoji="1" sz="1600">
                          <a:solidFill>
                            <a:schemeClr val="tx1"/>
                          </a:solidFill>
                          <a:latin typeface="Times New Roman" panose="02020603050405020304" pitchFamily="18" charset="0"/>
                          <a:ea typeface="宋体" panose="02010600030101010101" pitchFamily="2" charset="-122"/>
                        </a:defRPr>
                      </a:lvl5pPr>
                      <a:lvl6pPr marL="2228850" indent="-228600" fontAlgn="base">
                        <a:spcBef>
                          <a:spcPct val="20000"/>
                        </a:spcBef>
                        <a:spcAft>
                          <a:spcPct val="0"/>
                        </a:spcAft>
                        <a:buClr>
                          <a:schemeClr val="accent2"/>
                        </a:buClr>
                        <a:buSzPct val="80000"/>
                        <a:buFont typeface="Wingdings" panose="05000000000000000000" pitchFamily="2" charset="2"/>
                        <a:defRPr kumimoji="1" sz="1600">
                          <a:solidFill>
                            <a:schemeClr val="tx1"/>
                          </a:solidFill>
                          <a:latin typeface="Times New Roman" panose="02020603050405020304" pitchFamily="18" charset="0"/>
                          <a:ea typeface="宋体" panose="02010600030101010101" pitchFamily="2" charset="-122"/>
                        </a:defRPr>
                      </a:lvl6pPr>
                      <a:lvl7pPr marL="2686050" indent="-228600" fontAlgn="base">
                        <a:spcBef>
                          <a:spcPct val="20000"/>
                        </a:spcBef>
                        <a:spcAft>
                          <a:spcPct val="0"/>
                        </a:spcAft>
                        <a:buClr>
                          <a:schemeClr val="accent2"/>
                        </a:buClr>
                        <a:buSzPct val="80000"/>
                        <a:buFont typeface="Wingdings" panose="05000000000000000000" pitchFamily="2" charset="2"/>
                        <a:defRPr kumimoji="1" sz="1600">
                          <a:solidFill>
                            <a:schemeClr val="tx1"/>
                          </a:solidFill>
                          <a:latin typeface="Times New Roman" panose="02020603050405020304" pitchFamily="18" charset="0"/>
                          <a:ea typeface="宋体" panose="02010600030101010101" pitchFamily="2" charset="-122"/>
                        </a:defRPr>
                      </a:lvl7pPr>
                      <a:lvl8pPr marL="3143250" indent="-228600" fontAlgn="base">
                        <a:spcBef>
                          <a:spcPct val="20000"/>
                        </a:spcBef>
                        <a:spcAft>
                          <a:spcPct val="0"/>
                        </a:spcAft>
                        <a:buClr>
                          <a:schemeClr val="accent2"/>
                        </a:buClr>
                        <a:buSzPct val="80000"/>
                        <a:buFont typeface="Wingdings" panose="05000000000000000000" pitchFamily="2" charset="2"/>
                        <a:defRPr kumimoji="1" sz="1600">
                          <a:solidFill>
                            <a:schemeClr val="tx1"/>
                          </a:solidFill>
                          <a:latin typeface="Times New Roman" panose="02020603050405020304" pitchFamily="18" charset="0"/>
                          <a:ea typeface="宋体" panose="02010600030101010101" pitchFamily="2" charset="-122"/>
                        </a:defRPr>
                      </a:lvl8pPr>
                      <a:lvl9pPr marL="3600450" indent="-228600" fontAlgn="base">
                        <a:spcBef>
                          <a:spcPct val="20000"/>
                        </a:spcBef>
                        <a:spcAft>
                          <a:spcPct val="0"/>
                        </a:spcAft>
                        <a:buClr>
                          <a:schemeClr val="accent2"/>
                        </a:buClr>
                        <a:buSzPct val="80000"/>
                        <a:buFont typeface="Wingdings" panose="05000000000000000000" pitchFamily="2" charset="2"/>
                        <a:defRPr kumimoji="1" sz="1600">
                          <a:solidFill>
                            <a:schemeClr val="tx1"/>
                          </a:solidFill>
                          <a:latin typeface="Times New Roman" panose="02020603050405020304" pitchFamily="18"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1" lang="en-US" altLang="zh-CN" sz="1200" b="1" i="0" u="none" strike="noStrike" cap="none" normalizeH="0" baseline="0">
                          <a:ln>
                            <a:noFill/>
                          </a:ln>
                          <a:solidFill>
                            <a:srgbClr val="33CCFF"/>
                          </a:solidFill>
                          <a:effectLst/>
                          <a:latin typeface="Times New Roman" panose="02020603050405020304" pitchFamily="18" charset="0"/>
                          <a:ea typeface="宋体" panose="02010600030101010101" pitchFamily="2" charset="-122"/>
                          <a:cs typeface="Times New Roman" panose="02020603050405020304" pitchFamily="18" charset="0"/>
                        </a:rPr>
                        <a:t>VRML 1.0</a:t>
                      </a:r>
                      <a:endParaRPr kumimoji="1" lang="en-US" altLang="zh-CN" sz="1200" b="1" i="0" u="none" strike="noStrike" cap="none" normalizeH="0" baseline="0">
                        <a:ln>
                          <a:noFill/>
                        </a:ln>
                        <a:solidFill>
                          <a:srgbClr val="33CCFF"/>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55000"/>
                        <a:buFont typeface="Wingdings" panose="05000000000000000000" pitchFamily="2" charset="2"/>
                        <a:defRPr kumimoji="1" sz="2400">
                          <a:solidFill>
                            <a:schemeClr val="tx1"/>
                          </a:solidFill>
                          <a:latin typeface="Times New Roman" panose="02020603050405020304" pitchFamily="18" charset="0"/>
                          <a:ea typeface="宋体" panose="02010600030101010101" pitchFamily="2" charset="-122"/>
                        </a:defRPr>
                      </a:lvl2pPr>
                      <a:lvl3pPr marL="1085850" indent="-228600">
                        <a:spcBef>
                          <a:spcPct val="20000"/>
                        </a:spcBef>
                        <a:buClr>
                          <a:schemeClr val="accent2"/>
                        </a:buClr>
                        <a:buSzPct val="65000"/>
                        <a:buFont typeface="Wingdings" panose="05000000000000000000" pitchFamily="2" charset="2"/>
                        <a:defRPr kumimoji="1" sz="2000">
                          <a:solidFill>
                            <a:schemeClr val="tx1"/>
                          </a:solidFill>
                          <a:latin typeface="Times New Roman" panose="02020603050405020304" pitchFamily="18" charset="0"/>
                          <a:ea typeface="宋体" panose="02010600030101010101" pitchFamily="2" charset="-122"/>
                        </a:defRPr>
                      </a:lvl3pPr>
                      <a:lvl4pPr marL="1428750" indent="-228600">
                        <a:spcBef>
                          <a:spcPct val="20000"/>
                        </a:spcBef>
                        <a:buClr>
                          <a:schemeClr val="accent2"/>
                        </a:buClr>
                        <a:buSzPct val="8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marL="1771650" indent="-228600">
                        <a:spcBef>
                          <a:spcPct val="20000"/>
                        </a:spcBef>
                        <a:buClr>
                          <a:schemeClr val="accent2"/>
                        </a:buClr>
                        <a:buSzPct val="80000"/>
                        <a:buFont typeface="Wingdings" panose="05000000000000000000" pitchFamily="2" charset="2"/>
                        <a:defRPr kumimoji="1" sz="1600">
                          <a:solidFill>
                            <a:schemeClr val="tx1"/>
                          </a:solidFill>
                          <a:latin typeface="Times New Roman" panose="02020603050405020304" pitchFamily="18" charset="0"/>
                          <a:ea typeface="宋体" panose="02010600030101010101" pitchFamily="2" charset="-122"/>
                        </a:defRPr>
                      </a:lvl5pPr>
                      <a:lvl6pPr marL="2228850" indent="-228600" fontAlgn="base">
                        <a:spcBef>
                          <a:spcPct val="20000"/>
                        </a:spcBef>
                        <a:spcAft>
                          <a:spcPct val="0"/>
                        </a:spcAft>
                        <a:buClr>
                          <a:schemeClr val="accent2"/>
                        </a:buClr>
                        <a:buSzPct val="80000"/>
                        <a:buFont typeface="Wingdings" panose="05000000000000000000" pitchFamily="2" charset="2"/>
                        <a:defRPr kumimoji="1" sz="1600">
                          <a:solidFill>
                            <a:schemeClr val="tx1"/>
                          </a:solidFill>
                          <a:latin typeface="Times New Roman" panose="02020603050405020304" pitchFamily="18" charset="0"/>
                          <a:ea typeface="宋体" panose="02010600030101010101" pitchFamily="2" charset="-122"/>
                        </a:defRPr>
                      </a:lvl6pPr>
                      <a:lvl7pPr marL="2686050" indent="-228600" fontAlgn="base">
                        <a:spcBef>
                          <a:spcPct val="20000"/>
                        </a:spcBef>
                        <a:spcAft>
                          <a:spcPct val="0"/>
                        </a:spcAft>
                        <a:buClr>
                          <a:schemeClr val="accent2"/>
                        </a:buClr>
                        <a:buSzPct val="80000"/>
                        <a:buFont typeface="Wingdings" panose="05000000000000000000" pitchFamily="2" charset="2"/>
                        <a:defRPr kumimoji="1" sz="1600">
                          <a:solidFill>
                            <a:schemeClr val="tx1"/>
                          </a:solidFill>
                          <a:latin typeface="Times New Roman" panose="02020603050405020304" pitchFamily="18" charset="0"/>
                          <a:ea typeface="宋体" panose="02010600030101010101" pitchFamily="2" charset="-122"/>
                        </a:defRPr>
                      </a:lvl7pPr>
                      <a:lvl8pPr marL="3143250" indent="-228600" fontAlgn="base">
                        <a:spcBef>
                          <a:spcPct val="20000"/>
                        </a:spcBef>
                        <a:spcAft>
                          <a:spcPct val="0"/>
                        </a:spcAft>
                        <a:buClr>
                          <a:schemeClr val="accent2"/>
                        </a:buClr>
                        <a:buSzPct val="80000"/>
                        <a:buFont typeface="Wingdings" panose="05000000000000000000" pitchFamily="2" charset="2"/>
                        <a:defRPr kumimoji="1" sz="1600">
                          <a:solidFill>
                            <a:schemeClr val="tx1"/>
                          </a:solidFill>
                          <a:latin typeface="Times New Roman" panose="02020603050405020304" pitchFamily="18" charset="0"/>
                          <a:ea typeface="宋体" panose="02010600030101010101" pitchFamily="2" charset="-122"/>
                        </a:defRPr>
                      </a:lvl8pPr>
                      <a:lvl9pPr marL="3600450" indent="-228600" fontAlgn="base">
                        <a:spcBef>
                          <a:spcPct val="20000"/>
                        </a:spcBef>
                        <a:spcAft>
                          <a:spcPct val="0"/>
                        </a:spcAft>
                        <a:buClr>
                          <a:schemeClr val="accent2"/>
                        </a:buClr>
                        <a:buSzPct val="80000"/>
                        <a:buFont typeface="Wingdings" panose="05000000000000000000" pitchFamily="2" charset="2"/>
                        <a:defRPr kumimoji="1" sz="1600">
                          <a:solidFill>
                            <a:schemeClr val="tx1"/>
                          </a:solidFill>
                          <a:latin typeface="Times New Roman" panose="02020603050405020304" pitchFamily="18"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1" lang="en-US" altLang="zh-CN" sz="1200" b="1" i="0" u="none" strike="noStrike" cap="none" normalizeH="0" baseline="0">
                          <a:ln>
                            <a:noFill/>
                          </a:ln>
                          <a:solidFill>
                            <a:srgbClr val="33CCFF"/>
                          </a:solidFill>
                          <a:effectLst/>
                          <a:latin typeface="Times New Roman" panose="02020603050405020304" pitchFamily="18" charset="0"/>
                          <a:ea typeface="宋体" panose="02010600030101010101" pitchFamily="2" charset="-122"/>
                          <a:cs typeface="Times New Roman" panose="02020603050405020304" pitchFamily="18" charset="0"/>
                        </a:rPr>
                        <a:t>VRML 97</a:t>
                      </a:r>
                      <a:endParaRPr kumimoji="1" lang="en-US" altLang="zh-CN" sz="1200" b="1" i="0" u="none" strike="noStrike" cap="none" normalizeH="0" baseline="0">
                        <a:ln>
                          <a:noFill/>
                        </a:ln>
                        <a:solidFill>
                          <a:srgbClr val="33CCFF"/>
                        </a:solidFill>
                        <a:effectLst/>
                        <a:latin typeface="Times New Roman" panose="02020603050405020304" pitchFamily="18" charset="0"/>
                        <a:ea typeface="宋体" panose="02010600030101010101" pitchFamily="2" charset="-122"/>
                        <a:cs typeface="Times New Roman" panose="02020603050405020304" pitchFamily="18" charset="0"/>
                      </a:endParaRPr>
                    </a:p>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1200" b="1" i="0" u="none" strike="noStrike" cap="none" normalizeH="0" baseline="0">
                          <a:ln>
                            <a:noFill/>
                          </a:ln>
                          <a:solidFill>
                            <a:srgbClr val="33CCFF"/>
                          </a:solidFill>
                          <a:effectLst/>
                          <a:latin typeface="Times New Roman" panose="02020603050405020304" pitchFamily="18" charset="0"/>
                          <a:ea typeface="宋体" panose="02010600030101010101" pitchFamily="2" charset="-122"/>
                          <a:cs typeface="Times New Roman" panose="02020603050405020304" pitchFamily="18" charset="0"/>
                        </a:rPr>
                        <a:t>Windows3.x/95/NT/CE</a:t>
                      </a:r>
                      <a:endParaRPr kumimoji="1" lang="en-US" altLang="zh-CN" sz="1200" b="1" i="0" u="none" strike="noStrike" cap="none" normalizeH="0" baseline="0">
                        <a:ln>
                          <a:noFill/>
                        </a:ln>
                        <a:solidFill>
                          <a:srgbClr val="33CCFF"/>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noFill/>
                  </a:tcPr>
                </a:tc>
              </a:tr>
              <a:tr h="422275">
                <a:tc>
                  <a:txBody>
                    <a:bodyPr/>
                    <a:lstStyle>
                      <a:lvl1pPr marL="342900" indent="-342900">
                        <a:spcBef>
                          <a:spcPct val="20000"/>
                        </a:spcBef>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55000"/>
                        <a:buFont typeface="Wingdings" panose="05000000000000000000" pitchFamily="2" charset="2"/>
                        <a:defRPr kumimoji="1" sz="2400">
                          <a:solidFill>
                            <a:schemeClr val="tx1"/>
                          </a:solidFill>
                          <a:latin typeface="Times New Roman" panose="02020603050405020304" pitchFamily="18" charset="0"/>
                          <a:ea typeface="宋体" panose="02010600030101010101" pitchFamily="2" charset="-122"/>
                        </a:defRPr>
                      </a:lvl2pPr>
                      <a:lvl3pPr marL="1085850" indent="-228600">
                        <a:spcBef>
                          <a:spcPct val="20000"/>
                        </a:spcBef>
                        <a:buClr>
                          <a:schemeClr val="accent2"/>
                        </a:buClr>
                        <a:buSzPct val="65000"/>
                        <a:buFont typeface="Wingdings" panose="05000000000000000000" pitchFamily="2" charset="2"/>
                        <a:defRPr kumimoji="1" sz="2000">
                          <a:solidFill>
                            <a:schemeClr val="tx1"/>
                          </a:solidFill>
                          <a:latin typeface="Times New Roman" panose="02020603050405020304" pitchFamily="18" charset="0"/>
                          <a:ea typeface="宋体" panose="02010600030101010101" pitchFamily="2" charset="-122"/>
                        </a:defRPr>
                      </a:lvl3pPr>
                      <a:lvl4pPr marL="1428750" indent="-228600">
                        <a:spcBef>
                          <a:spcPct val="20000"/>
                        </a:spcBef>
                        <a:buClr>
                          <a:schemeClr val="accent2"/>
                        </a:buClr>
                        <a:buSzPct val="8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marL="1771650" indent="-228600">
                        <a:spcBef>
                          <a:spcPct val="20000"/>
                        </a:spcBef>
                        <a:buClr>
                          <a:schemeClr val="accent2"/>
                        </a:buClr>
                        <a:buSzPct val="80000"/>
                        <a:buFont typeface="Wingdings" panose="05000000000000000000" pitchFamily="2" charset="2"/>
                        <a:defRPr kumimoji="1" sz="1600">
                          <a:solidFill>
                            <a:schemeClr val="tx1"/>
                          </a:solidFill>
                          <a:latin typeface="Times New Roman" panose="02020603050405020304" pitchFamily="18" charset="0"/>
                          <a:ea typeface="宋体" panose="02010600030101010101" pitchFamily="2" charset="-122"/>
                        </a:defRPr>
                      </a:lvl5pPr>
                      <a:lvl6pPr marL="2228850" indent="-228600" fontAlgn="base">
                        <a:spcBef>
                          <a:spcPct val="20000"/>
                        </a:spcBef>
                        <a:spcAft>
                          <a:spcPct val="0"/>
                        </a:spcAft>
                        <a:buClr>
                          <a:schemeClr val="accent2"/>
                        </a:buClr>
                        <a:buSzPct val="80000"/>
                        <a:buFont typeface="Wingdings" panose="05000000000000000000" pitchFamily="2" charset="2"/>
                        <a:defRPr kumimoji="1" sz="1600">
                          <a:solidFill>
                            <a:schemeClr val="tx1"/>
                          </a:solidFill>
                          <a:latin typeface="Times New Roman" panose="02020603050405020304" pitchFamily="18" charset="0"/>
                          <a:ea typeface="宋体" panose="02010600030101010101" pitchFamily="2" charset="-122"/>
                        </a:defRPr>
                      </a:lvl6pPr>
                      <a:lvl7pPr marL="2686050" indent="-228600" fontAlgn="base">
                        <a:spcBef>
                          <a:spcPct val="20000"/>
                        </a:spcBef>
                        <a:spcAft>
                          <a:spcPct val="0"/>
                        </a:spcAft>
                        <a:buClr>
                          <a:schemeClr val="accent2"/>
                        </a:buClr>
                        <a:buSzPct val="80000"/>
                        <a:buFont typeface="Wingdings" panose="05000000000000000000" pitchFamily="2" charset="2"/>
                        <a:defRPr kumimoji="1" sz="1600">
                          <a:solidFill>
                            <a:schemeClr val="tx1"/>
                          </a:solidFill>
                          <a:latin typeface="Times New Roman" panose="02020603050405020304" pitchFamily="18" charset="0"/>
                          <a:ea typeface="宋体" panose="02010600030101010101" pitchFamily="2" charset="-122"/>
                        </a:defRPr>
                      </a:lvl7pPr>
                      <a:lvl8pPr marL="3143250" indent="-228600" fontAlgn="base">
                        <a:spcBef>
                          <a:spcPct val="20000"/>
                        </a:spcBef>
                        <a:spcAft>
                          <a:spcPct val="0"/>
                        </a:spcAft>
                        <a:buClr>
                          <a:schemeClr val="accent2"/>
                        </a:buClr>
                        <a:buSzPct val="80000"/>
                        <a:buFont typeface="Wingdings" panose="05000000000000000000" pitchFamily="2" charset="2"/>
                        <a:defRPr kumimoji="1" sz="1600">
                          <a:solidFill>
                            <a:schemeClr val="tx1"/>
                          </a:solidFill>
                          <a:latin typeface="Times New Roman" panose="02020603050405020304" pitchFamily="18" charset="0"/>
                          <a:ea typeface="宋体" panose="02010600030101010101" pitchFamily="2" charset="-122"/>
                        </a:defRPr>
                      </a:lvl8pPr>
                      <a:lvl9pPr marL="3600450" indent="-228600" fontAlgn="base">
                        <a:spcBef>
                          <a:spcPct val="20000"/>
                        </a:spcBef>
                        <a:spcAft>
                          <a:spcPct val="0"/>
                        </a:spcAft>
                        <a:buClr>
                          <a:schemeClr val="accent2"/>
                        </a:buClr>
                        <a:buSzPct val="80000"/>
                        <a:buFont typeface="Wingdings" panose="05000000000000000000" pitchFamily="2" charset="2"/>
                        <a:defRPr kumimoji="1" sz="1600">
                          <a:solidFill>
                            <a:schemeClr val="tx1"/>
                          </a:solidFill>
                          <a:latin typeface="Times New Roman" panose="02020603050405020304" pitchFamily="18"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1" lang="zh-CN" altLang="en-US" sz="1200" b="1" i="0" u="none" strike="noStrike" cap="none" normalizeH="0" baseline="0">
                          <a:ln>
                            <a:noFill/>
                          </a:ln>
                          <a:solidFill>
                            <a:srgbClr val="33CCFF"/>
                          </a:solidFill>
                          <a:effectLst/>
                          <a:latin typeface="Times New Roman" panose="02020603050405020304" pitchFamily="18" charset="0"/>
                          <a:ea typeface="宋体" panose="02010600030101010101" pitchFamily="2" charset="-122"/>
                          <a:cs typeface="Times New Roman" panose="02020603050405020304" pitchFamily="18" charset="0"/>
                        </a:rPr>
                        <a:t>2000</a:t>
                      </a:r>
                      <a:r>
                        <a:rPr kumimoji="1" lang="en-US" altLang="zh-CN" sz="1200" b="1" i="0" u="none" strike="noStrike" cap="none" normalizeH="0" baseline="0">
                          <a:ln>
                            <a:noFill/>
                          </a:ln>
                          <a:solidFill>
                            <a:srgbClr val="33CCFF"/>
                          </a:solidFill>
                          <a:effectLst/>
                          <a:latin typeface="Times New Roman" panose="02020603050405020304" pitchFamily="18" charset="0"/>
                          <a:ea typeface="宋体" panose="02010600030101010101" pitchFamily="2" charset="-122"/>
                          <a:cs typeface="Times New Roman" panose="02020603050405020304" pitchFamily="18" charset="0"/>
                        </a:rPr>
                        <a:t>cities-3D browser and </a:t>
                      </a:r>
                      <a:endParaRPr kumimoji="1" lang="en-US" altLang="zh-CN" sz="1200" b="1" i="0" u="none" strike="noStrike" cap="none" normalizeH="0" baseline="0">
                        <a:ln>
                          <a:noFill/>
                        </a:ln>
                        <a:solidFill>
                          <a:srgbClr val="33CCFF"/>
                        </a:solidFill>
                        <a:effectLst/>
                        <a:latin typeface="Times New Roman" panose="02020603050405020304" pitchFamily="18" charset="0"/>
                        <a:ea typeface="宋体" panose="02010600030101010101" pitchFamily="2" charset="-122"/>
                        <a:cs typeface="Times New Roman" panose="02020603050405020304" pitchFamily="18" charset="0"/>
                      </a:endParaRPr>
                    </a:p>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1200" b="1" i="0" u="none" strike="noStrike" cap="none" normalizeH="0" baseline="0">
                          <a:ln>
                            <a:noFill/>
                          </a:ln>
                          <a:solidFill>
                            <a:srgbClr val="33CCFF"/>
                          </a:solidFill>
                          <a:effectLst/>
                          <a:latin typeface="Times New Roman" panose="02020603050405020304" pitchFamily="18" charset="0"/>
                          <a:ea typeface="宋体" panose="02010600030101010101" pitchFamily="2" charset="-122"/>
                          <a:cs typeface="Times New Roman" panose="02020603050405020304" pitchFamily="18" charset="0"/>
                        </a:rPr>
                        <a:t>portal(Bart Jellema)</a:t>
                      </a:r>
                      <a:endParaRPr kumimoji="1" lang="en-US" altLang="zh-CN" sz="1200" b="1" i="0" u="none" strike="noStrike" cap="none" normalizeH="0" baseline="0">
                        <a:ln>
                          <a:noFill/>
                        </a:ln>
                        <a:solidFill>
                          <a:srgbClr val="33CCFF"/>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55000"/>
                        <a:buFont typeface="Wingdings" panose="05000000000000000000" pitchFamily="2" charset="2"/>
                        <a:defRPr kumimoji="1" sz="2400">
                          <a:solidFill>
                            <a:schemeClr val="tx1"/>
                          </a:solidFill>
                          <a:latin typeface="Times New Roman" panose="02020603050405020304" pitchFamily="18" charset="0"/>
                          <a:ea typeface="宋体" panose="02010600030101010101" pitchFamily="2" charset="-122"/>
                        </a:defRPr>
                      </a:lvl2pPr>
                      <a:lvl3pPr marL="1085850" indent="-228600">
                        <a:spcBef>
                          <a:spcPct val="20000"/>
                        </a:spcBef>
                        <a:buClr>
                          <a:schemeClr val="accent2"/>
                        </a:buClr>
                        <a:buSzPct val="65000"/>
                        <a:buFont typeface="Wingdings" panose="05000000000000000000" pitchFamily="2" charset="2"/>
                        <a:defRPr kumimoji="1" sz="2000">
                          <a:solidFill>
                            <a:schemeClr val="tx1"/>
                          </a:solidFill>
                          <a:latin typeface="Times New Roman" panose="02020603050405020304" pitchFamily="18" charset="0"/>
                          <a:ea typeface="宋体" panose="02010600030101010101" pitchFamily="2" charset="-122"/>
                        </a:defRPr>
                      </a:lvl3pPr>
                      <a:lvl4pPr marL="1428750" indent="-228600">
                        <a:spcBef>
                          <a:spcPct val="20000"/>
                        </a:spcBef>
                        <a:buClr>
                          <a:schemeClr val="accent2"/>
                        </a:buClr>
                        <a:buSzPct val="8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marL="1771650" indent="-228600">
                        <a:spcBef>
                          <a:spcPct val="20000"/>
                        </a:spcBef>
                        <a:buClr>
                          <a:schemeClr val="accent2"/>
                        </a:buClr>
                        <a:buSzPct val="80000"/>
                        <a:buFont typeface="Wingdings" panose="05000000000000000000" pitchFamily="2" charset="2"/>
                        <a:defRPr kumimoji="1" sz="1600">
                          <a:solidFill>
                            <a:schemeClr val="tx1"/>
                          </a:solidFill>
                          <a:latin typeface="Times New Roman" panose="02020603050405020304" pitchFamily="18" charset="0"/>
                          <a:ea typeface="宋体" panose="02010600030101010101" pitchFamily="2" charset="-122"/>
                        </a:defRPr>
                      </a:lvl5pPr>
                      <a:lvl6pPr marL="2228850" indent="-228600" fontAlgn="base">
                        <a:spcBef>
                          <a:spcPct val="20000"/>
                        </a:spcBef>
                        <a:spcAft>
                          <a:spcPct val="0"/>
                        </a:spcAft>
                        <a:buClr>
                          <a:schemeClr val="accent2"/>
                        </a:buClr>
                        <a:buSzPct val="80000"/>
                        <a:buFont typeface="Wingdings" panose="05000000000000000000" pitchFamily="2" charset="2"/>
                        <a:defRPr kumimoji="1" sz="1600">
                          <a:solidFill>
                            <a:schemeClr val="tx1"/>
                          </a:solidFill>
                          <a:latin typeface="Times New Roman" panose="02020603050405020304" pitchFamily="18" charset="0"/>
                          <a:ea typeface="宋体" panose="02010600030101010101" pitchFamily="2" charset="-122"/>
                        </a:defRPr>
                      </a:lvl6pPr>
                      <a:lvl7pPr marL="2686050" indent="-228600" fontAlgn="base">
                        <a:spcBef>
                          <a:spcPct val="20000"/>
                        </a:spcBef>
                        <a:spcAft>
                          <a:spcPct val="0"/>
                        </a:spcAft>
                        <a:buClr>
                          <a:schemeClr val="accent2"/>
                        </a:buClr>
                        <a:buSzPct val="80000"/>
                        <a:buFont typeface="Wingdings" panose="05000000000000000000" pitchFamily="2" charset="2"/>
                        <a:defRPr kumimoji="1" sz="1600">
                          <a:solidFill>
                            <a:schemeClr val="tx1"/>
                          </a:solidFill>
                          <a:latin typeface="Times New Roman" panose="02020603050405020304" pitchFamily="18" charset="0"/>
                          <a:ea typeface="宋体" panose="02010600030101010101" pitchFamily="2" charset="-122"/>
                        </a:defRPr>
                      </a:lvl7pPr>
                      <a:lvl8pPr marL="3143250" indent="-228600" fontAlgn="base">
                        <a:spcBef>
                          <a:spcPct val="20000"/>
                        </a:spcBef>
                        <a:spcAft>
                          <a:spcPct val="0"/>
                        </a:spcAft>
                        <a:buClr>
                          <a:schemeClr val="accent2"/>
                        </a:buClr>
                        <a:buSzPct val="80000"/>
                        <a:buFont typeface="Wingdings" panose="05000000000000000000" pitchFamily="2" charset="2"/>
                        <a:defRPr kumimoji="1" sz="1600">
                          <a:solidFill>
                            <a:schemeClr val="tx1"/>
                          </a:solidFill>
                          <a:latin typeface="Times New Roman" panose="02020603050405020304" pitchFamily="18" charset="0"/>
                          <a:ea typeface="宋体" panose="02010600030101010101" pitchFamily="2" charset="-122"/>
                        </a:defRPr>
                      </a:lvl8pPr>
                      <a:lvl9pPr marL="3600450" indent="-228600" fontAlgn="base">
                        <a:spcBef>
                          <a:spcPct val="20000"/>
                        </a:spcBef>
                        <a:spcAft>
                          <a:spcPct val="0"/>
                        </a:spcAft>
                        <a:buClr>
                          <a:schemeClr val="accent2"/>
                        </a:buClr>
                        <a:buSzPct val="80000"/>
                        <a:buFont typeface="Wingdings" panose="05000000000000000000" pitchFamily="2" charset="2"/>
                        <a:defRPr kumimoji="1" sz="1600">
                          <a:solidFill>
                            <a:schemeClr val="tx1"/>
                          </a:solidFill>
                          <a:latin typeface="Times New Roman" panose="02020603050405020304" pitchFamily="18"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1" lang="en-US" altLang="zh-CN" sz="1200" b="1" i="0" u="none" strike="noStrike" cap="none" normalizeH="0" baseline="0">
                          <a:ln>
                            <a:noFill/>
                          </a:ln>
                          <a:solidFill>
                            <a:srgbClr val="33CCFF"/>
                          </a:solidFill>
                          <a:effectLst/>
                          <a:latin typeface="Times New Roman" panose="02020603050405020304" pitchFamily="18" charset="0"/>
                          <a:ea typeface="宋体" panose="02010600030101010101" pitchFamily="2" charset="-122"/>
                          <a:cs typeface="Times New Roman" panose="02020603050405020304" pitchFamily="18" charset="0"/>
                        </a:rPr>
                        <a:t>OpenGL</a:t>
                      </a:r>
                      <a:endParaRPr kumimoji="1" lang="en-US" altLang="zh-CN" sz="1200" b="1" i="0" u="none" strike="noStrike" cap="none" normalizeH="0" baseline="0">
                        <a:ln>
                          <a:noFill/>
                        </a:ln>
                        <a:solidFill>
                          <a:srgbClr val="33CCFF"/>
                        </a:solidFill>
                        <a:effectLst/>
                        <a:latin typeface="Times New Roman" panose="02020603050405020304" pitchFamily="18" charset="0"/>
                        <a:ea typeface="宋体" panose="02010600030101010101" pitchFamily="2" charset="-122"/>
                        <a:cs typeface="Times New Roman" panose="02020603050405020304" pitchFamily="18" charset="0"/>
                      </a:endParaRPr>
                    </a:p>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1200" b="1" i="0" u="none" strike="noStrike" cap="none" normalizeH="0" baseline="0">
                          <a:ln>
                            <a:noFill/>
                          </a:ln>
                          <a:solidFill>
                            <a:srgbClr val="33CCFF"/>
                          </a:solidFill>
                          <a:effectLst/>
                          <a:latin typeface="Times New Roman" panose="02020603050405020304" pitchFamily="18" charset="0"/>
                          <a:ea typeface="宋体" panose="02010600030101010101" pitchFamily="2" charset="-122"/>
                          <a:cs typeface="Times New Roman" panose="02020603050405020304" pitchFamily="18" charset="0"/>
                        </a:rPr>
                        <a:t>VRML 97</a:t>
                      </a:r>
                      <a:endParaRPr kumimoji="1" lang="en-US" altLang="zh-CN" sz="1200" b="1" i="0" u="none" strike="noStrike" cap="none" normalizeH="0" baseline="0">
                        <a:ln>
                          <a:noFill/>
                        </a:ln>
                        <a:solidFill>
                          <a:srgbClr val="33CCFF"/>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55000"/>
                        <a:buFont typeface="Wingdings" panose="05000000000000000000" pitchFamily="2" charset="2"/>
                        <a:defRPr kumimoji="1" sz="2400">
                          <a:solidFill>
                            <a:schemeClr val="tx1"/>
                          </a:solidFill>
                          <a:latin typeface="Times New Roman" panose="02020603050405020304" pitchFamily="18" charset="0"/>
                          <a:ea typeface="宋体" panose="02010600030101010101" pitchFamily="2" charset="-122"/>
                        </a:defRPr>
                      </a:lvl2pPr>
                      <a:lvl3pPr marL="1085850" indent="-228600">
                        <a:spcBef>
                          <a:spcPct val="20000"/>
                        </a:spcBef>
                        <a:buClr>
                          <a:schemeClr val="accent2"/>
                        </a:buClr>
                        <a:buSzPct val="65000"/>
                        <a:buFont typeface="Wingdings" panose="05000000000000000000" pitchFamily="2" charset="2"/>
                        <a:defRPr kumimoji="1" sz="2000">
                          <a:solidFill>
                            <a:schemeClr val="tx1"/>
                          </a:solidFill>
                          <a:latin typeface="Times New Roman" panose="02020603050405020304" pitchFamily="18" charset="0"/>
                          <a:ea typeface="宋体" panose="02010600030101010101" pitchFamily="2" charset="-122"/>
                        </a:defRPr>
                      </a:lvl3pPr>
                      <a:lvl4pPr marL="1428750" indent="-228600">
                        <a:spcBef>
                          <a:spcPct val="20000"/>
                        </a:spcBef>
                        <a:buClr>
                          <a:schemeClr val="accent2"/>
                        </a:buClr>
                        <a:buSzPct val="8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marL="1771650" indent="-228600">
                        <a:spcBef>
                          <a:spcPct val="20000"/>
                        </a:spcBef>
                        <a:buClr>
                          <a:schemeClr val="accent2"/>
                        </a:buClr>
                        <a:buSzPct val="80000"/>
                        <a:buFont typeface="Wingdings" panose="05000000000000000000" pitchFamily="2" charset="2"/>
                        <a:defRPr kumimoji="1" sz="1600">
                          <a:solidFill>
                            <a:schemeClr val="tx1"/>
                          </a:solidFill>
                          <a:latin typeface="Times New Roman" panose="02020603050405020304" pitchFamily="18" charset="0"/>
                          <a:ea typeface="宋体" panose="02010600030101010101" pitchFamily="2" charset="-122"/>
                        </a:defRPr>
                      </a:lvl5pPr>
                      <a:lvl6pPr marL="2228850" indent="-228600" fontAlgn="base">
                        <a:spcBef>
                          <a:spcPct val="20000"/>
                        </a:spcBef>
                        <a:spcAft>
                          <a:spcPct val="0"/>
                        </a:spcAft>
                        <a:buClr>
                          <a:schemeClr val="accent2"/>
                        </a:buClr>
                        <a:buSzPct val="80000"/>
                        <a:buFont typeface="Wingdings" panose="05000000000000000000" pitchFamily="2" charset="2"/>
                        <a:defRPr kumimoji="1" sz="1600">
                          <a:solidFill>
                            <a:schemeClr val="tx1"/>
                          </a:solidFill>
                          <a:latin typeface="Times New Roman" panose="02020603050405020304" pitchFamily="18" charset="0"/>
                          <a:ea typeface="宋体" panose="02010600030101010101" pitchFamily="2" charset="-122"/>
                        </a:defRPr>
                      </a:lvl6pPr>
                      <a:lvl7pPr marL="2686050" indent="-228600" fontAlgn="base">
                        <a:spcBef>
                          <a:spcPct val="20000"/>
                        </a:spcBef>
                        <a:spcAft>
                          <a:spcPct val="0"/>
                        </a:spcAft>
                        <a:buClr>
                          <a:schemeClr val="accent2"/>
                        </a:buClr>
                        <a:buSzPct val="80000"/>
                        <a:buFont typeface="Wingdings" panose="05000000000000000000" pitchFamily="2" charset="2"/>
                        <a:defRPr kumimoji="1" sz="1600">
                          <a:solidFill>
                            <a:schemeClr val="tx1"/>
                          </a:solidFill>
                          <a:latin typeface="Times New Roman" panose="02020603050405020304" pitchFamily="18" charset="0"/>
                          <a:ea typeface="宋体" panose="02010600030101010101" pitchFamily="2" charset="-122"/>
                        </a:defRPr>
                      </a:lvl7pPr>
                      <a:lvl8pPr marL="3143250" indent="-228600" fontAlgn="base">
                        <a:spcBef>
                          <a:spcPct val="20000"/>
                        </a:spcBef>
                        <a:spcAft>
                          <a:spcPct val="0"/>
                        </a:spcAft>
                        <a:buClr>
                          <a:schemeClr val="accent2"/>
                        </a:buClr>
                        <a:buSzPct val="80000"/>
                        <a:buFont typeface="Wingdings" panose="05000000000000000000" pitchFamily="2" charset="2"/>
                        <a:defRPr kumimoji="1" sz="1600">
                          <a:solidFill>
                            <a:schemeClr val="tx1"/>
                          </a:solidFill>
                          <a:latin typeface="Times New Roman" panose="02020603050405020304" pitchFamily="18" charset="0"/>
                          <a:ea typeface="宋体" panose="02010600030101010101" pitchFamily="2" charset="-122"/>
                        </a:defRPr>
                      </a:lvl8pPr>
                      <a:lvl9pPr marL="3600450" indent="-228600" fontAlgn="base">
                        <a:spcBef>
                          <a:spcPct val="20000"/>
                        </a:spcBef>
                        <a:spcAft>
                          <a:spcPct val="0"/>
                        </a:spcAft>
                        <a:buClr>
                          <a:schemeClr val="accent2"/>
                        </a:buClr>
                        <a:buSzPct val="80000"/>
                        <a:buFont typeface="Wingdings" panose="05000000000000000000" pitchFamily="2" charset="2"/>
                        <a:defRPr kumimoji="1" sz="1600">
                          <a:solidFill>
                            <a:schemeClr val="tx1"/>
                          </a:solidFill>
                          <a:latin typeface="Times New Roman" panose="02020603050405020304" pitchFamily="18"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1" lang="en-US" altLang="zh-CN" sz="1200" b="1" i="0" u="none" strike="noStrike" cap="none" normalizeH="0" baseline="0">
                          <a:ln>
                            <a:noFill/>
                          </a:ln>
                          <a:solidFill>
                            <a:srgbClr val="33CCFF"/>
                          </a:solidFill>
                          <a:effectLst/>
                          <a:latin typeface="Times New Roman" panose="02020603050405020304" pitchFamily="18" charset="0"/>
                          <a:ea typeface="宋体" panose="02010600030101010101" pitchFamily="2" charset="-122"/>
                          <a:cs typeface="Times New Roman" panose="02020603050405020304" pitchFamily="18" charset="0"/>
                        </a:rPr>
                        <a:t>Windows</a:t>
                      </a:r>
                      <a:endParaRPr kumimoji="1" lang="en-US" altLang="zh-CN" sz="1200" b="1" i="0" u="none" strike="noStrike" cap="none" normalizeH="0" baseline="0">
                        <a:ln>
                          <a:noFill/>
                        </a:ln>
                        <a:solidFill>
                          <a:srgbClr val="33CCFF"/>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noFill/>
                  </a:tcPr>
                </a:tc>
              </a:tr>
              <a:tr h="485775">
                <a:tc>
                  <a:txBody>
                    <a:bodyPr/>
                    <a:lstStyle>
                      <a:lvl1pPr marL="342900" indent="-342900">
                        <a:spcBef>
                          <a:spcPct val="20000"/>
                        </a:spcBef>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55000"/>
                        <a:buFont typeface="Wingdings" panose="05000000000000000000" pitchFamily="2" charset="2"/>
                        <a:defRPr kumimoji="1" sz="2400">
                          <a:solidFill>
                            <a:schemeClr val="tx1"/>
                          </a:solidFill>
                          <a:latin typeface="Times New Roman" panose="02020603050405020304" pitchFamily="18" charset="0"/>
                          <a:ea typeface="宋体" panose="02010600030101010101" pitchFamily="2" charset="-122"/>
                        </a:defRPr>
                      </a:lvl2pPr>
                      <a:lvl3pPr marL="1085850" indent="-228600">
                        <a:spcBef>
                          <a:spcPct val="20000"/>
                        </a:spcBef>
                        <a:buClr>
                          <a:schemeClr val="accent2"/>
                        </a:buClr>
                        <a:buSzPct val="65000"/>
                        <a:buFont typeface="Wingdings" panose="05000000000000000000" pitchFamily="2" charset="2"/>
                        <a:defRPr kumimoji="1" sz="2000">
                          <a:solidFill>
                            <a:schemeClr val="tx1"/>
                          </a:solidFill>
                          <a:latin typeface="Times New Roman" panose="02020603050405020304" pitchFamily="18" charset="0"/>
                          <a:ea typeface="宋体" panose="02010600030101010101" pitchFamily="2" charset="-122"/>
                        </a:defRPr>
                      </a:lvl3pPr>
                      <a:lvl4pPr marL="1428750" indent="-228600">
                        <a:spcBef>
                          <a:spcPct val="20000"/>
                        </a:spcBef>
                        <a:buClr>
                          <a:schemeClr val="accent2"/>
                        </a:buClr>
                        <a:buSzPct val="8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marL="1771650" indent="-228600">
                        <a:spcBef>
                          <a:spcPct val="20000"/>
                        </a:spcBef>
                        <a:buClr>
                          <a:schemeClr val="accent2"/>
                        </a:buClr>
                        <a:buSzPct val="80000"/>
                        <a:buFont typeface="Wingdings" panose="05000000000000000000" pitchFamily="2" charset="2"/>
                        <a:defRPr kumimoji="1" sz="1600">
                          <a:solidFill>
                            <a:schemeClr val="tx1"/>
                          </a:solidFill>
                          <a:latin typeface="Times New Roman" panose="02020603050405020304" pitchFamily="18" charset="0"/>
                          <a:ea typeface="宋体" panose="02010600030101010101" pitchFamily="2" charset="-122"/>
                        </a:defRPr>
                      </a:lvl5pPr>
                      <a:lvl6pPr marL="2228850" indent="-228600" fontAlgn="base">
                        <a:spcBef>
                          <a:spcPct val="20000"/>
                        </a:spcBef>
                        <a:spcAft>
                          <a:spcPct val="0"/>
                        </a:spcAft>
                        <a:buClr>
                          <a:schemeClr val="accent2"/>
                        </a:buClr>
                        <a:buSzPct val="80000"/>
                        <a:buFont typeface="Wingdings" panose="05000000000000000000" pitchFamily="2" charset="2"/>
                        <a:defRPr kumimoji="1" sz="1600">
                          <a:solidFill>
                            <a:schemeClr val="tx1"/>
                          </a:solidFill>
                          <a:latin typeface="Times New Roman" panose="02020603050405020304" pitchFamily="18" charset="0"/>
                          <a:ea typeface="宋体" panose="02010600030101010101" pitchFamily="2" charset="-122"/>
                        </a:defRPr>
                      </a:lvl6pPr>
                      <a:lvl7pPr marL="2686050" indent="-228600" fontAlgn="base">
                        <a:spcBef>
                          <a:spcPct val="20000"/>
                        </a:spcBef>
                        <a:spcAft>
                          <a:spcPct val="0"/>
                        </a:spcAft>
                        <a:buClr>
                          <a:schemeClr val="accent2"/>
                        </a:buClr>
                        <a:buSzPct val="80000"/>
                        <a:buFont typeface="Wingdings" panose="05000000000000000000" pitchFamily="2" charset="2"/>
                        <a:defRPr kumimoji="1" sz="1600">
                          <a:solidFill>
                            <a:schemeClr val="tx1"/>
                          </a:solidFill>
                          <a:latin typeface="Times New Roman" panose="02020603050405020304" pitchFamily="18" charset="0"/>
                          <a:ea typeface="宋体" panose="02010600030101010101" pitchFamily="2" charset="-122"/>
                        </a:defRPr>
                      </a:lvl7pPr>
                      <a:lvl8pPr marL="3143250" indent="-228600" fontAlgn="base">
                        <a:spcBef>
                          <a:spcPct val="20000"/>
                        </a:spcBef>
                        <a:spcAft>
                          <a:spcPct val="0"/>
                        </a:spcAft>
                        <a:buClr>
                          <a:schemeClr val="accent2"/>
                        </a:buClr>
                        <a:buSzPct val="80000"/>
                        <a:buFont typeface="Wingdings" panose="05000000000000000000" pitchFamily="2" charset="2"/>
                        <a:defRPr kumimoji="1" sz="1600">
                          <a:solidFill>
                            <a:schemeClr val="tx1"/>
                          </a:solidFill>
                          <a:latin typeface="Times New Roman" panose="02020603050405020304" pitchFamily="18" charset="0"/>
                          <a:ea typeface="宋体" panose="02010600030101010101" pitchFamily="2" charset="-122"/>
                        </a:defRPr>
                      </a:lvl8pPr>
                      <a:lvl9pPr marL="3600450" indent="-228600" fontAlgn="base">
                        <a:spcBef>
                          <a:spcPct val="20000"/>
                        </a:spcBef>
                        <a:spcAft>
                          <a:spcPct val="0"/>
                        </a:spcAft>
                        <a:buClr>
                          <a:schemeClr val="accent2"/>
                        </a:buClr>
                        <a:buSzPct val="80000"/>
                        <a:buFont typeface="Wingdings" panose="05000000000000000000" pitchFamily="2" charset="2"/>
                        <a:defRPr kumimoji="1" sz="1600">
                          <a:solidFill>
                            <a:schemeClr val="tx1"/>
                          </a:solidFill>
                          <a:latin typeface="Times New Roman" panose="02020603050405020304" pitchFamily="18"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1" lang="zh-CN" altLang="en-US" sz="1200" b="1" i="0" u="none" strike="noStrike" cap="none" normalizeH="0" baseline="0">
                          <a:ln>
                            <a:noFill/>
                          </a:ln>
                          <a:solidFill>
                            <a:srgbClr val="33CCFF"/>
                          </a:solidFill>
                          <a:effectLst/>
                          <a:latin typeface="Times New Roman" panose="02020603050405020304" pitchFamily="18" charset="0"/>
                          <a:ea typeface="宋体" panose="02010600030101010101" pitchFamily="2" charset="-122"/>
                          <a:cs typeface="Times New Roman" panose="02020603050405020304" pitchFamily="18" charset="0"/>
                        </a:rPr>
                        <a:t>3</a:t>
                      </a:r>
                      <a:r>
                        <a:rPr kumimoji="1" lang="en-US" altLang="zh-CN" sz="1200" b="1" i="0" u="none" strike="noStrike" cap="none" normalizeH="0" baseline="0">
                          <a:ln>
                            <a:noFill/>
                          </a:ln>
                          <a:solidFill>
                            <a:srgbClr val="33CCFF"/>
                          </a:solidFill>
                          <a:effectLst/>
                          <a:latin typeface="Times New Roman" panose="02020603050405020304" pitchFamily="18" charset="0"/>
                          <a:ea typeface="宋体" panose="02010600030101010101" pitchFamily="2" charset="-122"/>
                          <a:cs typeface="Times New Roman" panose="02020603050405020304" pitchFamily="18" charset="0"/>
                        </a:rPr>
                        <a:t>Space Assistant from TGS</a:t>
                      </a:r>
                      <a:endParaRPr kumimoji="1" lang="en-US" altLang="zh-CN" sz="1200" b="1" i="0" u="none" strike="noStrike" cap="none" normalizeH="0" baseline="0">
                        <a:ln>
                          <a:noFill/>
                        </a:ln>
                        <a:solidFill>
                          <a:srgbClr val="33CCFF"/>
                        </a:solidFill>
                        <a:effectLst/>
                        <a:latin typeface="Times New Roman" panose="02020603050405020304" pitchFamily="18" charset="0"/>
                        <a:ea typeface="宋体" panose="02010600030101010101" pitchFamily="2" charset="-122"/>
                        <a:cs typeface="Times New Roman" panose="02020603050405020304" pitchFamily="18" charset="0"/>
                      </a:endParaRPr>
                    </a:p>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1200" b="1" i="0" u="none" strike="noStrike" cap="none" normalizeH="0" baseline="0">
                          <a:ln>
                            <a:noFill/>
                          </a:ln>
                          <a:solidFill>
                            <a:srgbClr val="33CCFF"/>
                          </a:solidFill>
                          <a:effectLst/>
                          <a:latin typeface="Times New Roman" panose="02020603050405020304" pitchFamily="18" charset="0"/>
                          <a:ea typeface="宋体" panose="02010600030101010101" pitchFamily="2" charset="-122"/>
                          <a:cs typeface="Times New Roman" panose="02020603050405020304" pitchFamily="18" charset="0"/>
                        </a:rPr>
                        <a:t>(Template Graphics Software)</a:t>
                      </a:r>
                      <a:endParaRPr kumimoji="1" lang="en-US" altLang="zh-CN" sz="1200" b="1" i="0" u="none" strike="noStrike" cap="none" normalizeH="0" baseline="0">
                        <a:ln>
                          <a:noFill/>
                        </a:ln>
                        <a:solidFill>
                          <a:srgbClr val="33CCFF"/>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55000"/>
                        <a:buFont typeface="Wingdings" panose="05000000000000000000" pitchFamily="2" charset="2"/>
                        <a:defRPr kumimoji="1" sz="2400">
                          <a:solidFill>
                            <a:schemeClr val="tx1"/>
                          </a:solidFill>
                          <a:latin typeface="Times New Roman" panose="02020603050405020304" pitchFamily="18" charset="0"/>
                          <a:ea typeface="宋体" panose="02010600030101010101" pitchFamily="2" charset="-122"/>
                        </a:defRPr>
                      </a:lvl2pPr>
                      <a:lvl3pPr marL="1085850" indent="-228600">
                        <a:spcBef>
                          <a:spcPct val="20000"/>
                        </a:spcBef>
                        <a:buClr>
                          <a:schemeClr val="accent2"/>
                        </a:buClr>
                        <a:buSzPct val="65000"/>
                        <a:buFont typeface="Wingdings" panose="05000000000000000000" pitchFamily="2" charset="2"/>
                        <a:defRPr kumimoji="1" sz="2000">
                          <a:solidFill>
                            <a:schemeClr val="tx1"/>
                          </a:solidFill>
                          <a:latin typeface="Times New Roman" panose="02020603050405020304" pitchFamily="18" charset="0"/>
                          <a:ea typeface="宋体" panose="02010600030101010101" pitchFamily="2" charset="-122"/>
                        </a:defRPr>
                      </a:lvl3pPr>
                      <a:lvl4pPr marL="1428750" indent="-228600">
                        <a:spcBef>
                          <a:spcPct val="20000"/>
                        </a:spcBef>
                        <a:buClr>
                          <a:schemeClr val="accent2"/>
                        </a:buClr>
                        <a:buSzPct val="8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marL="1771650" indent="-228600">
                        <a:spcBef>
                          <a:spcPct val="20000"/>
                        </a:spcBef>
                        <a:buClr>
                          <a:schemeClr val="accent2"/>
                        </a:buClr>
                        <a:buSzPct val="80000"/>
                        <a:buFont typeface="Wingdings" panose="05000000000000000000" pitchFamily="2" charset="2"/>
                        <a:defRPr kumimoji="1" sz="1600">
                          <a:solidFill>
                            <a:schemeClr val="tx1"/>
                          </a:solidFill>
                          <a:latin typeface="Times New Roman" panose="02020603050405020304" pitchFamily="18" charset="0"/>
                          <a:ea typeface="宋体" panose="02010600030101010101" pitchFamily="2" charset="-122"/>
                        </a:defRPr>
                      </a:lvl5pPr>
                      <a:lvl6pPr marL="2228850" indent="-228600" fontAlgn="base">
                        <a:spcBef>
                          <a:spcPct val="20000"/>
                        </a:spcBef>
                        <a:spcAft>
                          <a:spcPct val="0"/>
                        </a:spcAft>
                        <a:buClr>
                          <a:schemeClr val="accent2"/>
                        </a:buClr>
                        <a:buSzPct val="80000"/>
                        <a:buFont typeface="Wingdings" panose="05000000000000000000" pitchFamily="2" charset="2"/>
                        <a:defRPr kumimoji="1" sz="1600">
                          <a:solidFill>
                            <a:schemeClr val="tx1"/>
                          </a:solidFill>
                          <a:latin typeface="Times New Roman" panose="02020603050405020304" pitchFamily="18" charset="0"/>
                          <a:ea typeface="宋体" panose="02010600030101010101" pitchFamily="2" charset="-122"/>
                        </a:defRPr>
                      </a:lvl6pPr>
                      <a:lvl7pPr marL="2686050" indent="-228600" fontAlgn="base">
                        <a:spcBef>
                          <a:spcPct val="20000"/>
                        </a:spcBef>
                        <a:spcAft>
                          <a:spcPct val="0"/>
                        </a:spcAft>
                        <a:buClr>
                          <a:schemeClr val="accent2"/>
                        </a:buClr>
                        <a:buSzPct val="80000"/>
                        <a:buFont typeface="Wingdings" panose="05000000000000000000" pitchFamily="2" charset="2"/>
                        <a:defRPr kumimoji="1" sz="1600">
                          <a:solidFill>
                            <a:schemeClr val="tx1"/>
                          </a:solidFill>
                          <a:latin typeface="Times New Roman" panose="02020603050405020304" pitchFamily="18" charset="0"/>
                          <a:ea typeface="宋体" panose="02010600030101010101" pitchFamily="2" charset="-122"/>
                        </a:defRPr>
                      </a:lvl7pPr>
                      <a:lvl8pPr marL="3143250" indent="-228600" fontAlgn="base">
                        <a:spcBef>
                          <a:spcPct val="20000"/>
                        </a:spcBef>
                        <a:spcAft>
                          <a:spcPct val="0"/>
                        </a:spcAft>
                        <a:buClr>
                          <a:schemeClr val="accent2"/>
                        </a:buClr>
                        <a:buSzPct val="80000"/>
                        <a:buFont typeface="Wingdings" panose="05000000000000000000" pitchFamily="2" charset="2"/>
                        <a:defRPr kumimoji="1" sz="1600">
                          <a:solidFill>
                            <a:schemeClr val="tx1"/>
                          </a:solidFill>
                          <a:latin typeface="Times New Roman" panose="02020603050405020304" pitchFamily="18" charset="0"/>
                          <a:ea typeface="宋体" panose="02010600030101010101" pitchFamily="2" charset="-122"/>
                        </a:defRPr>
                      </a:lvl8pPr>
                      <a:lvl9pPr marL="3600450" indent="-228600" fontAlgn="base">
                        <a:spcBef>
                          <a:spcPct val="20000"/>
                        </a:spcBef>
                        <a:spcAft>
                          <a:spcPct val="0"/>
                        </a:spcAft>
                        <a:buClr>
                          <a:schemeClr val="accent2"/>
                        </a:buClr>
                        <a:buSzPct val="80000"/>
                        <a:buFont typeface="Wingdings" panose="05000000000000000000" pitchFamily="2" charset="2"/>
                        <a:defRPr kumimoji="1" sz="1600">
                          <a:solidFill>
                            <a:schemeClr val="tx1"/>
                          </a:solidFill>
                          <a:latin typeface="Times New Roman" panose="02020603050405020304" pitchFamily="18"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1" lang="en-US" altLang="zh-CN" sz="1200" b="1" i="0" u="none" strike="noStrike" cap="none" normalizeH="0" baseline="0">
                          <a:ln>
                            <a:noFill/>
                          </a:ln>
                          <a:solidFill>
                            <a:srgbClr val="33CCFF"/>
                          </a:solidFill>
                          <a:effectLst/>
                          <a:latin typeface="Times New Roman" panose="02020603050405020304" pitchFamily="18" charset="0"/>
                          <a:ea typeface="宋体" panose="02010600030101010101" pitchFamily="2" charset="-122"/>
                          <a:cs typeface="Times New Roman" panose="02020603050405020304" pitchFamily="18" charset="0"/>
                        </a:rPr>
                        <a:t>VRML 1.0</a:t>
                      </a:r>
                      <a:endParaRPr kumimoji="1" lang="en-US" altLang="zh-CN" sz="1200" b="1" i="0" u="none" strike="noStrike" cap="none" normalizeH="0" baseline="0">
                        <a:ln>
                          <a:noFill/>
                        </a:ln>
                        <a:solidFill>
                          <a:srgbClr val="33CCFF"/>
                        </a:solidFill>
                        <a:effectLst/>
                        <a:latin typeface="Times New Roman" panose="02020603050405020304" pitchFamily="18" charset="0"/>
                        <a:ea typeface="宋体" panose="02010600030101010101" pitchFamily="2" charset="-122"/>
                        <a:cs typeface="Times New Roman" panose="02020603050405020304" pitchFamily="18" charset="0"/>
                      </a:endParaRPr>
                    </a:p>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1200" b="1" i="0" u="none" strike="noStrike" cap="none" normalizeH="0" baseline="0">
                          <a:ln>
                            <a:noFill/>
                          </a:ln>
                          <a:solidFill>
                            <a:srgbClr val="33CCFF"/>
                          </a:solidFill>
                          <a:effectLst/>
                          <a:latin typeface="Times New Roman" panose="02020603050405020304" pitchFamily="18" charset="0"/>
                          <a:ea typeface="宋体" panose="02010600030101010101" pitchFamily="2" charset="-122"/>
                          <a:cs typeface="Times New Roman" panose="02020603050405020304" pitchFamily="18" charset="0"/>
                        </a:rPr>
                        <a:t>VRML 97</a:t>
                      </a:r>
                      <a:endParaRPr kumimoji="1" lang="en-US" altLang="zh-CN" sz="1200" b="1" i="0" u="none" strike="noStrike" cap="none" normalizeH="0" baseline="0">
                        <a:ln>
                          <a:noFill/>
                        </a:ln>
                        <a:solidFill>
                          <a:srgbClr val="33CCFF"/>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55000"/>
                        <a:buFont typeface="Wingdings" panose="05000000000000000000" pitchFamily="2" charset="2"/>
                        <a:defRPr kumimoji="1" sz="2400">
                          <a:solidFill>
                            <a:schemeClr val="tx1"/>
                          </a:solidFill>
                          <a:latin typeface="Times New Roman" panose="02020603050405020304" pitchFamily="18" charset="0"/>
                          <a:ea typeface="宋体" panose="02010600030101010101" pitchFamily="2" charset="-122"/>
                        </a:defRPr>
                      </a:lvl2pPr>
                      <a:lvl3pPr marL="1085850" indent="-228600">
                        <a:spcBef>
                          <a:spcPct val="20000"/>
                        </a:spcBef>
                        <a:buClr>
                          <a:schemeClr val="accent2"/>
                        </a:buClr>
                        <a:buSzPct val="65000"/>
                        <a:buFont typeface="Wingdings" panose="05000000000000000000" pitchFamily="2" charset="2"/>
                        <a:defRPr kumimoji="1" sz="2000">
                          <a:solidFill>
                            <a:schemeClr val="tx1"/>
                          </a:solidFill>
                          <a:latin typeface="Times New Roman" panose="02020603050405020304" pitchFamily="18" charset="0"/>
                          <a:ea typeface="宋体" panose="02010600030101010101" pitchFamily="2" charset="-122"/>
                        </a:defRPr>
                      </a:lvl3pPr>
                      <a:lvl4pPr marL="1428750" indent="-228600">
                        <a:spcBef>
                          <a:spcPct val="20000"/>
                        </a:spcBef>
                        <a:buClr>
                          <a:schemeClr val="accent2"/>
                        </a:buClr>
                        <a:buSzPct val="8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marL="1771650" indent="-228600">
                        <a:spcBef>
                          <a:spcPct val="20000"/>
                        </a:spcBef>
                        <a:buClr>
                          <a:schemeClr val="accent2"/>
                        </a:buClr>
                        <a:buSzPct val="80000"/>
                        <a:buFont typeface="Wingdings" panose="05000000000000000000" pitchFamily="2" charset="2"/>
                        <a:defRPr kumimoji="1" sz="1600">
                          <a:solidFill>
                            <a:schemeClr val="tx1"/>
                          </a:solidFill>
                          <a:latin typeface="Times New Roman" panose="02020603050405020304" pitchFamily="18" charset="0"/>
                          <a:ea typeface="宋体" panose="02010600030101010101" pitchFamily="2" charset="-122"/>
                        </a:defRPr>
                      </a:lvl5pPr>
                      <a:lvl6pPr marL="2228850" indent="-228600" fontAlgn="base">
                        <a:spcBef>
                          <a:spcPct val="20000"/>
                        </a:spcBef>
                        <a:spcAft>
                          <a:spcPct val="0"/>
                        </a:spcAft>
                        <a:buClr>
                          <a:schemeClr val="accent2"/>
                        </a:buClr>
                        <a:buSzPct val="80000"/>
                        <a:buFont typeface="Wingdings" panose="05000000000000000000" pitchFamily="2" charset="2"/>
                        <a:defRPr kumimoji="1" sz="1600">
                          <a:solidFill>
                            <a:schemeClr val="tx1"/>
                          </a:solidFill>
                          <a:latin typeface="Times New Roman" panose="02020603050405020304" pitchFamily="18" charset="0"/>
                          <a:ea typeface="宋体" panose="02010600030101010101" pitchFamily="2" charset="-122"/>
                        </a:defRPr>
                      </a:lvl6pPr>
                      <a:lvl7pPr marL="2686050" indent="-228600" fontAlgn="base">
                        <a:spcBef>
                          <a:spcPct val="20000"/>
                        </a:spcBef>
                        <a:spcAft>
                          <a:spcPct val="0"/>
                        </a:spcAft>
                        <a:buClr>
                          <a:schemeClr val="accent2"/>
                        </a:buClr>
                        <a:buSzPct val="80000"/>
                        <a:buFont typeface="Wingdings" panose="05000000000000000000" pitchFamily="2" charset="2"/>
                        <a:defRPr kumimoji="1" sz="1600">
                          <a:solidFill>
                            <a:schemeClr val="tx1"/>
                          </a:solidFill>
                          <a:latin typeface="Times New Roman" panose="02020603050405020304" pitchFamily="18" charset="0"/>
                          <a:ea typeface="宋体" panose="02010600030101010101" pitchFamily="2" charset="-122"/>
                        </a:defRPr>
                      </a:lvl7pPr>
                      <a:lvl8pPr marL="3143250" indent="-228600" fontAlgn="base">
                        <a:spcBef>
                          <a:spcPct val="20000"/>
                        </a:spcBef>
                        <a:spcAft>
                          <a:spcPct val="0"/>
                        </a:spcAft>
                        <a:buClr>
                          <a:schemeClr val="accent2"/>
                        </a:buClr>
                        <a:buSzPct val="80000"/>
                        <a:buFont typeface="Wingdings" panose="05000000000000000000" pitchFamily="2" charset="2"/>
                        <a:defRPr kumimoji="1" sz="1600">
                          <a:solidFill>
                            <a:schemeClr val="tx1"/>
                          </a:solidFill>
                          <a:latin typeface="Times New Roman" panose="02020603050405020304" pitchFamily="18" charset="0"/>
                          <a:ea typeface="宋体" panose="02010600030101010101" pitchFamily="2" charset="-122"/>
                        </a:defRPr>
                      </a:lvl8pPr>
                      <a:lvl9pPr marL="3600450" indent="-228600" fontAlgn="base">
                        <a:spcBef>
                          <a:spcPct val="20000"/>
                        </a:spcBef>
                        <a:spcAft>
                          <a:spcPct val="0"/>
                        </a:spcAft>
                        <a:buClr>
                          <a:schemeClr val="accent2"/>
                        </a:buClr>
                        <a:buSzPct val="80000"/>
                        <a:buFont typeface="Wingdings" panose="05000000000000000000" pitchFamily="2" charset="2"/>
                        <a:defRPr kumimoji="1" sz="1600">
                          <a:solidFill>
                            <a:schemeClr val="tx1"/>
                          </a:solidFill>
                          <a:latin typeface="Times New Roman" panose="02020603050405020304" pitchFamily="18"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1" lang="en-US" altLang="zh-CN" sz="1200" b="1" i="0" u="none" strike="noStrike" cap="none" normalizeH="0" baseline="0">
                          <a:ln>
                            <a:noFill/>
                          </a:ln>
                          <a:solidFill>
                            <a:srgbClr val="33CCFF"/>
                          </a:solidFill>
                          <a:effectLst/>
                          <a:latin typeface="Times New Roman" panose="02020603050405020304" pitchFamily="18" charset="0"/>
                          <a:ea typeface="宋体" panose="02010600030101010101" pitchFamily="2" charset="-122"/>
                          <a:cs typeface="Times New Roman" panose="02020603050405020304" pitchFamily="18" charset="0"/>
                        </a:rPr>
                        <a:t>Windows95/NT</a:t>
                      </a:r>
                      <a:endParaRPr kumimoji="1" lang="en-US" altLang="zh-CN" sz="1200" b="1" i="0" u="none" strike="noStrike" cap="none" normalizeH="0" baseline="0">
                        <a:ln>
                          <a:noFill/>
                        </a:ln>
                        <a:solidFill>
                          <a:srgbClr val="33CCFF"/>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noFill/>
                  </a:tcPr>
                </a:tc>
              </a:tr>
              <a:tr h="422275">
                <a:tc>
                  <a:txBody>
                    <a:bodyPr/>
                    <a:lstStyle>
                      <a:lvl1pPr marL="342900" indent="-342900">
                        <a:spcBef>
                          <a:spcPct val="20000"/>
                        </a:spcBef>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55000"/>
                        <a:buFont typeface="Wingdings" panose="05000000000000000000" pitchFamily="2" charset="2"/>
                        <a:defRPr kumimoji="1" sz="2400">
                          <a:solidFill>
                            <a:schemeClr val="tx1"/>
                          </a:solidFill>
                          <a:latin typeface="Times New Roman" panose="02020603050405020304" pitchFamily="18" charset="0"/>
                          <a:ea typeface="宋体" panose="02010600030101010101" pitchFamily="2" charset="-122"/>
                        </a:defRPr>
                      </a:lvl2pPr>
                      <a:lvl3pPr marL="1085850" indent="-228600">
                        <a:spcBef>
                          <a:spcPct val="20000"/>
                        </a:spcBef>
                        <a:buClr>
                          <a:schemeClr val="accent2"/>
                        </a:buClr>
                        <a:buSzPct val="65000"/>
                        <a:buFont typeface="Wingdings" panose="05000000000000000000" pitchFamily="2" charset="2"/>
                        <a:defRPr kumimoji="1" sz="2000">
                          <a:solidFill>
                            <a:schemeClr val="tx1"/>
                          </a:solidFill>
                          <a:latin typeface="Times New Roman" panose="02020603050405020304" pitchFamily="18" charset="0"/>
                          <a:ea typeface="宋体" panose="02010600030101010101" pitchFamily="2" charset="-122"/>
                        </a:defRPr>
                      </a:lvl3pPr>
                      <a:lvl4pPr marL="1428750" indent="-228600">
                        <a:spcBef>
                          <a:spcPct val="20000"/>
                        </a:spcBef>
                        <a:buClr>
                          <a:schemeClr val="accent2"/>
                        </a:buClr>
                        <a:buSzPct val="8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marL="1771650" indent="-228600">
                        <a:spcBef>
                          <a:spcPct val="20000"/>
                        </a:spcBef>
                        <a:buClr>
                          <a:schemeClr val="accent2"/>
                        </a:buClr>
                        <a:buSzPct val="80000"/>
                        <a:buFont typeface="Wingdings" panose="05000000000000000000" pitchFamily="2" charset="2"/>
                        <a:defRPr kumimoji="1" sz="1600">
                          <a:solidFill>
                            <a:schemeClr val="tx1"/>
                          </a:solidFill>
                          <a:latin typeface="Times New Roman" panose="02020603050405020304" pitchFamily="18" charset="0"/>
                          <a:ea typeface="宋体" panose="02010600030101010101" pitchFamily="2" charset="-122"/>
                        </a:defRPr>
                      </a:lvl5pPr>
                      <a:lvl6pPr marL="2228850" indent="-228600" fontAlgn="base">
                        <a:spcBef>
                          <a:spcPct val="20000"/>
                        </a:spcBef>
                        <a:spcAft>
                          <a:spcPct val="0"/>
                        </a:spcAft>
                        <a:buClr>
                          <a:schemeClr val="accent2"/>
                        </a:buClr>
                        <a:buSzPct val="80000"/>
                        <a:buFont typeface="Wingdings" panose="05000000000000000000" pitchFamily="2" charset="2"/>
                        <a:defRPr kumimoji="1" sz="1600">
                          <a:solidFill>
                            <a:schemeClr val="tx1"/>
                          </a:solidFill>
                          <a:latin typeface="Times New Roman" panose="02020603050405020304" pitchFamily="18" charset="0"/>
                          <a:ea typeface="宋体" panose="02010600030101010101" pitchFamily="2" charset="-122"/>
                        </a:defRPr>
                      </a:lvl6pPr>
                      <a:lvl7pPr marL="2686050" indent="-228600" fontAlgn="base">
                        <a:spcBef>
                          <a:spcPct val="20000"/>
                        </a:spcBef>
                        <a:spcAft>
                          <a:spcPct val="0"/>
                        </a:spcAft>
                        <a:buClr>
                          <a:schemeClr val="accent2"/>
                        </a:buClr>
                        <a:buSzPct val="80000"/>
                        <a:buFont typeface="Wingdings" panose="05000000000000000000" pitchFamily="2" charset="2"/>
                        <a:defRPr kumimoji="1" sz="1600">
                          <a:solidFill>
                            <a:schemeClr val="tx1"/>
                          </a:solidFill>
                          <a:latin typeface="Times New Roman" panose="02020603050405020304" pitchFamily="18" charset="0"/>
                          <a:ea typeface="宋体" panose="02010600030101010101" pitchFamily="2" charset="-122"/>
                        </a:defRPr>
                      </a:lvl7pPr>
                      <a:lvl8pPr marL="3143250" indent="-228600" fontAlgn="base">
                        <a:spcBef>
                          <a:spcPct val="20000"/>
                        </a:spcBef>
                        <a:spcAft>
                          <a:spcPct val="0"/>
                        </a:spcAft>
                        <a:buClr>
                          <a:schemeClr val="accent2"/>
                        </a:buClr>
                        <a:buSzPct val="80000"/>
                        <a:buFont typeface="Wingdings" panose="05000000000000000000" pitchFamily="2" charset="2"/>
                        <a:defRPr kumimoji="1" sz="1600">
                          <a:solidFill>
                            <a:schemeClr val="tx1"/>
                          </a:solidFill>
                          <a:latin typeface="Times New Roman" panose="02020603050405020304" pitchFamily="18" charset="0"/>
                          <a:ea typeface="宋体" panose="02010600030101010101" pitchFamily="2" charset="-122"/>
                        </a:defRPr>
                      </a:lvl8pPr>
                      <a:lvl9pPr marL="3600450" indent="-228600" fontAlgn="base">
                        <a:spcBef>
                          <a:spcPct val="20000"/>
                        </a:spcBef>
                        <a:spcAft>
                          <a:spcPct val="0"/>
                        </a:spcAft>
                        <a:buClr>
                          <a:schemeClr val="accent2"/>
                        </a:buClr>
                        <a:buSzPct val="80000"/>
                        <a:buFont typeface="Wingdings" panose="05000000000000000000" pitchFamily="2" charset="2"/>
                        <a:defRPr kumimoji="1" sz="1600">
                          <a:solidFill>
                            <a:schemeClr val="tx1"/>
                          </a:solidFill>
                          <a:latin typeface="Times New Roman" panose="02020603050405020304" pitchFamily="18"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1" lang="en-US" altLang="zh-CN" sz="1200" b="1" i="0" u="none" strike="noStrike" cap="none" normalizeH="0" baseline="0">
                          <a:ln>
                            <a:noFill/>
                          </a:ln>
                          <a:solidFill>
                            <a:srgbClr val="33CCFF"/>
                          </a:solidFill>
                          <a:effectLst/>
                          <a:latin typeface="Times New Roman" panose="02020603050405020304" pitchFamily="18" charset="0"/>
                          <a:ea typeface="宋体" panose="02010600030101010101" pitchFamily="2" charset="-122"/>
                          <a:cs typeface="Times New Roman" panose="02020603050405020304" pitchFamily="18" charset="0"/>
                        </a:rPr>
                        <a:t>Blaxxun contact 4.1</a:t>
                      </a:r>
                      <a:endParaRPr kumimoji="1" lang="en-US" altLang="zh-CN" sz="1200" b="1" i="0" u="none" strike="noStrike" cap="none" normalizeH="0" baseline="0">
                        <a:ln>
                          <a:noFill/>
                        </a:ln>
                        <a:solidFill>
                          <a:srgbClr val="33CCFF"/>
                        </a:solidFill>
                        <a:effectLst/>
                        <a:latin typeface="Times New Roman" panose="02020603050405020304" pitchFamily="18" charset="0"/>
                        <a:ea typeface="宋体" panose="02010600030101010101" pitchFamily="2" charset="-122"/>
                        <a:cs typeface="Times New Roman" panose="02020603050405020304" pitchFamily="18" charset="0"/>
                      </a:endParaRPr>
                    </a:p>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1200" b="1" i="0" u="none" strike="noStrike" cap="none" normalizeH="0" baseline="0">
                          <a:ln>
                            <a:noFill/>
                          </a:ln>
                          <a:solidFill>
                            <a:srgbClr val="33CCFF"/>
                          </a:solidFill>
                          <a:effectLst/>
                          <a:latin typeface="Times New Roman" panose="02020603050405020304" pitchFamily="18" charset="0"/>
                          <a:ea typeface="宋体" panose="02010600030101010101" pitchFamily="2" charset="-122"/>
                          <a:cs typeface="Times New Roman" panose="02020603050405020304" pitchFamily="18" charset="0"/>
                        </a:rPr>
                        <a:t>(blaxxun interactive,inc.)</a:t>
                      </a:r>
                      <a:endParaRPr kumimoji="1" lang="en-US" altLang="zh-CN" sz="1200" b="1" i="0" u="none" strike="noStrike" cap="none" normalizeH="0" baseline="0">
                        <a:ln>
                          <a:noFill/>
                        </a:ln>
                        <a:solidFill>
                          <a:srgbClr val="33CCFF"/>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55000"/>
                        <a:buFont typeface="Wingdings" panose="05000000000000000000" pitchFamily="2" charset="2"/>
                        <a:defRPr kumimoji="1" sz="2400">
                          <a:solidFill>
                            <a:schemeClr val="tx1"/>
                          </a:solidFill>
                          <a:latin typeface="Times New Roman" panose="02020603050405020304" pitchFamily="18" charset="0"/>
                          <a:ea typeface="宋体" panose="02010600030101010101" pitchFamily="2" charset="-122"/>
                        </a:defRPr>
                      </a:lvl2pPr>
                      <a:lvl3pPr marL="1085850" indent="-228600">
                        <a:spcBef>
                          <a:spcPct val="20000"/>
                        </a:spcBef>
                        <a:buClr>
                          <a:schemeClr val="accent2"/>
                        </a:buClr>
                        <a:buSzPct val="65000"/>
                        <a:buFont typeface="Wingdings" panose="05000000000000000000" pitchFamily="2" charset="2"/>
                        <a:defRPr kumimoji="1" sz="2000">
                          <a:solidFill>
                            <a:schemeClr val="tx1"/>
                          </a:solidFill>
                          <a:latin typeface="Times New Roman" panose="02020603050405020304" pitchFamily="18" charset="0"/>
                          <a:ea typeface="宋体" panose="02010600030101010101" pitchFamily="2" charset="-122"/>
                        </a:defRPr>
                      </a:lvl3pPr>
                      <a:lvl4pPr marL="1428750" indent="-228600">
                        <a:spcBef>
                          <a:spcPct val="20000"/>
                        </a:spcBef>
                        <a:buClr>
                          <a:schemeClr val="accent2"/>
                        </a:buClr>
                        <a:buSzPct val="8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marL="1771650" indent="-228600">
                        <a:spcBef>
                          <a:spcPct val="20000"/>
                        </a:spcBef>
                        <a:buClr>
                          <a:schemeClr val="accent2"/>
                        </a:buClr>
                        <a:buSzPct val="80000"/>
                        <a:buFont typeface="Wingdings" panose="05000000000000000000" pitchFamily="2" charset="2"/>
                        <a:defRPr kumimoji="1" sz="1600">
                          <a:solidFill>
                            <a:schemeClr val="tx1"/>
                          </a:solidFill>
                          <a:latin typeface="Times New Roman" panose="02020603050405020304" pitchFamily="18" charset="0"/>
                          <a:ea typeface="宋体" panose="02010600030101010101" pitchFamily="2" charset="-122"/>
                        </a:defRPr>
                      </a:lvl5pPr>
                      <a:lvl6pPr marL="2228850" indent="-228600" fontAlgn="base">
                        <a:spcBef>
                          <a:spcPct val="20000"/>
                        </a:spcBef>
                        <a:spcAft>
                          <a:spcPct val="0"/>
                        </a:spcAft>
                        <a:buClr>
                          <a:schemeClr val="accent2"/>
                        </a:buClr>
                        <a:buSzPct val="80000"/>
                        <a:buFont typeface="Wingdings" panose="05000000000000000000" pitchFamily="2" charset="2"/>
                        <a:defRPr kumimoji="1" sz="1600">
                          <a:solidFill>
                            <a:schemeClr val="tx1"/>
                          </a:solidFill>
                          <a:latin typeface="Times New Roman" panose="02020603050405020304" pitchFamily="18" charset="0"/>
                          <a:ea typeface="宋体" panose="02010600030101010101" pitchFamily="2" charset="-122"/>
                        </a:defRPr>
                      </a:lvl6pPr>
                      <a:lvl7pPr marL="2686050" indent="-228600" fontAlgn="base">
                        <a:spcBef>
                          <a:spcPct val="20000"/>
                        </a:spcBef>
                        <a:spcAft>
                          <a:spcPct val="0"/>
                        </a:spcAft>
                        <a:buClr>
                          <a:schemeClr val="accent2"/>
                        </a:buClr>
                        <a:buSzPct val="80000"/>
                        <a:buFont typeface="Wingdings" panose="05000000000000000000" pitchFamily="2" charset="2"/>
                        <a:defRPr kumimoji="1" sz="1600">
                          <a:solidFill>
                            <a:schemeClr val="tx1"/>
                          </a:solidFill>
                          <a:latin typeface="Times New Roman" panose="02020603050405020304" pitchFamily="18" charset="0"/>
                          <a:ea typeface="宋体" panose="02010600030101010101" pitchFamily="2" charset="-122"/>
                        </a:defRPr>
                      </a:lvl7pPr>
                      <a:lvl8pPr marL="3143250" indent="-228600" fontAlgn="base">
                        <a:spcBef>
                          <a:spcPct val="20000"/>
                        </a:spcBef>
                        <a:spcAft>
                          <a:spcPct val="0"/>
                        </a:spcAft>
                        <a:buClr>
                          <a:schemeClr val="accent2"/>
                        </a:buClr>
                        <a:buSzPct val="80000"/>
                        <a:buFont typeface="Wingdings" panose="05000000000000000000" pitchFamily="2" charset="2"/>
                        <a:defRPr kumimoji="1" sz="1600">
                          <a:solidFill>
                            <a:schemeClr val="tx1"/>
                          </a:solidFill>
                          <a:latin typeface="Times New Roman" panose="02020603050405020304" pitchFamily="18" charset="0"/>
                          <a:ea typeface="宋体" panose="02010600030101010101" pitchFamily="2" charset="-122"/>
                        </a:defRPr>
                      </a:lvl8pPr>
                      <a:lvl9pPr marL="3600450" indent="-228600" fontAlgn="base">
                        <a:spcBef>
                          <a:spcPct val="20000"/>
                        </a:spcBef>
                        <a:spcAft>
                          <a:spcPct val="0"/>
                        </a:spcAft>
                        <a:buClr>
                          <a:schemeClr val="accent2"/>
                        </a:buClr>
                        <a:buSzPct val="80000"/>
                        <a:buFont typeface="Wingdings" panose="05000000000000000000" pitchFamily="2" charset="2"/>
                        <a:defRPr kumimoji="1" sz="1600">
                          <a:solidFill>
                            <a:schemeClr val="tx1"/>
                          </a:solidFill>
                          <a:latin typeface="Times New Roman" panose="02020603050405020304" pitchFamily="18"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1" lang="en-US" altLang="zh-CN" sz="1200" b="1" i="0" u="none" strike="noStrike" cap="none" normalizeH="0" baseline="0">
                          <a:ln>
                            <a:noFill/>
                          </a:ln>
                          <a:solidFill>
                            <a:srgbClr val="33CCFF"/>
                          </a:solidFill>
                          <a:effectLst/>
                          <a:latin typeface="Times New Roman" panose="02020603050405020304" pitchFamily="18" charset="0"/>
                          <a:ea typeface="宋体" panose="02010600030101010101" pitchFamily="2" charset="-122"/>
                          <a:cs typeface="Times New Roman" panose="02020603050405020304" pitchFamily="18" charset="0"/>
                        </a:rPr>
                        <a:t>VRML 1.0</a:t>
                      </a:r>
                      <a:endParaRPr kumimoji="1" lang="en-US" altLang="zh-CN" sz="1200" b="1" i="0" u="none" strike="noStrike" cap="none" normalizeH="0" baseline="0">
                        <a:ln>
                          <a:noFill/>
                        </a:ln>
                        <a:solidFill>
                          <a:srgbClr val="33CCFF"/>
                        </a:solidFill>
                        <a:effectLst/>
                        <a:latin typeface="Times New Roman" panose="02020603050405020304" pitchFamily="18" charset="0"/>
                        <a:ea typeface="宋体" panose="02010600030101010101" pitchFamily="2" charset="-122"/>
                        <a:cs typeface="Times New Roman" panose="02020603050405020304" pitchFamily="18" charset="0"/>
                      </a:endParaRPr>
                    </a:p>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1200" b="1" i="0" u="none" strike="noStrike" cap="none" normalizeH="0" baseline="0">
                          <a:ln>
                            <a:noFill/>
                          </a:ln>
                          <a:solidFill>
                            <a:srgbClr val="33CCFF"/>
                          </a:solidFill>
                          <a:effectLst/>
                          <a:latin typeface="Times New Roman" panose="02020603050405020304" pitchFamily="18" charset="0"/>
                          <a:ea typeface="宋体" panose="02010600030101010101" pitchFamily="2" charset="-122"/>
                          <a:cs typeface="Times New Roman" panose="02020603050405020304" pitchFamily="18" charset="0"/>
                        </a:rPr>
                        <a:t>VRML 97</a:t>
                      </a:r>
                      <a:endParaRPr kumimoji="1" lang="en-US" altLang="zh-CN" sz="1200" b="1" i="0" u="none" strike="noStrike" cap="none" normalizeH="0" baseline="0">
                        <a:ln>
                          <a:noFill/>
                        </a:ln>
                        <a:solidFill>
                          <a:srgbClr val="33CCFF"/>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55000"/>
                        <a:buFont typeface="Wingdings" panose="05000000000000000000" pitchFamily="2" charset="2"/>
                        <a:defRPr kumimoji="1" sz="2400">
                          <a:solidFill>
                            <a:schemeClr val="tx1"/>
                          </a:solidFill>
                          <a:latin typeface="Times New Roman" panose="02020603050405020304" pitchFamily="18" charset="0"/>
                          <a:ea typeface="宋体" panose="02010600030101010101" pitchFamily="2" charset="-122"/>
                        </a:defRPr>
                      </a:lvl2pPr>
                      <a:lvl3pPr marL="1085850" indent="-228600">
                        <a:spcBef>
                          <a:spcPct val="20000"/>
                        </a:spcBef>
                        <a:buClr>
                          <a:schemeClr val="accent2"/>
                        </a:buClr>
                        <a:buSzPct val="65000"/>
                        <a:buFont typeface="Wingdings" panose="05000000000000000000" pitchFamily="2" charset="2"/>
                        <a:defRPr kumimoji="1" sz="2000">
                          <a:solidFill>
                            <a:schemeClr val="tx1"/>
                          </a:solidFill>
                          <a:latin typeface="Times New Roman" panose="02020603050405020304" pitchFamily="18" charset="0"/>
                          <a:ea typeface="宋体" panose="02010600030101010101" pitchFamily="2" charset="-122"/>
                        </a:defRPr>
                      </a:lvl3pPr>
                      <a:lvl4pPr marL="1428750" indent="-228600">
                        <a:spcBef>
                          <a:spcPct val="20000"/>
                        </a:spcBef>
                        <a:buClr>
                          <a:schemeClr val="accent2"/>
                        </a:buClr>
                        <a:buSzPct val="8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marL="1771650" indent="-228600">
                        <a:spcBef>
                          <a:spcPct val="20000"/>
                        </a:spcBef>
                        <a:buClr>
                          <a:schemeClr val="accent2"/>
                        </a:buClr>
                        <a:buSzPct val="80000"/>
                        <a:buFont typeface="Wingdings" panose="05000000000000000000" pitchFamily="2" charset="2"/>
                        <a:defRPr kumimoji="1" sz="1600">
                          <a:solidFill>
                            <a:schemeClr val="tx1"/>
                          </a:solidFill>
                          <a:latin typeface="Times New Roman" panose="02020603050405020304" pitchFamily="18" charset="0"/>
                          <a:ea typeface="宋体" panose="02010600030101010101" pitchFamily="2" charset="-122"/>
                        </a:defRPr>
                      </a:lvl5pPr>
                      <a:lvl6pPr marL="2228850" indent="-228600" fontAlgn="base">
                        <a:spcBef>
                          <a:spcPct val="20000"/>
                        </a:spcBef>
                        <a:spcAft>
                          <a:spcPct val="0"/>
                        </a:spcAft>
                        <a:buClr>
                          <a:schemeClr val="accent2"/>
                        </a:buClr>
                        <a:buSzPct val="80000"/>
                        <a:buFont typeface="Wingdings" panose="05000000000000000000" pitchFamily="2" charset="2"/>
                        <a:defRPr kumimoji="1" sz="1600">
                          <a:solidFill>
                            <a:schemeClr val="tx1"/>
                          </a:solidFill>
                          <a:latin typeface="Times New Roman" panose="02020603050405020304" pitchFamily="18" charset="0"/>
                          <a:ea typeface="宋体" panose="02010600030101010101" pitchFamily="2" charset="-122"/>
                        </a:defRPr>
                      </a:lvl6pPr>
                      <a:lvl7pPr marL="2686050" indent="-228600" fontAlgn="base">
                        <a:spcBef>
                          <a:spcPct val="20000"/>
                        </a:spcBef>
                        <a:spcAft>
                          <a:spcPct val="0"/>
                        </a:spcAft>
                        <a:buClr>
                          <a:schemeClr val="accent2"/>
                        </a:buClr>
                        <a:buSzPct val="80000"/>
                        <a:buFont typeface="Wingdings" panose="05000000000000000000" pitchFamily="2" charset="2"/>
                        <a:defRPr kumimoji="1" sz="1600">
                          <a:solidFill>
                            <a:schemeClr val="tx1"/>
                          </a:solidFill>
                          <a:latin typeface="Times New Roman" panose="02020603050405020304" pitchFamily="18" charset="0"/>
                          <a:ea typeface="宋体" panose="02010600030101010101" pitchFamily="2" charset="-122"/>
                        </a:defRPr>
                      </a:lvl7pPr>
                      <a:lvl8pPr marL="3143250" indent="-228600" fontAlgn="base">
                        <a:spcBef>
                          <a:spcPct val="20000"/>
                        </a:spcBef>
                        <a:spcAft>
                          <a:spcPct val="0"/>
                        </a:spcAft>
                        <a:buClr>
                          <a:schemeClr val="accent2"/>
                        </a:buClr>
                        <a:buSzPct val="80000"/>
                        <a:buFont typeface="Wingdings" panose="05000000000000000000" pitchFamily="2" charset="2"/>
                        <a:defRPr kumimoji="1" sz="1600">
                          <a:solidFill>
                            <a:schemeClr val="tx1"/>
                          </a:solidFill>
                          <a:latin typeface="Times New Roman" panose="02020603050405020304" pitchFamily="18" charset="0"/>
                          <a:ea typeface="宋体" panose="02010600030101010101" pitchFamily="2" charset="-122"/>
                        </a:defRPr>
                      </a:lvl8pPr>
                      <a:lvl9pPr marL="3600450" indent="-228600" fontAlgn="base">
                        <a:spcBef>
                          <a:spcPct val="20000"/>
                        </a:spcBef>
                        <a:spcAft>
                          <a:spcPct val="0"/>
                        </a:spcAft>
                        <a:buClr>
                          <a:schemeClr val="accent2"/>
                        </a:buClr>
                        <a:buSzPct val="80000"/>
                        <a:buFont typeface="Wingdings" panose="05000000000000000000" pitchFamily="2" charset="2"/>
                        <a:defRPr kumimoji="1" sz="1600">
                          <a:solidFill>
                            <a:schemeClr val="tx1"/>
                          </a:solidFill>
                          <a:latin typeface="Times New Roman" panose="02020603050405020304" pitchFamily="18"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1" lang="en-US" altLang="zh-CN" sz="1200" b="1" i="0" u="none" strike="noStrike" cap="none" normalizeH="0" baseline="0">
                          <a:ln>
                            <a:noFill/>
                          </a:ln>
                          <a:solidFill>
                            <a:srgbClr val="33CCFF"/>
                          </a:solidFill>
                          <a:effectLst/>
                          <a:latin typeface="Times New Roman" panose="02020603050405020304" pitchFamily="18" charset="0"/>
                          <a:ea typeface="宋体" panose="02010600030101010101" pitchFamily="2" charset="-122"/>
                          <a:cs typeface="Times New Roman" panose="02020603050405020304" pitchFamily="18" charset="0"/>
                        </a:rPr>
                        <a:t>Windows95/NT</a:t>
                      </a:r>
                      <a:endParaRPr kumimoji="1" lang="en-US" altLang="zh-CN" sz="1200" b="1" i="0" u="none" strike="noStrike" cap="none" normalizeH="0" baseline="0">
                        <a:ln>
                          <a:noFill/>
                        </a:ln>
                        <a:solidFill>
                          <a:srgbClr val="33CCFF"/>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noFill/>
                  </a:tcPr>
                </a:tc>
              </a:tr>
              <a:tr h="760413">
                <a:tc>
                  <a:txBody>
                    <a:bodyPr/>
                    <a:lstStyle>
                      <a:lvl1pPr marL="342900" indent="-342900">
                        <a:spcBef>
                          <a:spcPct val="20000"/>
                        </a:spcBef>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55000"/>
                        <a:buFont typeface="Wingdings" panose="05000000000000000000" pitchFamily="2" charset="2"/>
                        <a:defRPr kumimoji="1" sz="2400">
                          <a:solidFill>
                            <a:schemeClr val="tx1"/>
                          </a:solidFill>
                          <a:latin typeface="Times New Roman" panose="02020603050405020304" pitchFamily="18" charset="0"/>
                          <a:ea typeface="宋体" panose="02010600030101010101" pitchFamily="2" charset="-122"/>
                        </a:defRPr>
                      </a:lvl2pPr>
                      <a:lvl3pPr marL="1085850" indent="-228600">
                        <a:spcBef>
                          <a:spcPct val="20000"/>
                        </a:spcBef>
                        <a:buClr>
                          <a:schemeClr val="accent2"/>
                        </a:buClr>
                        <a:buSzPct val="65000"/>
                        <a:buFont typeface="Wingdings" panose="05000000000000000000" pitchFamily="2" charset="2"/>
                        <a:defRPr kumimoji="1" sz="2000">
                          <a:solidFill>
                            <a:schemeClr val="tx1"/>
                          </a:solidFill>
                          <a:latin typeface="Times New Roman" panose="02020603050405020304" pitchFamily="18" charset="0"/>
                          <a:ea typeface="宋体" panose="02010600030101010101" pitchFamily="2" charset="-122"/>
                        </a:defRPr>
                      </a:lvl3pPr>
                      <a:lvl4pPr marL="1428750" indent="-228600">
                        <a:spcBef>
                          <a:spcPct val="20000"/>
                        </a:spcBef>
                        <a:buClr>
                          <a:schemeClr val="accent2"/>
                        </a:buClr>
                        <a:buSzPct val="8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marL="1771650" indent="-228600">
                        <a:spcBef>
                          <a:spcPct val="20000"/>
                        </a:spcBef>
                        <a:buClr>
                          <a:schemeClr val="accent2"/>
                        </a:buClr>
                        <a:buSzPct val="80000"/>
                        <a:buFont typeface="Wingdings" panose="05000000000000000000" pitchFamily="2" charset="2"/>
                        <a:defRPr kumimoji="1" sz="1600">
                          <a:solidFill>
                            <a:schemeClr val="tx1"/>
                          </a:solidFill>
                          <a:latin typeface="Times New Roman" panose="02020603050405020304" pitchFamily="18" charset="0"/>
                          <a:ea typeface="宋体" panose="02010600030101010101" pitchFamily="2" charset="-122"/>
                        </a:defRPr>
                      </a:lvl5pPr>
                      <a:lvl6pPr marL="2228850" indent="-228600" fontAlgn="base">
                        <a:spcBef>
                          <a:spcPct val="20000"/>
                        </a:spcBef>
                        <a:spcAft>
                          <a:spcPct val="0"/>
                        </a:spcAft>
                        <a:buClr>
                          <a:schemeClr val="accent2"/>
                        </a:buClr>
                        <a:buSzPct val="80000"/>
                        <a:buFont typeface="Wingdings" panose="05000000000000000000" pitchFamily="2" charset="2"/>
                        <a:defRPr kumimoji="1" sz="1600">
                          <a:solidFill>
                            <a:schemeClr val="tx1"/>
                          </a:solidFill>
                          <a:latin typeface="Times New Roman" panose="02020603050405020304" pitchFamily="18" charset="0"/>
                          <a:ea typeface="宋体" panose="02010600030101010101" pitchFamily="2" charset="-122"/>
                        </a:defRPr>
                      </a:lvl6pPr>
                      <a:lvl7pPr marL="2686050" indent="-228600" fontAlgn="base">
                        <a:spcBef>
                          <a:spcPct val="20000"/>
                        </a:spcBef>
                        <a:spcAft>
                          <a:spcPct val="0"/>
                        </a:spcAft>
                        <a:buClr>
                          <a:schemeClr val="accent2"/>
                        </a:buClr>
                        <a:buSzPct val="80000"/>
                        <a:buFont typeface="Wingdings" panose="05000000000000000000" pitchFamily="2" charset="2"/>
                        <a:defRPr kumimoji="1" sz="1600">
                          <a:solidFill>
                            <a:schemeClr val="tx1"/>
                          </a:solidFill>
                          <a:latin typeface="Times New Roman" panose="02020603050405020304" pitchFamily="18" charset="0"/>
                          <a:ea typeface="宋体" panose="02010600030101010101" pitchFamily="2" charset="-122"/>
                        </a:defRPr>
                      </a:lvl7pPr>
                      <a:lvl8pPr marL="3143250" indent="-228600" fontAlgn="base">
                        <a:spcBef>
                          <a:spcPct val="20000"/>
                        </a:spcBef>
                        <a:spcAft>
                          <a:spcPct val="0"/>
                        </a:spcAft>
                        <a:buClr>
                          <a:schemeClr val="accent2"/>
                        </a:buClr>
                        <a:buSzPct val="80000"/>
                        <a:buFont typeface="Wingdings" panose="05000000000000000000" pitchFamily="2" charset="2"/>
                        <a:defRPr kumimoji="1" sz="1600">
                          <a:solidFill>
                            <a:schemeClr val="tx1"/>
                          </a:solidFill>
                          <a:latin typeface="Times New Roman" panose="02020603050405020304" pitchFamily="18" charset="0"/>
                          <a:ea typeface="宋体" panose="02010600030101010101" pitchFamily="2" charset="-122"/>
                        </a:defRPr>
                      </a:lvl8pPr>
                      <a:lvl9pPr marL="3600450" indent="-228600" fontAlgn="base">
                        <a:spcBef>
                          <a:spcPct val="20000"/>
                        </a:spcBef>
                        <a:spcAft>
                          <a:spcPct val="0"/>
                        </a:spcAft>
                        <a:buClr>
                          <a:schemeClr val="accent2"/>
                        </a:buClr>
                        <a:buSzPct val="80000"/>
                        <a:buFont typeface="Wingdings" panose="05000000000000000000" pitchFamily="2" charset="2"/>
                        <a:defRPr kumimoji="1" sz="1600">
                          <a:solidFill>
                            <a:schemeClr val="tx1"/>
                          </a:solidFill>
                          <a:latin typeface="Times New Roman" panose="02020603050405020304" pitchFamily="18"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1" lang="en-US" altLang="zh-CN" sz="1200" b="1" i="0" u="none" strike="noStrike" cap="none" normalizeH="0" baseline="0">
                          <a:ln>
                            <a:noFill/>
                          </a:ln>
                          <a:solidFill>
                            <a:srgbClr val="33CCFF"/>
                          </a:solidFill>
                          <a:effectLst/>
                          <a:latin typeface="Times New Roman" panose="02020603050405020304" pitchFamily="18" charset="0"/>
                          <a:ea typeface="宋体" panose="02010600030101010101" pitchFamily="2" charset="-122"/>
                          <a:cs typeface="Times New Roman" panose="02020603050405020304" pitchFamily="18" charset="0"/>
                        </a:rPr>
                        <a:t>CASUS Presenter</a:t>
                      </a:r>
                      <a:endParaRPr kumimoji="1" lang="en-US" altLang="zh-CN" sz="1200" b="1" i="0" u="none" strike="noStrike" cap="none" normalizeH="0" baseline="0">
                        <a:ln>
                          <a:noFill/>
                        </a:ln>
                        <a:solidFill>
                          <a:srgbClr val="33CCFF"/>
                        </a:solidFill>
                        <a:effectLst/>
                        <a:latin typeface="Times New Roman" panose="02020603050405020304" pitchFamily="18" charset="0"/>
                        <a:ea typeface="宋体" panose="02010600030101010101" pitchFamily="2" charset="-122"/>
                        <a:cs typeface="Times New Roman" panose="02020603050405020304" pitchFamily="18" charset="0"/>
                      </a:endParaRPr>
                    </a:p>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1200" b="1" i="0" u="none" strike="noStrike" cap="none" normalizeH="0" baseline="0">
                          <a:ln>
                            <a:noFill/>
                          </a:ln>
                          <a:solidFill>
                            <a:srgbClr val="33CCFF"/>
                          </a:solidFill>
                          <a:effectLst/>
                          <a:latin typeface="Times New Roman" panose="02020603050405020304" pitchFamily="18" charset="0"/>
                          <a:ea typeface="宋体" panose="02010600030101010101" pitchFamily="2" charset="-122"/>
                          <a:cs typeface="Times New Roman" panose="02020603050405020304" pitchFamily="18" charset="0"/>
                        </a:rPr>
                        <a:t>(Fraunhofer Institute for </a:t>
                      </a:r>
                      <a:endParaRPr kumimoji="1" lang="en-US" altLang="zh-CN" sz="1200" b="1" i="0" u="none" strike="noStrike" cap="none" normalizeH="0" baseline="0">
                        <a:ln>
                          <a:noFill/>
                        </a:ln>
                        <a:solidFill>
                          <a:srgbClr val="33CCFF"/>
                        </a:solidFill>
                        <a:effectLst/>
                        <a:latin typeface="Times New Roman" panose="02020603050405020304" pitchFamily="18" charset="0"/>
                        <a:ea typeface="宋体" panose="02010600030101010101" pitchFamily="2" charset="-122"/>
                        <a:cs typeface="Times New Roman" panose="02020603050405020304" pitchFamily="18" charset="0"/>
                      </a:endParaRPr>
                    </a:p>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1200" b="1" i="0" u="none" strike="noStrike" cap="none" normalizeH="0" baseline="0">
                          <a:ln>
                            <a:noFill/>
                          </a:ln>
                          <a:solidFill>
                            <a:srgbClr val="33CCFF"/>
                          </a:solidFill>
                          <a:effectLst/>
                          <a:latin typeface="Times New Roman" panose="02020603050405020304" pitchFamily="18" charset="0"/>
                          <a:ea typeface="宋体" panose="02010600030101010101" pitchFamily="2" charset="-122"/>
                          <a:cs typeface="Times New Roman" panose="02020603050405020304" pitchFamily="18" charset="0"/>
                        </a:rPr>
                        <a:t>Computer Graphics)</a:t>
                      </a:r>
                      <a:endParaRPr kumimoji="1" lang="en-US" altLang="zh-CN" sz="1200" b="1" i="0" u="none" strike="noStrike" cap="none" normalizeH="0" baseline="0">
                        <a:ln>
                          <a:noFill/>
                        </a:ln>
                        <a:solidFill>
                          <a:srgbClr val="33CCFF"/>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55000"/>
                        <a:buFont typeface="Wingdings" panose="05000000000000000000" pitchFamily="2" charset="2"/>
                        <a:defRPr kumimoji="1" sz="2400">
                          <a:solidFill>
                            <a:schemeClr val="tx1"/>
                          </a:solidFill>
                          <a:latin typeface="Times New Roman" panose="02020603050405020304" pitchFamily="18" charset="0"/>
                          <a:ea typeface="宋体" panose="02010600030101010101" pitchFamily="2" charset="-122"/>
                        </a:defRPr>
                      </a:lvl2pPr>
                      <a:lvl3pPr marL="1085850" indent="-228600">
                        <a:spcBef>
                          <a:spcPct val="20000"/>
                        </a:spcBef>
                        <a:buClr>
                          <a:schemeClr val="accent2"/>
                        </a:buClr>
                        <a:buSzPct val="65000"/>
                        <a:buFont typeface="Wingdings" panose="05000000000000000000" pitchFamily="2" charset="2"/>
                        <a:defRPr kumimoji="1" sz="2000">
                          <a:solidFill>
                            <a:schemeClr val="tx1"/>
                          </a:solidFill>
                          <a:latin typeface="Times New Roman" panose="02020603050405020304" pitchFamily="18" charset="0"/>
                          <a:ea typeface="宋体" panose="02010600030101010101" pitchFamily="2" charset="-122"/>
                        </a:defRPr>
                      </a:lvl3pPr>
                      <a:lvl4pPr marL="1428750" indent="-228600">
                        <a:spcBef>
                          <a:spcPct val="20000"/>
                        </a:spcBef>
                        <a:buClr>
                          <a:schemeClr val="accent2"/>
                        </a:buClr>
                        <a:buSzPct val="8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marL="1771650" indent="-228600">
                        <a:spcBef>
                          <a:spcPct val="20000"/>
                        </a:spcBef>
                        <a:buClr>
                          <a:schemeClr val="accent2"/>
                        </a:buClr>
                        <a:buSzPct val="80000"/>
                        <a:buFont typeface="Wingdings" panose="05000000000000000000" pitchFamily="2" charset="2"/>
                        <a:defRPr kumimoji="1" sz="1600">
                          <a:solidFill>
                            <a:schemeClr val="tx1"/>
                          </a:solidFill>
                          <a:latin typeface="Times New Roman" panose="02020603050405020304" pitchFamily="18" charset="0"/>
                          <a:ea typeface="宋体" panose="02010600030101010101" pitchFamily="2" charset="-122"/>
                        </a:defRPr>
                      </a:lvl5pPr>
                      <a:lvl6pPr marL="2228850" indent="-228600" fontAlgn="base">
                        <a:spcBef>
                          <a:spcPct val="20000"/>
                        </a:spcBef>
                        <a:spcAft>
                          <a:spcPct val="0"/>
                        </a:spcAft>
                        <a:buClr>
                          <a:schemeClr val="accent2"/>
                        </a:buClr>
                        <a:buSzPct val="80000"/>
                        <a:buFont typeface="Wingdings" panose="05000000000000000000" pitchFamily="2" charset="2"/>
                        <a:defRPr kumimoji="1" sz="1600">
                          <a:solidFill>
                            <a:schemeClr val="tx1"/>
                          </a:solidFill>
                          <a:latin typeface="Times New Roman" panose="02020603050405020304" pitchFamily="18" charset="0"/>
                          <a:ea typeface="宋体" panose="02010600030101010101" pitchFamily="2" charset="-122"/>
                        </a:defRPr>
                      </a:lvl6pPr>
                      <a:lvl7pPr marL="2686050" indent="-228600" fontAlgn="base">
                        <a:spcBef>
                          <a:spcPct val="20000"/>
                        </a:spcBef>
                        <a:spcAft>
                          <a:spcPct val="0"/>
                        </a:spcAft>
                        <a:buClr>
                          <a:schemeClr val="accent2"/>
                        </a:buClr>
                        <a:buSzPct val="80000"/>
                        <a:buFont typeface="Wingdings" panose="05000000000000000000" pitchFamily="2" charset="2"/>
                        <a:defRPr kumimoji="1" sz="1600">
                          <a:solidFill>
                            <a:schemeClr val="tx1"/>
                          </a:solidFill>
                          <a:latin typeface="Times New Roman" panose="02020603050405020304" pitchFamily="18" charset="0"/>
                          <a:ea typeface="宋体" panose="02010600030101010101" pitchFamily="2" charset="-122"/>
                        </a:defRPr>
                      </a:lvl7pPr>
                      <a:lvl8pPr marL="3143250" indent="-228600" fontAlgn="base">
                        <a:spcBef>
                          <a:spcPct val="20000"/>
                        </a:spcBef>
                        <a:spcAft>
                          <a:spcPct val="0"/>
                        </a:spcAft>
                        <a:buClr>
                          <a:schemeClr val="accent2"/>
                        </a:buClr>
                        <a:buSzPct val="80000"/>
                        <a:buFont typeface="Wingdings" panose="05000000000000000000" pitchFamily="2" charset="2"/>
                        <a:defRPr kumimoji="1" sz="1600">
                          <a:solidFill>
                            <a:schemeClr val="tx1"/>
                          </a:solidFill>
                          <a:latin typeface="Times New Roman" panose="02020603050405020304" pitchFamily="18" charset="0"/>
                          <a:ea typeface="宋体" panose="02010600030101010101" pitchFamily="2" charset="-122"/>
                        </a:defRPr>
                      </a:lvl8pPr>
                      <a:lvl9pPr marL="3600450" indent="-228600" fontAlgn="base">
                        <a:spcBef>
                          <a:spcPct val="20000"/>
                        </a:spcBef>
                        <a:spcAft>
                          <a:spcPct val="0"/>
                        </a:spcAft>
                        <a:buClr>
                          <a:schemeClr val="accent2"/>
                        </a:buClr>
                        <a:buSzPct val="80000"/>
                        <a:buFont typeface="Wingdings" panose="05000000000000000000" pitchFamily="2" charset="2"/>
                        <a:defRPr kumimoji="1" sz="1600">
                          <a:solidFill>
                            <a:schemeClr val="tx1"/>
                          </a:solidFill>
                          <a:latin typeface="Times New Roman" panose="02020603050405020304" pitchFamily="18"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1" lang="en-US" altLang="zh-CN" sz="1200" b="1" i="0" u="none" strike="noStrike" cap="none" normalizeH="0" baseline="0">
                          <a:ln>
                            <a:noFill/>
                          </a:ln>
                          <a:solidFill>
                            <a:srgbClr val="33CCFF"/>
                          </a:solidFill>
                          <a:effectLst/>
                          <a:latin typeface="Times New Roman" panose="02020603050405020304" pitchFamily="18" charset="0"/>
                          <a:ea typeface="宋体" panose="02010600030101010101" pitchFamily="2" charset="-122"/>
                          <a:cs typeface="Times New Roman" panose="02020603050405020304" pitchFamily="18" charset="0"/>
                        </a:rPr>
                        <a:t>VRML 97</a:t>
                      </a:r>
                      <a:endParaRPr kumimoji="1" lang="en-US" altLang="zh-CN" sz="1200" b="1" i="0" u="none" strike="noStrike" cap="none" normalizeH="0" baseline="0">
                        <a:ln>
                          <a:noFill/>
                        </a:ln>
                        <a:solidFill>
                          <a:srgbClr val="33CCFF"/>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55000"/>
                        <a:buFont typeface="Wingdings" panose="05000000000000000000" pitchFamily="2" charset="2"/>
                        <a:defRPr kumimoji="1" sz="2400">
                          <a:solidFill>
                            <a:schemeClr val="tx1"/>
                          </a:solidFill>
                          <a:latin typeface="Times New Roman" panose="02020603050405020304" pitchFamily="18" charset="0"/>
                          <a:ea typeface="宋体" panose="02010600030101010101" pitchFamily="2" charset="-122"/>
                        </a:defRPr>
                      </a:lvl2pPr>
                      <a:lvl3pPr marL="1085850" indent="-228600">
                        <a:spcBef>
                          <a:spcPct val="20000"/>
                        </a:spcBef>
                        <a:buClr>
                          <a:schemeClr val="accent2"/>
                        </a:buClr>
                        <a:buSzPct val="65000"/>
                        <a:buFont typeface="Wingdings" panose="05000000000000000000" pitchFamily="2" charset="2"/>
                        <a:defRPr kumimoji="1" sz="2000">
                          <a:solidFill>
                            <a:schemeClr val="tx1"/>
                          </a:solidFill>
                          <a:latin typeface="Times New Roman" panose="02020603050405020304" pitchFamily="18" charset="0"/>
                          <a:ea typeface="宋体" panose="02010600030101010101" pitchFamily="2" charset="-122"/>
                        </a:defRPr>
                      </a:lvl3pPr>
                      <a:lvl4pPr marL="1428750" indent="-228600">
                        <a:spcBef>
                          <a:spcPct val="20000"/>
                        </a:spcBef>
                        <a:buClr>
                          <a:schemeClr val="accent2"/>
                        </a:buClr>
                        <a:buSzPct val="8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marL="1771650" indent="-228600">
                        <a:spcBef>
                          <a:spcPct val="20000"/>
                        </a:spcBef>
                        <a:buClr>
                          <a:schemeClr val="accent2"/>
                        </a:buClr>
                        <a:buSzPct val="80000"/>
                        <a:buFont typeface="Wingdings" panose="05000000000000000000" pitchFamily="2" charset="2"/>
                        <a:defRPr kumimoji="1" sz="1600">
                          <a:solidFill>
                            <a:schemeClr val="tx1"/>
                          </a:solidFill>
                          <a:latin typeface="Times New Roman" panose="02020603050405020304" pitchFamily="18" charset="0"/>
                          <a:ea typeface="宋体" panose="02010600030101010101" pitchFamily="2" charset="-122"/>
                        </a:defRPr>
                      </a:lvl5pPr>
                      <a:lvl6pPr marL="2228850" indent="-228600" fontAlgn="base">
                        <a:spcBef>
                          <a:spcPct val="20000"/>
                        </a:spcBef>
                        <a:spcAft>
                          <a:spcPct val="0"/>
                        </a:spcAft>
                        <a:buClr>
                          <a:schemeClr val="accent2"/>
                        </a:buClr>
                        <a:buSzPct val="80000"/>
                        <a:buFont typeface="Wingdings" panose="05000000000000000000" pitchFamily="2" charset="2"/>
                        <a:defRPr kumimoji="1" sz="1600">
                          <a:solidFill>
                            <a:schemeClr val="tx1"/>
                          </a:solidFill>
                          <a:latin typeface="Times New Roman" panose="02020603050405020304" pitchFamily="18" charset="0"/>
                          <a:ea typeface="宋体" panose="02010600030101010101" pitchFamily="2" charset="-122"/>
                        </a:defRPr>
                      </a:lvl6pPr>
                      <a:lvl7pPr marL="2686050" indent="-228600" fontAlgn="base">
                        <a:spcBef>
                          <a:spcPct val="20000"/>
                        </a:spcBef>
                        <a:spcAft>
                          <a:spcPct val="0"/>
                        </a:spcAft>
                        <a:buClr>
                          <a:schemeClr val="accent2"/>
                        </a:buClr>
                        <a:buSzPct val="80000"/>
                        <a:buFont typeface="Wingdings" panose="05000000000000000000" pitchFamily="2" charset="2"/>
                        <a:defRPr kumimoji="1" sz="1600">
                          <a:solidFill>
                            <a:schemeClr val="tx1"/>
                          </a:solidFill>
                          <a:latin typeface="Times New Roman" panose="02020603050405020304" pitchFamily="18" charset="0"/>
                          <a:ea typeface="宋体" panose="02010600030101010101" pitchFamily="2" charset="-122"/>
                        </a:defRPr>
                      </a:lvl7pPr>
                      <a:lvl8pPr marL="3143250" indent="-228600" fontAlgn="base">
                        <a:spcBef>
                          <a:spcPct val="20000"/>
                        </a:spcBef>
                        <a:spcAft>
                          <a:spcPct val="0"/>
                        </a:spcAft>
                        <a:buClr>
                          <a:schemeClr val="accent2"/>
                        </a:buClr>
                        <a:buSzPct val="80000"/>
                        <a:buFont typeface="Wingdings" panose="05000000000000000000" pitchFamily="2" charset="2"/>
                        <a:defRPr kumimoji="1" sz="1600">
                          <a:solidFill>
                            <a:schemeClr val="tx1"/>
                          </a:solidFill>
                          <a:latin typeface="Times New Roman" panose="02020603050405020304" pitchFamily="18" charset="0"/>
                          <a:ea typeface="宋体" panose="02010600030101010101" pitchFamily="2" charset="-122"/>
                        </a:defRPr>
                      </a:lvl8pPr>
                      <a:lvl9pPr marL="3600450" indent="-228600" fontAlgn="base">
                        <a:spcBef>
                          <a:spcPct val="20000"/>
                        </a:spcBef>
                        <a:spcAft>
                          <a:spcPct val="0"/>
                        </a:spcAft>
                        <a:buClr>
                          <a:schemeClr val="accent2"/>
                        </a:buClr>
                        <a:buSzPct val="80000"/>
                        <a:buFont typeface="Wingdings" panose="05000000000000000000" pitchFamily="2" charset="2"/>
                        <a:defRPr kumimoji="1" sz="1600">
                          <a:solidFill>
                            <a:schemeClr val="tx1"/>
                          </a:solidFill>
                          <a:latin typeface="Times New Roman" panose="02020603050405020304" pitchFamily="18"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1" lang="en-US" altLang="zh-CN" sz="1200" b="1" i="0" u="none" strike="noStrike" cap="none" normalizeH="0" baseline="0">
                          <a:ln>
                            <a:noFill/>
                          </a:ln>
                          <a:solidFill>
                            <a:srgbClr val="33CCFF"/>
                          </a:solidFill>
                          <a:effectLst/>
                          <a:latin typeface="Times New Roman" panose="02020603050405020304" pitchFamily="18" charset="0"/>
                          <a:ea typeface="宋体" panose="02010600030101010101" pitchFamily="2" charset="-122"/>
                          <a:cs typeface="Times New Roman" panose="02020603050405020304" pitchFamily="18" charset="0"/>
                        </a:rPr>
                        <a:t>SGI IRIX</a:t>
                      </a:r>
                      <a:endParaRPr kumimoji="1" lang="en-US" altLang="zh-CN" sz="1200" b="1" i="0" u="none" strike="noStrike" cap="none" normalizeH="0" baseline="0">
                        <a:ln>
                          <a:noFill/>
                        </a:ln>
                        <a:solidFill>
                          <a:srgbClr val="33CCFF"/>
                        </a:solidFill>
                        <a:effectLst/>
                        <a:latin typeface="Times New Roman" panose="02020603050405020304" pitchFamily="18" charset="0"/>
                        <a:ea typeface="宋体" panose="02010600030101010101" pitchFamily="2" charset="-122"/>
                        <a:cs typeface="Times New Roman" panose="02020603050405020304" pitchFamily="18" charset="0"/>
                      </a:endParaRPr>
                    </a:p>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1200" b="1" i="0" u="none" strike="noStrike" cap="none" normalizeH="0" baseline="0">
                          <a:ln>
                            <a:noFill/>
                          </a:ln>
                          <a:solidFill>
                            <a:srgbClr val="33CCFF"/>
                          </a:solidFill>
                          <a:effectLst/>
                          <a:latin typeface="Times New Roman" panose="02020603050405020304" pitchFamily="18" charset="0"/>
                          <a:ea typeface="宋体" panose="02010600030101010101" pitchFamily="2" charset="-122"/>
                          <a:cs typeface="Times New Roman" panose="02020603050405020304" pitchFamily="18" charset="0"/>
                        </a:rPr>
                        <a:t>Sun Solaris</a:t>
                      </a:r>
                      <a:endParaRPr kumimoji="1" lang="en-US" altLang="zh-CN" sz="1200" b="1" i="0" u="none" strike="noStrike" cap="none" normalizeH="0" baseline="0">
                        <a:ln>
                          <a:noFill/>
                        </a:ln>
                        <a:solidFill>
                          <a:srgbClr val="33CCFF"/>
                        </a:solidFill>
                        <a:effectLst/>
                        <a:latin typeface="Times New Roman" panose="02020603050405020304" pitchFamily="18" charset="0"/>
                        <a:ea typeface="宋体" panose="02010600030101010101" pitchFamily="2" charset="-122"/>
                        <a:cs typeface="Times New Roman" panose="02020603050405020304" pitchFamily="18" charset="0"/>
                      </a:endParaRPr>
                    </a:p>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1200" b="1" i="0" u="none" strike="noStrike" cap="none" normalizeH="0" baseline="0">
                          <a:ln>
                            <a:noFill/>
                          </a:ln>
                          <a:solidFill>
                            <a:srgbClr val="33CCFF"/>
                          </a:solidFill>
                          <a:effectLst/>
                          <a:latin typeface="Times New Roman" panose="02020603050405020304" pitchFamily="18" charset="0"/>
                          <a:ea typeface="宋体" panose="02010600030101010101" pitchFamily="2" charset="-122"/>
                          <a:cs typeface="Times New Roman" panose="02020603050405020304" pitchFamily="18" charset="0"/>
                        </a:rPr>
                        <a:t>Linux</a:t>
                      </a:r>
                      <a:endParaRPr kumimoji="1" lang="en-US" altLang="zh-CN" sz="1200" b="1" i="0" u="none" strike="noStrike" cap="none" normalizeH="0" baseline="0">
                        <a:ln>
                          <a:noFill/>
                        </a:ln>
                        <a:solidFill>
                          <a:srgbClr val="33CCFF"/>
                        </a:solidFill>
                        <a:effectLst/>
                        <a:latin typeface="Times New Roman" panose="02020603050405020304" pitchFamily="18" charset="0"/>
                        <a:ea typeface="宋体" panose="02010600030101010101" pitchFamily="2" charset="-122"/>
                        <a:cs typeface="Times New Roman" panose="02020603050405020304" pitchFamily="18" charset="0"/>
                      </a:endParaRPr>
                    </a:p>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1200" b="1" i="0" u="none" strike="noStrike" cap="none" normalizeH="0" baseline="0">
                          <a:ln>
                            <a:noFill/>
                          </a:ln>
                          <a:solidFill>
                            <a:srgbClr val="33CCFF"/>
                          </a:solidFill>
                          <a:effectLst/>
                          <a:latin typeface="Times New Roman" panose="02020603050405020304" pitchFamily="18" charset="0"/>
                          <a:ea typeface="宋体" panose="02010600030101010101" pitchFamily="2" charset="-122"/>
                          <a:cs typeface="Times New Roman" panose="02020603050405020304" pitchFamily="18" charset="0"/>
                        </a:rPr>
                        <a:t>Windows95/98/NT</a:t>
                      </a:r>
                      <a:endParaRPr kumimoji="1" lang="en-US" altLang="zh-CN" sz="1200" b="1" i="0" u="none" strike="noStrike" cap="none" normalizeH="0" baseline="0">
                        <a:ln>
                          <a:noFill/>
                        </a:ln>
                        <a:solidFill>
                          <a:srgbClr val="33CCFF"/>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noFill/>
                  </a:tcPr>
                </a:tc>
              </a:tr>
              <a:tr h="422275">
                <a:tc>
                  <a:txBody>
                    <a:bodyPr/>
                    <a:lstStyle>
                      <a:lvl1pPr marL="342900" indent="-342900">
                        <a:spcBef>
                          <a:spcPct val="20000"/>
                        </a:spcBef>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55000"/>
                        <a:buFont typeface="Wingdings" panose="05000000000000000000" pitchFamily="2" charset="2"/>
                        <a:defRPr kumimoji="1" sz="2400">
                          <a:solidFill>
                            <a:schemeClr val="tx1"/>
                          </a:solidFill>
                          <a:latin typeface="Times New Roman" panose="02020603050405020304" pitchFamily="18" charset="0"/>
                          <a:ea typeface="宋体" panose="02010600030101010101" pitchFamily="2" charset="-122"/>
                        </a:defRPr>
                      </a:lvl2pPr>
                      <a:lvl3pPr marL="1085850" indent="-228600">
                        <a:spcBef>
                          <a:spcPct val="20000"/>
                        </a:spcBef>
                        <a:buClr>
                          <a:schemeClr val="accent2"/>
                        </a:buClr>
                        <a:buSzPct val="65000"/>
                        <a:buFont typeface="Wingdings" panose="05000000000000000000" pitchFamily="2" charset="2"/>
                        <a:defRPr kumimoji="1" sz="2000">
                          <a:solidFill>
                            <a:schemeClr val="tx1"/>
                          </a:solidFill>
                          <a:latin typeface="Times New Roman" panose="02020603050405020304" pitchFamily="18" charset="0"/>
                          <a:ea typeface="宋体" panose="02010600030101010101" pitchFamily="2" charset="-122"/>
                        </a:defRPr>
                      </a:lvl3pPr>
                      <a:lvl4pPr marL="1428750" indent="-228600">
                        <a:spcBef>
                          <a:spcPct val="20000"/>
                        </a:spcBef>
                        <a:buClr>
                          <a:schemeClr val="accent2"/>
                        </a:buClr>
                        <a:buSzPct val="8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marL="1771650" indent="-228600">
                        <a:spcBef>
                          <a:spcPct val="20000"/>
                        </a:spcBef>
                        <a:buClr>
                          <a:schemeClr val="accent2"/>
                        </a:buClr>
                        <a:buSzPct val="80000"/>
                        <a:buFont typeface="Wingdings" panose="05000000000000000000" pitchFamily="2" charset="2"/>
                        <a:defRPr kumimoji="1" sz="1600">
                          <a:solidFill>
                            <a:schemeClr val="tx1"/>
                          </a:solidFill>
                          <a:latin typeface="Times New Roman" panose="02020603050405020304" pitchFamily="18" charset="0"/>
                          <a:ea typeface="宋体" panose="02010600030101010101" pitchFamily="2" charset="-122"/>
                        </a:defRPr>
                      </a:lvl5pPr>
                      <a:lvl6pPr marL="2228850" indent="-228600" fontAlgn="base">
                        <a:spcBef>
                          <a:spcPct val="20000"/>
                        </a:spcBef>
                        <a:spcAft>
                          <a:spcPct val="0"/>
                        </a:spcAft>
                        <a:buClr>
                          <a:schemeClr val="accent2"/>
                        </a:buClr>
                        <a:buSzPct val="80000"/>
                        <a:buFont typeface="Wingdings" panose="05000000000000000000" pitchFamily="2" charset="2"/>
                        <a:defRPr kumimoji="1" sz="1600">
                          <a:solidFill>
                            <a:schemeClr val="tx1"/>
                          </a:solidFill>
                          <a:latin typeface="Times New Roman" panose="02020603050405020304" pitchFamily="18" charset="0"/>
                          <a:ea typeface="宋体" panose="02010600030101010101" pitchFamily="2" charset="-122"/>
                        </a:defRPr>
                      </a:lvl6pPr>
                      <a:lvl7pPr marL="2686050" indent="-228600" fontAlgn="base">
                        <a:spcBef>
                          <a:spcPct val="20000"/>
                        </a:spcBef>
                        <a:spcAft>
                          <a:spcPct val="0"/>
                        </a:spcAft>
                        <a:buClr>
                          <a:schemeClr val="accent2"/>
                        </a:buClr>
                        <a:buSzPct val="80000"/>
                        <a:buFont typeface="Wingdings" panose="05000000000000000000" pitchFamily="2" charset="2"/>
                        <a:defRPr kumimoji="1" sz="1600">
                          <a:solidFill>
                            <a:schemeClr val="tx1"/>
                          </a:solidFill>
                          <a:latin typeface="Times New Roman" panose="02020603050405020304" pitchFamily="18" charset="0"/>
                          <a:ea typeface="宋体" panose="02010600030101010101" pitchFamily="2" charset="-122"/>
                        </a:defRPr>
                      </a:lvl7pPr>
                      <a:lvl8pPr marL="3143250" indent="-228600" fontAlgn="base">
                        <a:spcBef>
                          <a:spcPct val="20000"/>
                        </a:spcBef>
                        <a:spcAft>
                          <a:spcPct val="0"/>
                        </a:spcAft>
                        <a:buClr>
                          <a:schemeClr val="accent2"/>
                        </a:buClr>
                        <a:buSzPct val="80000"/>
                        <a:buFont typeface="Wingdings" panose="05000000000000000000" pitchFamily="2" charset="2"/>
                        <a:defRPr kumimoji="1" sz="1600">
                          <a:solidFill>
                            <a:schemeClr val="tx1"/>
                          </a:solidFill>
                          <a:latin typeface="Times New Roman" panose="02020603050405020304" pitchFamily="18" charset="0"/>
                          <a:ea typeface="宋体" panose="02010600030101010101" pitchFamily="2" charset="-122"/>
                        </a:defRPr>
                      </a:lvl8pPr>
                      <a:lvl9pPr marL="3600450" indent="-228600" fontAlgn="base">
                        <a:spcBef>
                          <a:spcPct val="20000"/>
                        </a:spcBef>
                        <a:spcAft>
                          <a:spcPct val="0"/>
                        </a:spcAft>
                        <a:buClr>
                          <a:schemeClr val="accent2"/>
                        </a:buClr>
                        <a:buSzPct val="80000"/>
                        <a:buFont typeface="Wingdings" panose="05000000000000000000" pitchFamily="2" charset="2"/>
                        <a:defRPr kumimoji="1" sz="1600">
                          <a:solidFill>
                            <a:schemeClr val="tx1"/>
                          </a:solidFill>
                          <a:latin typeface="Times New Roman" panose="02020603050405020304" pitchFamily="18"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1" lang="en-US" altLang="zh-CN" sz="1200" b="1" i="0" u="none" strike="noStrike" cap="none" normalizeH="0" baseline="0">
                          <a:ln>
                            <a:noFill/>
                          </a:ln>
                          <a:solidFill>
                            <a:srgbClr val="33CCFF"/>
                          </a:solidFill>
                          <a:effectLst/>
                          <a:latin typeface="Times New Roman" panose="02020603050405020304" pitchFamily="18" charset="0"/>
                          <a:ea typeface="宋体" panose="02010600030101010101" pitchFamily="2" charset="-122"/>
                          <a:cs typeface="Times New Roman" panose="02020603050405020304" pitchFamily="18" charset="0"/>
                        </a:rPr>
                        <a:t>Community Place</a:t>
                      </a:r>
                      <a:endParaRPr kumimoji="1" lang="en-US" altLang="zh-CN" sz="1200" b="1" i="0" u="none" strike="noStrike" cap="none" normalizeH="0" baseline="0">
                        <a:ln>
                          <a:noFill/>
                        </a:ln>
                        <a:solidFill>
                          <a:srgbClr val="33CCFF"/>
                        </a:solidFill>
                        <a:effectLst/>
                        <a:latin typeface="Times New Roman" panose="02020603050405020304" pitchFamily="18" charset="0"/>
                        <a:ea typeface="宋体" panose="02010600030101010101" pitchFamily="2" charset="-122"/>
                        <a:cs typeface="Times New Roman" panose="02020603050405020304" pitchFamily="18" charset="0"/>
                      </a:endParaRPr>
                    </a:p>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1200" b="1" i="0" u="none" strike="noStrike" cap="none" normalizeH="0" baseline="0">
                          <a:ln>
                            <a:noFill/>
                          </a:ln>
                          <a:solidFill>
                            <a:srgbClr val="33CCFF"/>
                          </a:solidFill>
                          <a:effectLst/>
                          <a:latin typeface="Times New Roman" panose="02020603050405020304" pitchFamily="18" charset="0"/>
                          <a:ea typeface="宋体" panose="02010600030101010101" pitchFamily="2" charset="-122"/>
                          <a:cs typeface="Times New Roman" panose="02020603050405020304" pitchFamily="18" charset="0"/>
                        </a:rPr>
                        <a:t>(Community Place)</a:t>
                      </a:r>
                      <a:endParaRPr kumimoji="1" lang="en-US" altLang="zh-CN" sz="1200" b="1" i="0" u="none" strike="noStrike" cap="none" normalizeH="0" baseline="0">
                        <a:ln>
                          <a:noFill/>
                        </a:ln>
                        <a:solidFill>
                          <a:srgbClr val="33CCFF"/>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55000"/>
                        <a:buFont typeface="Wingdings" panose="05000000000000000000" pitchFamily="2" charset="2"/>
                        <a:defRPr kumimoji="1" sz="2400">
                          <a:solidFill>
                            <a:schemeClr val="tx1"/>
                          </a:solidFill>
                          <a:latin typeface="Times New Roman" panose="02020603050405020304" pitchFamily="18" charset="0"/>
                          <a:ea typeface="宋体" panose="02010600030101010101" pitchFamily="2" charset="-122"/>
                        </a:defRPr>
                      </a:lvl2pPr>
                      <a:lvl3pPr marL="1085850" indent="-228600">
                        <a:spcBef>
                          <a:spcPct val="20000"/>
                        </a:spcBef>
                        <a:buClr>
                          <a:schemeClr val="accent2"/>
                        </a:buClr>
                        <a:buSzPct val="65000"/>
                        <a:buFont typeface="Wingdings" panose="05000000000000000000" pitchFamily="2" charset="2"/>
                        <a:defRPr kumimoji="1" sz="2000">
                          <a:solidFill>
                            <a:schemeClr val="tx1"/>
                          </a:solidFill>
                          <a:latin typeface="Times New Roman" panose="02020603050405020304" pitchFamily="18" charset="0"/>
                          <a:ea typeface="宋体" panose="02010600030101010101" pitchFamily="2" charset="-122"/>
                        </a:defRPr>
                      </a:lvl3pPr>
                      <a:lvl4pPr marL="1428750" indent="-228600">
                        <a:spcBef>
                          <a:spcPct val="20000"/>
                        </a:spcBef>
                        <a:buClr>
                          <a:schemeClr val="accent2"/>
                        </a:buClr>
                        <a:buSzPct val="8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marL="1771650" indent="-228600">
                        <a:spcBef>
                          <a:spcPct val="20000"/>
                        </a:spcBef>
                        <a:buClr>
                          <a:schemeClr val="accent2"/>
                        </a:buClr>
                        <a:buSzPct val="80000"/>
                        <a:buFont typeface="Wingdings" panose="05000000000000000000" pitchFamily="2" charset="2"/>
                        <a:defRPr kumimoji="1" sz="1600">
                          <a:solidFill>
                            <a:schemeClr val="tx1"/>
                          </a:solidFill>
                          <a:latin typeface="Times New Roman" panose="02020603050405020304" pitchFamily="18" charset="0"/>
                          <a:ea typeface="宋体" panose="02010600030101010101" pitchFamily="2" charset="-122"/>
                        </a:defRPr>
                      </a:lvl5pPr>
                      <a:lvl6pPr marL="2228850" indent="-228600" fontAlgn="base">
                        <a:spcBef>
                          <a:spcPct val="20000"/>
                        </a:spcBef>
                        <a:spcAft>
                          <a:spcPct val="0"/>
                        </a:spcAft>
                        <a:buClr>
                          <a:schemeClr val="accent2"/>
                        </a:buClr>
                        <a:buSzPct val="80000"/>
                        <a:buFont typeface="Wingdings" panose="05000000000000000000" pitchFamily="2" charset="2"/>
                        <a:defRPr kumimoji="1" sz="1600">
                          <a:solidFill>
                            <a:schemeClr val="tx1"/>
                          </a:solidFill>
                          <a:latin typeface="Times New Roman" panose="02020603050405020304" pitchFamily="18" charset="0"/>
                          <a:ea typeface="宋体" panose="02010600030101010101" pitchFamily="2" charset="-122"/>
                        </a:defRPr>
                      </a:lvl6pPr>
                      <a:lvl7pPr marL="2686050" indent="-228600" fontAlgn="base">
                        <a:spcBef>
                          <a:spcPct val="20000"/>
                        </a:spcBef>
                        <a:spcAft>
                          <a:spcPct val="0"/>
                        </a:spcAft>
                        <a:buClr>
                          <a:schemeClr val="accent2"/>
                        </a:buClr>
                        <a:buSzPct val="80000"/>
                        <a:buFont typeface="Wingdings" panose="05000000000000000000" pitchFamily="2" charset="2"/>
                        <a:defRPr kumimoji="1" sz="1600">
                          <a:solidFill>
                            <a:schemeClr val="tx1"/>
                          </a:solidFill>
                          <a:latin typeface="Times New Roman" panose="02020603050405020304" pitchFamily="18" charset="0"/>
                          <a:ea typeface="宋体" panose="02010600030101010101" pitchFamily="2" charset="-122"/>
                        </a:defRPr>
                      </a:lvl7pPr>
                      <a:lvl8pPr marL="3143250" indent="-228600" fontAlgn="base">
                        <a:spcBef>
                          <a:spcPct val="20000"/>
                        </a:spcBef>
                        <a:spcAft>
                          <a:spcPct val="0"/>
                        </a:spcAft>
                        <a:buClr>
                          <a:schemeClr val="accent2"/>
                        </a:buClr>
                        <a:buSzPct val="80000"/>
                        <a:buFont typeface="Wingdings" panose="05000000000000000000" pitchFamily="2" charset="2"/>
                        <a:defRPr kumimoji="1" sz="1600">
                          <a:solidFill>
                            <a:schemeClr val="tx1"/>
                          </a:solidFill>
                          <a:latin typeface="Times New Roman" panose="02020603050405020304" pitchFamily="18" charset="0"/>
                          <a:ea typeface="宋体" panose="02010600030101010101" pitchFamily="2" charset="-122"/>
                        </a:defRPr>
                      </a:lvl8pPr>
                      <a:lvl9pPr marL="3600450" indent="-228600" fontAlgn="base">
                        <a:spcBef>
                          <a:spcPct val="20000"/>
                        </a:spcBef>
                        <a:spcAft>
                          <a:spcPct val="0"/>
                        </a:spcAft>
                        <a:buClr>
                          <a:schemeClr val="accent2"/>
                        </a:buClr>
                        <a:buSzPct val="80000"/>
                        <a:buFont typeface="Wingdings" panose="05000000000000000000" pitchFamily="2" charset="2"/>
                        <a:defRPr kumimoji="1" sz="1600">
                          <a:solidFill>
                            <a:schemeClr val="tx1"/>
                          </a:solidFill>
                          <a:latin typeface="Times New Roman" panose="02020603050405020304" pitchFamily="18"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1" lang="en-US" altLang="zh-CN" sz="1200" b="1" i="0" u="none" strike="noStrike" cap="none" normalizeH="0" baseline="0">
                          <a:ln>
                            <a:noFill/>
                          </a:ln>
                          <a:solidFill>
                            <a:srgbClr val="33CCFF"/>
                          </a:solidFill>
                          <a:effectLst/>
                          <a:latin typeface="Times New Roman" panose="02020603050405020304" pitchFamily="18" charset="0"/>
                          <a:ea typeface="宋体" panose="02010600030101010101" pitchFamily="2" charset="-122"/>
                          <a:cs typeface="Times New Roman" panose="02020603050405020304" pitchFamily="18" charset="0"/>
                        </a:rPr>
                        <a:t>VRML 1.0</a:t>
                      </a:r>
                      <a:endParaRPr kumimoji="1" lang="en-US" altLang="zh-CN" sz="1200" b="1" i="0" u="none" strike="noStrike" cap="none" normalizeH="0" baseline="0">
                        <a:ln>
                          <a:noFill/>
                        </a:ln>
                        <a:solidFill>
                          <a:srgbClr val="33CCFF"/>
                        </a:solidFill>
                        <a:effectLst/>
                        <a:latin typeface="Times New Roman" panose="02020603050405020304" pitchFamily="18" charset="0"/>
                        <a:ea typeface="宋体" panose="02010600030101010101" pitchFamily="2" charset="-122"/>
                        <a:cs typeface="Times New Roman" panose="02020603050405020304" pitchFamily="18" charset="0"/>
                      </a:endParaRPr>
                    </a:p>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1200" b="1" i="0" u="none" strike="noStrike" cap="none" normalizeH="0" baseline="0">
                          <a:ln>
                            <a:noFill/>
                          </a:ln>
                          <a:solidFill>
                            <a:srgbClr val="33CCFF"/>
                          </a:solidFill>
                          <a:effectLst/>
                          <a:latin typeface="Times New Roman" panose="02020603050405020304" pitchFamily="18" charset="0"/>
                          <a:ea typeface="宋体" panose="02010600030101010101" pitchFamily="2" charset="-122"/>
                          <a:cs typeface="Times New Roman" panose="02020603050405020304" pitchFamily="18" charset="0"/>
                        </a:rPr>
                        <a:t>VRML 97</a:t>
                      </a:r>
                      <a:endParaRPr kumimoji="1" lang="en-US" altLang="zh-CN" sz="1200" b="1" i="0" u="none" strike="noStrike" cap="none" normalizeH="0" baseline="0">
                        <a:ln>
                          <a:noFill/>
                        </a:ln>
                        <a:solidFill>
                          <a:srgbClr val="33CCFF"/>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55000"/>
                        <a:buFont typeface="Wingdings" panose="05000000000000000000" pitchFamily="2" charset="2"/>
                        <a:defRPr kumimoji="1" sz="2400">
                          <a:solidFill>
                            <a:schemeClr val="tx1"/>
                          </a:solidFill>
                          <a:latin typeface="Times New Roman" panose="02020603050405020304" pitchFamily="18" charset="0"/>
                          <a:ea typeface="宋体" panose="02010600030101010101" pitchFamily="2" charset="-122"/>
                        </a:defRPr>
                      </a:lvl2pPr>
                      <a:lvl3pPr marL="1085850" indent="-228600">
                        <a:spcBef>
                          <a:spcPct val="20000"/>
                        </a:spcBef>
                        <a:buClr>
                          <a:schemeClr val="accent2"/>
                        </a:buClr>
                        <a:buSzPct val="65000"/>
                        <a:buFont typeface="Wingdings" panose="05000000000000000000" pitchFamily="2" charset="2"/>
                        <a:defRPr kumimoji="1" sz="2000">
                          <a:solidFill>
                            <a:schemeClr val="tx1"/>
                          </a:solidFill>
                          <a:latin typeface="Times New Roman" panose="02020603050405020304" pitchFamily="18" charset="0"/>
                          <a:ea typeface="宋体" panose="02010600030101010101" pitchFamily="2" charset="-122"/>
                        </a:defRPr>
                      </a:lvl3pPr>
                      <a:lvl4pPr marL="1428750" indent="-228600">
                        <a:spcBef>
                          <a:spcPct val="20000"/>
                        </a:spcBef>
                        <a:buClr>
                          <a:schemeClr val="accent2"/>
                        </a:buClr>
                        <a:buSzPct val="8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marL="1771650" indent="-228600">
                        <a:spcBef>
                          <a:spcPct val="20000"/>
                        </a:spcBef>
                        <a:buClr>
                          <a:schemeClr val="accent2"/>
                        </a:buClr>
                        <a:buSzPct val="80000"/>
                        <a:buFont typeface="Wingdings" panose="05000000000000000000" pitchFamily="2" charset="2"/>
                        <a:defRPr kumimoji="1" sz="1600">
                          <a:solidFill>
                            <a:schemeClr val="tx1"/>
                          </a:solidFill>
                          <a:latin typeface="Times New Roman" panose="02020603050405020304" pitchFamily="18" charset="0"/>
                          <a:ea typeface="宋体" panose="02010600030101010101" pitchFamily="2" charset="-122"/>
                        </a:defRPr>
                      </a:lvl5pPr>
                      <a:lvl6pPr marL="2228850" indent="-228600" fontAlgn="base">
                        <a:spcBef>
                          <a:spcPct val="20000"/>
                        </a:spcBef>
                        <a:spcAft>
                          <a:spcPct val="0"/>
                        </a:spcAft>
                        <a:buClr>
                          <a:schemeClr val="accent2"/>
                        </a:buClr>
                        <a:buSzPct val="80000"/>
                        <a:buFont typeface="Wingdings" panose="05000000000000000000" pitchFamily="2" charset="2"/>
                        <a:defRPr kumimoji="1" sz="1600">
                          <a:solidFill>
                            <a:schemeClr val="tx1"/>
                          </a:solidFill>
                          <a:latin typeface="Times New Roman" panose="02020603050405020304" pitchFamily="18" charset="0"/>
                          <a:ea typeface="宋体" panose="02010600030101010101" pitchFamily="2" charset="-122"/>
                        </a:defRPr>
                      </a:lvl6pPr>
                      <a:lvl7pPr marL="2686050" indent="-228600" fontAlgn="base">
                        <a:spcBef>
                          <a:spcPct val="20000"/>
                        </a:spcBef>
                        <a:spcAft>
                          <a:spcPct val="0"/>
                        </a:spcAft>
                        <a:buClr>
                          <a:schemeClr val="accent2"/>
                        </a:buClr>
                        <a:buSzPct val="80000"/>
                        <a:buFont typeface="Wingdings" panose="05000000000000000000" pitchFamily="2" charset="2"/>
                        <a:defRPr kumimoji="1" sz="1600">
                          <a:solidFill>
                            <a:schemeClr val="tx1"/>
                          </a:solidFill>
                          <a:latin typeface="Times New Roman" panose="02020603050405020304" pitchFamily="18" charset="0"/>
                          <a:ea typeface="宋体" panose="02010600030101010101" pitchFamily="2" charset="-122"/>
                        </a:defRPr>
                      </a:lvl7pPr>
                      <a:lvl8pPr marL="3143250" indent="-228600" fontAlgn="base">
                        <a:spcBef>
                          <a:spcPct val="20000"/>
                        </a:spcBef>
                        <a:spcAft>
                          <a:spcPct val="0"/>
                        </a:spcAft>
                        <a:buClr>
                          <a:schemeClr val="accent2"/>
                        </a:buClr>
                        <a:buSzPct val="80000"/>
                        <a:buFont typeface="Wingdings" panose="05000000000000000000" pitchFamily="2" charset="2"/>
                        <a:defRPr kumimoji="1" sz="1600">
                          <a:solidFill>
                            <a:schemeClr val="tx1"/>
                          </a:solidFill>
                          <a:latin typeface="Times New Roman" panose="02020603050405020304" pitchFamily="18" charset="0"/>
                          <a:ea typeface="宋体" panose="02010600030101010101" pitchFamily="2" charset="-122"/>
                        </a:defRPr>
                      </a:lvl8pPr>
                      <a:lvl9pPr marL="3600450" indent="-228600" fontAlgn="base">
                        <a:spcBef>
                          <a:spcPct val="20000"/>
                        </a:spcBef>
                        <a:spcAft>
                          <a:spcPct val="0"/>
                        </a:spcAft>
                        <a:buClr>
                          <a:schemeClr val="accent2"/>
                        </a:buClr>
                        <a:buSzPct val="80000"/>
                        <a:buFont typeface="Wingdings" panose="05000000000000000000" pitchFamily="2" charset="2"/>
                        <a:defRPr kumimoji="1" sz="1600">
                          <a:solidFill>
                            <a:schemeClr val="tx1"/>
                          </a:solidFill>
                          <a:latin typeface="Times New Roman" panose="02020603050405020304" pitchFamily="18"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1" lang="en-US" altLang="zh-CN" sz="1200" b="1" i="0" u="none" strike="noStrike" cap="none" normalizeH="0" baseline="0">
                          <a:ln>
                            <a:noFill/>
                          </a:ln>
                          <a:solidFill>
                            <a:srgbClr val="33CCFF"/>
                          </a:solidFill>
                          <a:effectLst/>
                          <a:latin typeface="Times New Roman" panose="02020603050405020304" pitchFamily="18" charset="0"/>
                          <a:ea typeface="宋体" panose="02010600030101010101" pitchFamily="2" charset="-122"/>
                          <a:cs typeface="Times New Roman" panose="02020603050405020304" pitchFamily="18" charset="0"/>
                        </a:rPr>
                        <a:t>Windows95/NT</a:t>
                      </a:r>
                      <a:endParaRPr kumimoji="1" lang="en-US" altLang="zh-CN" sz="1200" b="1" i="0" u="none" strike="noStrike" cap="none" normalizeH="0" baseline="0">
                        <a:ln>
                          <a:noFill/>
                        </a:ln>
                        <a:solidFill>
                          <a:srgbClr val="33CCFF"/>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noFill/>
                  </a:tcPr>
                </a:tc>
              </a:tr>
              <a:tr h="252413">
                <a:tc>
                  <a:txBody>
                    <a:bodyPr/>
                    <a:lstStyle>
                      <a:lvl1pPr marL="342900" indent="-342900">
                        <a:spcBef>
                          <a:spcPct val="20000"/>
                        </a:spcBef>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55000"/>
                        <a:buFont typeface="Wingdings" panose="05000000000000000000" pitchFamily="2" charset="2"/>
                        <a:defRPr kumimoji="1" sz="2400">
                          <a:solidFill>
                            <a:schemeClr val="tx1"/>
                          </a:solidFill>
                          <a:latin typeface="Times New Roman" panose="02020603050405020304" pitchFamily="18" charset="0"/>
                          <a:ea typeface="宋体" panose="02010600030101010101" pitchFamily="2" charset="-122"/>
                        </a:defRPr>
                      </a:lvl2pPr>
                      <a:lvl3pPr marL="1085850" indent="-228600">
                        <a:spcBef>
                          <a:spcPct val="20000"/>
                        </a:spcBef>
                        <a:buClr>
                          <a:schemeClr val="accent2"/>
                        </a:buClr>
                        <a:buSzPct val="65000"/>
                        <a:buFont typeface="Wingdings" panose="05000000000000000000" pitchFamily="2" charset="2"/>
                        <a:defRPr kumimoji="1" sz="2000">
                          <a:solidFill>
                            <a:schemeClr val="tx1"/>
                          </a:solidFill>
                          <a:latin typeface="Times New Roman" panose="02020603050405020304" pitchFamily="18" charset="0"/>
                          <a:ea typeface="宋体" panose="02010600030101010101" pitchFamily="2" charset="-122"/>
                        </a:defRPr>
                      </a:lvl3pPr>
                      <a:lvl4pPr marL="1428750" indent="-228600">
                        <a:spcBef>
                          <a:spcPct val="20000"/>
                        </a:spcBef>
                        <a:buClr>
                          <a:schemeClr val="accent2"/>
                        </a:buClr>
                        <a:buSzPct val="8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marL="1771650" indent="-228600">
                        <a:spcBef>
                          <a:spcPct val="20000"/>
                        </a:spcBef>
                        <a:buClr>
                          <a:schemeClr val="accent2"/>
                        </a:buClr>
                        <a:buSzPct val="80000"/>
                        <a:buFont typeface="Wingdings" panose="05000000000000000000" pitchFamily="2" charset="2"/>
                        <a:defRPr kumimoji="1" sz="1600">
                          <a:solidFill>
                            <a:schemeClr val="tx1"/>
                          </a:solidFill>
                          <a:latin typeface="Times New Roman" panose="02020603050405020304" pitchFamily="18" charset="0"/>
                          <a:ea typeface="宋体" panose="02010600030101010101" pitchFamily="2" charset="-122"/>
                        </a:defRPr>
                      </a:lvl5pPr>
                      <a:lvl6pPr marL="2228850" indent="-228600" fontAlgn="base">
                        <a:spcBef>
                          <a:spcPct val="20000"/>
                        </a:spcBef>
                        <a:spcAft>
                          <a:spcPct val="0"/>
                        </a:spcAft>
                        <a:buClr>
                          <a:schemeClr val="accent2"/>
                        </a:buClr>
                        <a:buSzPct val="80000"/>
                        <a:buFont typeface="Wingdings" panose="05000000000000000000" pitchFamily="2" charset="2"/>
                        <a:defRPr kumimoji="1" sz="1600">
                          <a:solidFill>
                            <a:schemeClr val="tx1"/>
                          </a:solidFill>
                          <a:latin typeface="Times New Roman" panose="02020603050405020304" pitchFamily="18" charset="0"/>
                          <a:ea typeface="宋体" panose="02010600030101010101" pitchFamily="2" charset="-122"/>
                        </a:defRPr>
                      </a:lvl6pPr>
                      <a:lvl7pPr marL="2686050" indent="-228600" fontAlgn="base">
                        <a:spcBef>
                          <a:spcPct val="20000"/>
                        </a:spcBef>
                        <a:spcAft>
                          <a:spcPct val="0"/>
                        </a:spcAft>
                        <a:buClr>
                          <a:schemeClr val="accent2"/>
                        </a:buClr>
                        <a:buSzPct val="80000"/>
                        <a:buFont typeface="Wingdings" panose="05000000000000000000" pitchFamily="2" charset="2"/>
                        <a:defRPr kumimoji="1" sz="1600">
                          <a:solidFill>
                            <a:schemeClr val="tx1"/>
                          </a:solidFill>
                          <a:latin typeface="Times New Roman" panose="02020603050405020304" pitchFamily="18" charset="0"/>
                          <a:ea typeface="宋体" panose="02010600030101010101" pitchFamily="2" charset="-122"/>
                        </a:defRPr>
                      </a:lvl7pPr>
                      <a:lvl8pPr marL="3143250" indent="-228600" fontAlgn="base">
                        <a:spcBef>
                          <a:spcPct val="20000"/>
                        </a:spcBef>
                        <a:spcAft>
                          <a:spcPct val="0"/>
                        </a:spcAft>
                        <a:buClr>
                          <a:schemeClr val="accent2"/>
                        </a:buClr>
                        <a:buSzPct val="80000"/>
                        <a:buFont typeface="Wingdings" panose="05000000000000000000" pitchFamily="2" charset="2"/>
                        <a:defRPr kumimoji="1" sz="1600">
                          <a:solidFill>
                            <a:schemeClr val="tx1"/>
                          </a:solidFill>
                          <a:latin typeface="Times New Roman" panose="02020603050405020304" pitchFamily="18" charset="0"/>
                          <a:ea typeface="宋体" panose="02010600030101010101" pitchFamily="2" charset="-122"/>
                        </a:defRPr>
                      </a:lvl8pPr>
                      <a:lvl9pPr marL="3600450" indent="-228600" fontAlgn="base">
                        <a:spcBef>
                          <a:spcPct val="20000"/>
                        </a:spcBef>
                        <a:spcAft>
                          <a:spcPct val="0"/>
                        </a:spcAft>
                        <a:buClr>
                          <a:schemeClr val="accent2"/>
                        </a:buClr>
                        <a:buSzPct val="80000"/>
                        <a:buFont typeface="Wingdings" panose="05000000000000000000" pitchFamily="2" charset="2"/>
                        <a:defRPr kumimoji="1" sz="1600">
                          <a:solidFill>
                            <a:schemeClr val="tx1"/>
                          </a:solidFill>
                          <a:latin typeface="Times New Roman" panose="02020603050405020304" pitchFamily="18"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1" lang="zh-CN" altLang="en-US" sz="1200" b="0" i="0" u="none" strike="noStrike" cap="none" normalizeH="0" baseline="0">
                          <a:ln>
                            <a:noFill/>
                          </a:ln>
                          <a:solidFill>
                            <a:srgbClr val="33CCFF"/>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zh-CN" altLang="en-US" sz="1200" b="0" i="0" u="none" strike="noStrike" cap="none" normalizeH="0" baseline="0">
                        <a:ln>
                          <a:noFill/>
                        </a:ln>
                        <a:solidFill>
                          <a:srgbClr val="33CCFF"/>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55000"/>
                        <a:buFont typeface="Wingdings" panose="05000000000000000000" pitchFamily="2" charset="2"/>
                        <a:defRPr kumimoji="1" sz="2400">
                          <a:solidFill>
                            <a:schemeClr val="tx1"/>
                          </a:solidFill>
                          <a:latin typeface="Times New Roman" panose="02020603050405020304" pitchFamily="18" charset="0"/>
                          <a:ea typeface="宋体" panose="02010600030101010101" pitchFamily="2" charset="-122"/>
                        </a:defRPr>
                      </a:lvl2pPr>
                      <a:lvl3pPr marL="1085850" indent="-228600">
                        <a:spcBef>
                          <a:spcPct val="20000"/>
                        </a:spcBef>
                        <a:buClr>
                          <a:schemeClr val="accent2"/>
                        </a:buClr>
                        <a:buSzPct val="65000"/>
                        <a:buFont typeface="Wingdings" panose="05000000000000000000" pitchFamily="2" charset="2"/>
                        <a:defRPr kumimoji="1" sz="2000">
                          <a:solidFill>
                            <a:schemeClr val="tx1"/>
                          </a:solidFill>
                          <a:latin typeface="Times New Roman" panose="02020603050405020304" pitchFamily="18" charset="0"/>
                          <a:ea typeface="宋体" panose="02010600030101010101" pitchFamily="2" charset="-122"/>
                        </a:defRPr>
                      </a:lvl3pPr>
                      <a:lvl4pPr marL="1428750" indent="-228600">
                        <a:spcBef>
                          <a:spcPct val="20000"/>
                        </a:spcBef>
                        <a:buClr>
                          <a:schemeClr val="accent2"/>
                        </a:buClr>
                        <a:buSzPct val="8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marL="1771650" indent="-228600">
                        <a:spcBef>
                          <a:spcPct val="20000"/>
                        </a:spcBef>
                        <a:buClr>
                          <a:schemeClr val="accent2"/>
                        </a:buClr>
                        <a:buSzPct val="80000"/>
                        <a:buFont typeface="Wingdings" panose="05000000000000000000" pitchFamily="2" charset="2"/>
                        <a:defRPr kumimoji="1" sz="1600">
                          <a:solidFill>
                            <a:schemeClr val="tx1"/>
                          </a:solidFill>
                          <a:latin typeface="Times New Roman" panose="02020603050405020304" pitchFamily="18" charset="0"/>
                          <a:ea typeface="宋体" panose="02010600030101010101" pitchFamily="2" charset="-122"/>
                        </a:defRPr>
                      </a:lvl5pPr>
                      <a:lvl6pPr marL="2228850" indent="-228600" fontAlgn="base">
                        <a:spcBef>
                          <a:spcPct val="20000"/>
                        </a:spcBef>
                        <a:spcAft>
                          <a:spcPct val="0"/>
                        </a:spcAft>
                        <a:buClr>
                          <a:schemeClr val="accent2"/>
                        </a:buClr>
                        <a:buSzPct val="80000"/>
                        <a:buFont typeface="Wingdings" panose="05000000000000000000" pitchFamily="2" charset="2"/>
                        <a:defRPr kumimoji="1" sz="1600">
                          <a:solidFill>
                            <a:schemeClr val="tx1"/>
                          </a:solidFill>
                          <a:latin typeface="Times New Roman" panose="02020603050405020304" pitchFamily="18" charset="0"/>
                          <a:ea typeface="宋体" panose="02010600030101010101" pitchFamily="2" charset="-122"/>
                        </a:defRPr>
                      </a:lvl6pPr>
                      <a:lvl7pPr marL="2686050" indent="-228600" fontAlgn="base">
                        <a:spcBef>
                          <a:spcPct val="20000"/>
                        </a:spcBef>
                        <a:spcAft>
                          <a:spcPct val="0"/>
                        </a:spcAft>
                        <a:buClr>
                          <a:schemeClr val="accent2"/>
                        </a:buClr>
                        <a:buSzPct val="80000"/>
                        <a:buFont typeface="Wingdings" panose="05000000000000000000" pitchFamily="2" charset="2"/>
                        <a:defRPr kumimoji="1" sz="1600">
                          <a:solidFill>
                            <a:schemeClr val="tx1"/>
                          </a:solidFill>
                          <a:latin typeface="Times New Roman" panose="02020603050405020304" pitchFamily="18" charset="0"/>
                          <a:ea typeface="宋体" panose="02010600030101010101" pitchFamily="2" charset="-122"/>
                        </a:defRPr>
                      </a:lvl7pPr>
                      <a:lvl8pPr marL="3143250" indent="-228600" fontAlgn="base">
                        <a:spcBef>
                          <a:spcPct val="20000"/>
                        </a:spcBef>
                        <a:spcAft>
                          <a:spcPct val="0"/>
                        </a:spcAft>
                        <a:buClr>
                          <a:schemeClr val="accent2"/>
                        </a:buClr>
                        <a:buSzPct val="80000"/>
                        <a:buFont typeface="Wingdings" panose="05000000000000000000" pitchFamily="2" charset="2"/>
                        <a:defRPr kumimoji="1" sz="1600">
                          <a:solidFill>
                            <a:schemeClr val="tx1"/>
                          </a:solidFill>
                          <a:latin typeface="Times New Roman" panose="02020603050405020304" pitchFamily="18" charset="0"/>
                          <a:ea typeface="宋体" panose="02010600030101010101" pitchFamily="2" charset="-122"/>
                        </a:defRPr>
                      </a:lvl8pPr>
                      <a:lvl9pPr marL="3600450" indent="-228600" fontAlgn="base">
                        <a:spcBef>
                          <a:spcPct val="20000"/>
                        </a:spcBef>
                        <a:spcAft>
                          <a:spcPct val="0"/>
                        </a:spcAft>
                        <a:buClr>
                          <a:schemeClr val="accent2"/>
                        </a:buClr>
                        <a:buSzPct val="80000"/>
                        <a:buFont typeface="Wingdings" panose="05000000000000000000" pitchFamily="2" charset="2"/>
                        <a:defRPr kumimoji="1" sz="1600">
                          <a:solidFill>
                            <a:schemeClr val="tx1"/>
                          </a:solidFill>
                          <a:latin typeface="Times New Roman" panose="02020603050405020304" pitchFamily="18"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1" lang="zh-CN" altLang="en-US" sz="1200" b="0" i="0" u="none" strike="noStrike" cap="none" normalizeH="0" baseline="0">
                          <a:ln>
                            <a:noFill/>
                          </a:ln>
                          <a:solidFill>
                            <a:srgbClr val="33CCFF"/>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zh-CN" altLang="en-US" sz="1200" b="0" i="0" u="none" strike="noStrike" cap="none" normalizeH="0" baseline="0">
                        <a:ln>
                          <a:noFill/>
                        </a:ln>
                        <a:solidFill>
                          <a:srgbClr val="33CCFF"/>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55000"/>
                        <a:buFont typeface="Wingdings" panose="05000000000000000000" pitchFamily="2" charset="2"/>
                        <a:defRPr kumimoji="1" sz="2400">
                          <a:solidFill>
                            <a:schemeClr val="tx1"/>
                          </a:solidFill>
                          <a:latin typeface="Times New Roman" panose="02020603050405020304" pitchFamily="18" charset="0"/>
                          <a:ea typeface="宋体" panose="02010600030101010101" pitchFamily="2" charset="-122"/>
                        </a:defRPr>
                      </a:lvl2pPr>
                      <a:lvl3pPr marL="1085850" indent="-228600">
                        <a:spcBef>
                          <a:spcPct val="20000"/>
                        </a:spcBef>
                        <a:buClr>
                          <a:schemeClr val="accent2"/>
                        </a:buClr>
                        <a:buSzPct val="65000"/>
                        <a:buFont typeface="Wingdings" panose="05000000000000000000" pitchFamily="2" charset="2"/>
                        <a:defRPr kumimoji="1" sz="2000">
                          <a:solidFill>
                            <a:schemeClr val="tx1"/>
                          </a:solidFill>
                          <a:latin typeface="Times New Roman" panose="02020603050405020304" pitchFamily="18" charset="0"/>
                          <a:ea typeface="宋体" panose="02010600030101010101" pitchFamily="2" charset="-122"/>
                        </a:defRPr>
                      </a:lvl3pPr>
                      <a:lvl4pPr marL="1428750" indent="-228600">
                        <a:spcBef>
                          <a:spcPct val="20000"/>
                        </a:spcBef>
                        <a:buClr>
                          <a:schemeClr val="accent2"/>
                        </a:buClr>
                        <a:buSzPct val="8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marL="1771650" indent="-228600">
                        <a:spcBef>
                          <a:spcPct val="20000"/>
                        </a:spcBef>
                        <a:buClr>
                          <a:schemeClr val="accent2"/>
                        </a:buClr>
                        <a:buSzPct val="80000"/>
                        <a:buFont typeface="Wingdings" panose="05000000000000000000" pitchFamily="2" charset="2"/>
                        <a:defRPr kumimoji="1" sz="1600">
                          <a:solidFill>
                            <a:schemeClr val="tx1"/>
                          </a:solidFill>
                          <a:latin typeface="Times New Roman" panose="02020603050405020304" pitchFamily="18" charset="0"/>
                          <a:ea typeface="宋体" panose="02010600030101010101" pitchFamily="2" charset="-122"/>
                        </a:defRPr>
                      </a:lvl5pPr>
                      <a:lvl6pPr marL="2228850" indent="-228600" fontAlgn="base">
                        <a:spcBef>
                          <a:spcPct val="20000"/>
                        </a:spcBef>
                        <a:spcAft>
                          <a:spcPct val="0"/>
                        </a:spcAft>
                        <a:buClr>
                          <a:schemeClr val="accent2"/>
                        </a:buClr>
                        <a:buSzPct val="80000"/>
                        <a:buFont typeface="Wingdings" panose="05000000000000000000" pitchFamily="2" charset="2"/>
                        <a:defRPr kumimoji="1" sz="1600">
                          <a:solidFill>
                            <a:schemeClr val="tx1"/>
                          </a:solidFill>
                          <a:latin typeface="Times New Roman" panose="02020603050405020304" pitchFamily="18" charset="0"/>
                          <a:ea typeface="宋体" panose="02010600030101010101" pitchFamily="2" charset="-122"/>
                        </a:defRPr>
                      </a:lvl6pPr>
                      <a:lvl7pPr marL="2686050" indent="-228600" fontAlgn="base">
                        <a:spcBef>
                          <a:spcPct val="20000"/>
                        </a:spcBef>
                        <a:spcAft>
                          <a:spcPct val="0"/>
                        </a:spcAft>
                        <a:buClr>
                          <a:schemeClr val="accent2"/>
                        </a:buClr>
                        <a:buSzPct val="80000"/>
                        <a:buFont typeface="Wingdings" panose="05000000000000000000" pitchFamily="2" charset="2"/>
                        <a:defRPr kumimoji="1" sz="1600">
                          <a:solidFill>
                            <a:schemeClr val="tx1"/>
                          </a:solidFill>
                          <a:latin typeface="Times New Roman" panose="02020603050405020304" pitchFamily="18" charset="0"/>
                          <a:ea typeface="宋体" panose="02010600030101010101" pitchFamily="2" charset="-122"/>
                        </a:defRPr>
                      </a:lvl7pPr>
                      <a:lvl8pPr marL="3143250" indent="-228600" fontAlgn="base">
                        <a:spcBef>
                          <a:spcPct val="20000"/>
                        </a:spcBef>
                        <a:spcAft>
                          <a:spcPct val="0"/>
                        </a:spcAft>
                        <a:buClr>
                          <a:schemeClr val="accent2"/>
                        </a:buClr>
                        <a:buSzPct val="80000"/>
                        <a:buFont typeface="Wingdings" panose="05000000000000000000" pitchFamily="2" charset="2"/>
                        <a:defRPr kumimoji="1" sz="1600">
                          <a:solidFill>
                            <a:schemeClr val="tx1"/>
                          </a:solidFill>
                          <a:latin typeface="Times New Roman" panose="02020603050405020304" pitchFamily="18" charset="0"/>
                          <a:ea typeface="宋体" panose="02010600030101010101" pitchFamily="2" charset="-122"/>
                        </a:defRPr>
                      </a:lvl8pPr>
                      <a:lvl9pPr marL="3600450" indent="-228600" fontAlgn="base">
                        <a:spcBef>
                          <a:spcPct val="20000"/>
                        </a:spcBef>
                        <a:spcAft>
                          <a:spcPct val="0"/>
                        </a:spcAft>
                        <a:buClr>
                          <a:schemeClr val="accent2"/>
                        </a:buClr>
                        <a:buSzPct val="80000"/>
                        <a:buFont typeface="Wingdings" panose="05000000000000000000" pitchFamily="2" charset="2"/>
                        <a:defRPr kumimoji="1" sz="1600">
                          <a:solidFill>
                            <a:schemeClr val="tx1"/>
                          </a:solidFill>
                          <a:latin typeface="Times New Roman" panose="02020603050405020304" pitchFamily="18"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1" lang="zh-CN" altLang="en-US" sz="1200" b="0" i="0" u="none" strike="noStrike" cap="none" normalizeH="0" baseline="0">
                          <a:ln>
                            <a:noFill/>
                          </a:ln>
                          <a:solidFill>
                            <a:srgbClr val="33CCFF"/>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zh-CN" altLang="en-US" sz="1200" b="0" i="0" u="none" strike="noStrike" cap="none" normalizeH="0" baseline="0">
                        <a:ln>
                          <a:noFill/>
                        </a:ln>
                        <a:solidFill>
                          <a:srgbClr val="33CCFF"/>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noFill/>
                  </a:tcPr>
                </a:tc>
              </a:tr>
            </a:tbl>
          </a:graphicData>
        </a:graphic>
      </p:graphicFrame>
      <p:sp>
        <p:nvSpPr>
          <p:cNvPr id="50221" name="Rectangle 52"/>
          <p:cNvSpPr/>
          <p:nvPr/>
        </p:nvSpPr>
        <p:spPr>
          <a:xfrm>
            <a:off x="1447800" y="685800"/>
            <a:ext cx="2144713" cy="366713"/>
          </a:xfrm>
          <a:prstGeom prst="rect">
            <a:avLst/>
          </a:prstGeom>
          <a:noFill/>
          <a:ln w="9525">
            <a:noFill/>
          </a:ln>
        </p:spPr>
        <p:txBody>
          <a:bodyPr wrap="none">
            <a:spAutoFit/>
          </a:bodyPr>
          <a:p>
            <a:pPr eaLnBrk="1" hangingPunct="1"/>
            <a:r>
              <a:rPr lang="en-US" altLang="zh-CN" sz="1800" b="1" dirty="0">
                <a:solidFill>
                  <a:schemeClr val="tx2"/>
                </a:solidFill>
                <a:latin typeface="宋体" panose="02010600030101010101" pitchFamily="2" charset="-122"/>
              </a:rPr>
              <a:t>VRML</a:t>
            </a:r>
            <a:r>
              <a:rPr lang="zh-CN" altLang="en-US" sz="1800" b="1" dirty="0">
                <a:solidFill>
                  <a:schemeClr val="tx2"/>
                </a:solidFill>
                <a:latin typeface="宋体" panose="02010600030101010101" pitchFamily="2" charset="-122"/>
              </a:rPr>
              <a:t>的浏览与编辑:</a:t>
            </a:r>
            <a:endParaRPr lang="zh-CN" altLang="en-US" sz="1800" b="1" dirty="0">
              <a:solidFill>
                <a:schemeClr val="tx2"/>
              </a:solidFill>
              <a:latin typeface="宋体" panose="02010600030101010101" pitchFamily="2" charset="-122"/>
            </a:endParaRPr>
          </a:p>
        </p:txBody>
      </p:sp>
    </p:spTree>
  </p:cSld>
  <p:clrMapOvr>
    <a:masterClrMapping/>
  </p:clrMapOvr>
  <p:transition>
    <p:random/>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2" name="页脚占位符 3"/>
          <p:cNvSpPr txBox="1">
            <a:spLocks noGrp="1"/>
          </p:cNvSpPr>
          <p:nvPr>
            <p:ph type="ftr" sz="quarter" idx="3"/>
          </p:nvPr>
        </p:nvSpPr>
        <p:spPr>
          <a:xfrm>
            <a:off x="3733800" y="6570663"/>
            <a:ext cx="2590800" cy="280987"/>
          </a:xfrm>
          <a:ln/>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r>
              <a:rPr lang="zh-CN" altLang="en-US" sz="1200" dirty="0">
                <a:solidFill>
                  <a:schemeClr val="folHlink"/>
                </a:solidFill>
              </a:rPr>
              <a:t>《虚拟地理环境及其应用》</a:t>
            </a:r>
            <a:endParaRPr lang="zh-CN" altLang="en-US" sz="1200" dirty="0">
              <a:solidFill>
                <a:schemeClr val="folHlink"/>
              </a:solidFill>
            </a:endParaRPr>
          </a:p>
        </p:txBody>
      </p:sp>
      <p:sp>
        <p:nvSpPr>
          <p:cNvPr id="51203" name="Rectangle 2"/>
          <p:cNvSpPr/>
          <p:nvPr/>
        </p:nvSpPr>
        <p:spPr>
          <a:xfrm>
            <a:off x="838200" y="2209800"/>
            <a:ext cx="7339013" cy="4111625"/>
          </a:xfrm>
          <a:prstGeom prst="rect">
            <a:avLst/>
          </a:prstGeom>
          <a:noFill/>
          <a:ln w="9525">
            <a:noFill/>
          </a:ln>
        </p:spPr>
        <p:txBody>
          <a:bodyPr anchor="ctr" anchorCtr="0">
            <a:spAutoFit/>
          </a:bodyPr>
          <a:p>
            <a:pPr eaLnBrk="1" hangingPunct="1"/>
            <a:r>
              <a:rPr lang="zh-CN" altLang="en-US" sz="2200" b="1" dirty="0">
                <a:solidFill>
                  <a:schemeClr val="tx2"/>
                </a:solidFill>
                <a:latin typeface="宋体" panose="02010600030101010101" pitchFamily="2" charset="-122"/>
              </a:rPr>
              <a:t>2.1.2浏览器外挂程序的安装</a:t>
            </a:r>
            <a:endParaRPr lang="zh-CN" altLang="en-US" sz="2200" b="1" dirty="0">
              <a:solidFill>
                <a:schemeClr val="tx2"/>
              </a:solidFill>
              <a:latin typeface="宋体" panose="02010600030101010101" pitchFamily="2" charset="-122"/>
            </a:endParaRPr>
          </a:p>
          <a:p>
            <a:pPr eaLnBrk="1" hangingPunct="1"/>
            <a:endParaRPr lang="zh-CN" altLang="en-US" sz="2200" b="1" dirty="0">
              <a:solidFill>
                <a:schemeClr val="tx2"/>
              </a:solidFill>
              <a:latin typeface="宋体" panose="02010600030101010101" pitchFamily="2" charset="-122"/>
            </a:endParaRPr>
          </a:p>
          <a:p>
            <a:pPr eaLnBrk="1" hangingPunct="1"/>
            <a:r>
              <a:rPr lang="zh-CN" altLang="en-US" sz="2200" b="1" dirty="0">
                <a:solidFill>
                  <a:schemeClr val="tx2"/>
                </a:solidFill>
                <a:latin typeface="宋体" panose="02010600030101010101" pitchFamily="2" charset="-122"/>
              </a:rPr>
              <a:t>   从网站</a:t>
            </a:r>
            <a:r>
              <a:rPr lang="en-US" altLang="zh-CN" sz="2200" b="1" dirty="0">
                <a:solidFill>
                  <a:schemeClr val="hlink"/>
                </a:solidFill>
                <a:latin typeface="宋体" panose="02010600030101010101" pitchFamily="2" charset="-122"/>
                <a:hlinkClick r:id="rId1"/>
              </a:rPr>
              <a:t>http://ca.com/cosmo/</a:t>
            </a:r>
            <a:r>
              <a:rPr lang="en-US" altLang="zh-CN" sz="2200" b="1" dirty="0">
                <a:solidFill>
                  <a:schemeClr val="hlink"/>
                </a:solidFill>
                <a:latin typeface="宋体" panose="02010600030101010101" pitchFamily="2" charset="-122"/>
              </a:rPr>
              <a:t>   </a:t>
            </a:r>
            <a:r>
              <a:rPr lang="en-US" altLang="zh-CN" sz="2200" b="1" dirty="0">
                <a:solidFill>
                  <a:schemeClr val="tx2"/>
                </a:solidFill>
                <a:latin typeface="宋体" panose="02010600030101010101" pitchFamily="2" charset="-122"/>
              </a:rPr>
              <a:t> </a:t>
            </a:r>
            <a:r>
              <a:rPr lang="zh-CN" altLang="en-US" sz="2200" b="1" dirty="0">
                <a:solidFill>
                  <a:schemeClr val="tx2"/>
                </a:solidFill>
                <a:latin typeface="宋体" panose="02010600030101010101" pitchFamily="2" charset="-122"/>
              </a:rPr>
              <a:t>或    </a:t>
            </a:r>
            <a:endParaRPr lang="zh-CN" altLang="en-US" sz="2200" b="1" dirty="0">
              <a:solidFill>
                <a:schemeClr val="tx2"/>
              </a:solidFill>
              <a:latin typeface="宋体" panose="02010600030101010101" pitchFamily="2" charset="-122"/>
            </a:endParaRPr>
          </a:p>
          <a:p>
            <a:pPr eaLnBrk="1" hangingPunct="1"/>
            <a:r>
              <a:rPr lang="zh-CN" altLang="en-US" sz="2200" b="1" dirty="0">
                <a:solidFill>
                  <a:schemeClr val="hlink"/>
                </a:solidFill>
                <a:latin typeface="宋体" panose="02010600030101010101" pitchFamily="2" charset="-122"/>
              </a:rPr>
              <a:t>         </a:t>
            </a:r>
            <a:r>
              <a:rPr lang="en-US" altLang="zh-CN" sz="2200" b="1" dirty="0">
                <a:solidFill>
                  <a:schemeClr val="hlink"/>
                </a:solidFill>
                <a:latin typeface="宋体" panose="02010600030101010101" pitchFamily="2" charset="-122"/>
                <a:hlinkClick r:id="rId2"/>
              </a:rPr>
              <a:t>http://www.cosmosoftware.com</a:t>
            </a:r>
            <a:endParaRPr lang="en-US" altLang="zh-CN" sz="2200" b="1" dirty="0">
              <a:solidFill>
                <a:schemeClr val="hlink"/>
              </a:solidFill>
              <a:latin typeface="宋体" panose="02010600030101010101" pitchFamily="2" charset="-122"/>
            </a:endParaRPr>
          </a:p>
          <a:p>
            <a:pPr eaLnBrk="1" hangingPunct="1"/>
            <a:r>
              <a:rPr lang="zh-CN" altLang="en-US" sz="2200" b="1" dirty="0">
                <a:solidFill>
                  <a:schemeClr val="tx2"/>
                </a:solidFill>
                <a:latin typeface="宋体" panose="02010600030101010101" pitchFamily="2" charset="-122"/>
              </a:rPr>
              <a:t>上下载</a:t>
            </a:r>
            <a:r>
              <a:rPr lang="en-US" altLang="zh-CN" sz="2200" b="1" dirty="0">
                <a:solidFill>
                  <a:schemeClr val="tx2"/>
                </a:solidFill>
                <a:latin typeface="宋体" panose="02010600030101010101" pitchFamily="2" charset="-122"/>
              </a:rPr>
              <a:t>Cosmo Player,</a:t>
            </a:r>
            <a:r>
              <a:rPr lang="zh-CN" altLang="en-US" sz="2200" b="1" dirty="0">
                <a:solidFill>
                  <a:schemeClr val="tx2"/>
                </a:solidFill>
                <a:latin typeface="宋体" panose="02010600030101010101" pitchFamily="2" charset="-122"/>
              </a:rPr>
              <a:t>并进行安装。</a:t>
            </a:r>
            <a:endParaRPr lang="zh-CN" altLang="en-US" sz="2200" b="1" dirty="0">
              <a:solidFill>
                <a:schemeClr val="tx2"/>
              </a:solidFill>
              <a:latin typeface="宋体" panose="02010600030101010101" pitchFamily="2" charset="-122"/>
            </a:endParaRPr>
          </a:p>
          <a:p>
            <a:pPr eaLnBrk="1" hangingPunct="1"/>
            <a:endParaRPr lang="zh-CN" altLang="en-US" sz="2200" b="1" dirty="0">
              <a:solidFill>
                <a:schemeClr val="tx2"/>
              </a:solidFill>
              <a:latin typeface="宋体" panose="02010600030101010101" pitchFamily="2" charset="-122"/>
            </a:endParaRPr>
          </a:p>
          <a:p>
            <a:pPr eaLnBrk="1" hangingPunct="1"/>
            <a:r>
              <a:rPr lang="zh-CN" altLang="en-US" sz="2200" b="1" dirty="0">
                <a:solidFill>
                  <a:schemeClr val="tx2"/>
                </a:solidFill>
                <a:latin typeface="宋体" panose="02010600030101010101" pitchFamily="2" charset="-122"/>
              </a:rPr>
              <a:t>   从网站</a:t>
            </a:r>
            <a:r>
              <a:rPr lang="en-US" altLang="zh-CN" sz="2200" b="1" dirty="0">
                <a:solidFill>
                  <a:schemeClr val="hlink"/>
                </a:solidFill>
                <a:latin typeface="宋体" panose="02010600030101010101" pitchFamily="2" charset="-122"/>
                <a:hlinkClick r:id="rId3"/>
              </a:rPr>
              <a:t>http://vrmlpad.parallelgraphics.com</a:t>
            </a:r>
            <a:endParaRPr lang="en-US" altLang="zh-CN" sz="2200" b="1" dirty="0">
              <a:solidFill>
                <a:schemeClr val="hlink"/>
              </a:solidFill>
              <a:latin typeface="宋体" panose="02010600030101010101" pitchFamily="2" charset="-122"/>
            </a:endParaRPr>
          </a:p>
          <a:p>
            <a:pPr eaLnBrk="1" hangingPunct="1"/>
            <a:r>
              <a:rPr lang="zh-CN" altLang="en-US" sz="2200" b="1" dirty="0">
                <a:solidFill>
                  <a:schemeClr val="tx2"/>
                </a:solidFill>
                <a:latin typeface="宋体" panose="02010600030101010101" pitchFamily="2" charset="-122"/>
              </a:rPr>
              <a:t>上下载</a:t>
            </a:r>
            <a:r>
              <a:rPr lang="en-US" altLang="zh-CN" sz="2200" b="1" dirty="0">
                <a:solidFill>
                  <a:schemeClr val="tx2"/>
                </a:solidFill>
                <a:latin typeface="宋体" panose="02010600030101010101" pitchFamily="2" charset="-122"/>
              </a:rPr>
              <a:t>ParallelGraphics Cortona，</a:t>
            </a:r>
            <a:r>
              <a:rPr lang="zh-CN" altLang="en-US" sz="2200" b="1" dirty="0">
                <a:solidFill>
                  <a:schemeClr val="tx2"/>
                </a:solidFill>
                <a:latin typeface="宋体" panose="02010600030101010101" pitchFamily="2" charset="-122"/>
              </a:rPr>
              <a:t>并进行安装。</a:t>
            </a:r>
            <a:endParaRPr lang="zh-CN" altLang="en-US" sz="2200" b="1" dirty="0">
              <a:solidFill>
                <a:schemeClr val="tx2"/>
              </a:solidFill>
              <a:latin typeface="宋体" panose="02010600030101010101" pitchFamily="2" charset="-122"/>
            </a:endParaRPr>
          </a:p>
          <a:p>
            <a:pPr eaLnBrk="1" hangingPunct="1"/>
            <a:endParaRPr lang="zh-CN" altLang="en-US" sz="2200" b="1" dirty="0">
              <a:solidFill>
                <a:schemeClr val="tx2"/>
              </a:solidFill>
              <a:latin typeface="宋体" panose="02010600030101010101" pitchFamily="2" charset="-122"/>
            </a:endParaRPr>
          </a:p>
          <a:p>
            <a:pPr eaLnBrk="1" hangingPunct="1"/>
            <a:r>
              <a:rPr lang="zh-CN" altLang="en-US" sz="2200" b="1" dirty="0">
                <a:solidFill>
                  <a:schemeClr val="tx2"/>
                </a:solidFill>
                <a:latin typeface="宋体" panose="02010600030101010101" pitchFamily="2" charset="-122"/>
              </a:rPr>
              <a:t>   也可从其它提供浏览器网站进行下载。</a:t>
            </a:r>
            <a:endParaRPr lang="zh-CN" altLang="en-US" sz="2200" b="1" dirty="0">
              <a:solidFill>
                <a:schemeClr val="tx2"/>
              </a:solidFill>
              <a:latin typeface="宋体" panose="02010600030101010101" pitchFamily="2" charset="-122"/>
            </a:endParaRPr>
          </a:p>
          <a:p>
            <a:pPr eaLnBrk="1" hangingPunct="1"/>
            <a:endParaRPr lang="zh-CN" altLang="en-US" sz="2200" b="1" dirty="0">
              <a:solidFill>
                <a:schemeClr val="tx2"/>
              </a:solidFill>
              <a:latin typeface="宋体" panose="02010600030101010101" pitchFamily="2" charset="-122"/>
            </a:endParaRPr>
          </a:p>
          <a:p>
            <a:pPr eaLnBrk="1" hangingPunct="1"/>
            <a:endParaRPr lang="zh-CN" altLang="en-US" sz="2200" b="1" dirty="0">
              <a:solidFill>
                <a:schemeClr val="tx2"/>
              </a:solidFill>
              <a:latin typeface="宋体" panose="02010600030101010101" pitchFamily="2" charset="-122"/>
            </a:endParaRPr>
          </a:p>
        </p:txBody>
      </p:sp>
      <p:sp>
        <p:nvSpPr>
          <p:cNvPr id="51204" name="Rectangle 3"/>
          <p:cNvSpPr/>
          <p:nvPr/>
        </p:nvSpPr>
        <p:spPr>
          <a:xfrm>
            <a:off x="1476375" y="1052513"/>
            <a:ext cx="2127250" cy="366712"/>
          </a:xfrm>
          <a:prstGeom prst="rect">
            <a:avLst/>
          </a:prstGeom>
          <a:noFill/>
          <a:ln w="9525">
            <a:noFill/>
          </a:ln>
        </p:spPr>
        <p:txBody>
          <a:bodyPr wrap="none">
            <a:spAutoFit/>
          </a:bodyPr>
          <a:p>
            <a:pPr eaLnBrk="1" hangingPunct="1"/>
            <a:r>
              <a:rPr lang="en-US" altLang="zh-CN" sz="1800" b="1" dirty="0">
                <a:solidFill>
                  <a:schemeClr val="tx2"/>
                </a:solidFill>
                <a:latin typeface="宋体" panose="02010600030101010101" pitchFamily="2" charset="-122"/>
              </a:rPr>
              <a:t>VRML</a:t>
            </a:r>
            <a:r>
              <a:rPr lang="zh-CN" altLang="en-US" sz="1800" b="1" dirty="0">
                <a:solidFill>
                  <a:schemeClr val="tx2"/>
                </a:solidFill>
                <a:latin typeface="宋体" panose="02010600030101010101" pitchFamily="2" charset="-122"/>
              </a:rPr>
              <a:t>的浏览与编辑:</a:t>
            </a:r>
            <a:endParaRPr lang="zh-CN" altLang="en-US" sz="1800" b="1" dirty="0">
              <a:solidFill>
                <a:schemeClr val="tx2"/>
              </a:solidFill>
              <a:latin typeface="宋体" panose="02010600030101010101" pitchFamily="2" charset="-122"/>
            </a:endParaRPr>
          </a:p>
        </p:txBody>
      </p:sp>
    </p:spTree>
  </p:cSld>
  <p:clrMapOvr>
    <a:masterClrMapping/>
  </p:clrMapOvr>
  <p:transition>
    <p:random/>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6" name="页脚占位符 3"/>
          <p:cNvSpPr txBox="1">
            <a:spLocks noGrp="1"/>
          </p:cNvSpPr>
          <p:nvPr>
            <p:ph type="ftr" sz="quarter" idx="3"/>
          </p:nvPr>
        </p:nvSpPr>
        <p:spPr>
          <a:xfrm>
            <a:off x="3733800" y="6570663"/>
            <a:ext cx="2590800" cy="280987"/>
          </a:xfrm>
          <a:ln/>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r>
              <a:rPr lang="zh-CN" altLang="en-US" sz="1200" dirty="0">
                <a:solidFill>
                  <a:schemeClr val="folHlink"/>
                </a:solidFill>
              </a:rPr>
              <a:t>《虚拟地理环境及其应用》</a:t>
            </a:r>
            <a:endParaRPr lang="zh-CN" altLang="en-US" sz="1200" dirty="0">
              <a:solidFill>
                <a:schemeClr val="folHlink"/>
              </a:solidFill>
            </a:endParaRPr>
          </a:p>
        </p:txBody>
      </p:sp>
      <p:sp>
        <p:nvSpPr>
          <p:cNvPr id="56322" name="Rectangle 2"/>
          <p:cNvSpPr/>
          <p:nvPr/>
        </p:nvSpPr>
        <p:spPr>
          <a:xfrm>
            <a:off x="609600" y="1943100"/>
            <a:ext cx="8208963" cy="4108450"/>
          </a:xfrm>
          <a:prstGeom prst="rect">
            <a:avLst/>
          </a:prstGeom>
          <a:noFill/>
          <a:ln w="9525">
            <a:noFill/>
          </a:ln>
        </p:spPr>
        <p:txBody>
          <a:bodyPr anchor="ctr" anchorCtr="0">
            <a:spAutoFit/>
          </a:bodyPr>
          <a:p>
            <a:pPr eaLnBrk="1" hangingPunct="1"/>
            <a:r>
              <a:rPr lang="zh-CN" altLang="en-US" b="1" dirty="0">
                <a:solidFill>
                  <a:schemeClr val="tx2"/>
                </a:solidFill>
                <a:latin typeface="宋体" panose="02010600030101010101" pitchFamily="2" charset="-122"/>
              </a:rPr>
              <a:t>2.2 </a:t>
            </a:r>
            <a:r>
              <a:rPr lang="en-US" altLang="zh-CN" b="1" dirty="0">
                <a:solidFill>
                  <a:schemeClr val="tx2"/>
                </a:solidFill>
                <a:latin typeface="宋体" panose="02010600030101010101" pitchFamily="2" charset="-122"/>
              </a:rPr>
              <a:t>VRML</a:t>
            </a:r>
            <a:r>
              <a:rPr lang="zh-CN" altLang="en-US" b="1" dirty="0">
                <a:solidFill>
                  <a:schemeClr val="tx2"/>
                </a:solidFill>
                <a:latin typeface="宋体" panose="02010600030101010101" pitchFamily="2" charset="-122"/>
              </a:rPr>
              <a:t>的编辑方法</a:t>
            </a:r>
            <a:endParaRPr lang="zh-CN" altLang="en-US" b="1" dirty="0">
              <a:solidFill>
                <a:schemeClr val="tx2"/>
              </a:solidFill>
              <a:latin typeface="宋体" panose="02010600030101010101" pitchFamily="2" charset="-122"/>
            </a:endParaRPr>
          </a:p>
          <a:p>
            <a:pPr eaLnBrk="1" hangingPunct="1"/>
            <a:r>
              <a:rPr lang="en-US" altLang="zh-CN" b="1" dirty="0">
                <a:solidFill>
                  <a:schemeClr val="tx2"/>
                </a:solidFill>
                <a:latin typeface="宋体" panose="02010600030101010101" pitchFamily="2" charset="-122"/>
              </a:rPr>
              <a:t>   VRML</a:t>
            </a:r>
            <a:r>
              <a:rPr lang="zh-CN" altLang="en-US" b="1" dirty="0">
                <a:solidFill>
                  <a:schemeClr val="tx2"/>
                </a:solidFill>
                <a:latin typeface="宋体" panose="02010600030101010101" pitchFamily="2" charset="-122"/>
              </a:rPr>
              <a:t>的文件格式是一般文本文件，所以基本上使用任何的纯文本编辑器都可以编辑</a:t>
            </a:r>
            <a:r>
              <a:rPr lang="en-US" altLang="zh-CN" b="1" dirty="0">
                <a:solidFill>
                  <a:schemeClr val="tx2"/>
                </a:solidFill>
                <a:latin typeface="宋体" panose="02010600030101010101" pitchFamily="2" charset="-122"/>
              </a:rPr>
              <a:t>VRML</a:t>
            </a:r>
            <a:r>
              <a:rPr lang="zh-CN" altLang="en-US" b="1" dirty="0">
                <a:solidFill>
                  <a:schemeClr val="tx2"/>
                </a:solidFill>
                <a:latin typeface="宋体" panose="02010600030101010101" pitchFamily="2" charset="-122"/>
              </a:rPr>
              <a:t>文件。在设计一些最简单的模型时，这种方法是最简便可行的。但是当场景变得复杂后，就需要利用一些专用的模型设计软件，这种软件称为</a:t>
            </a:r>
            <a:r>
              <a:rPr lang="en-US" altLang="zh-CN" b="1" dirty="0">
                <a:solidFill>
                  <a:schemeClr val="tx2"/>
                </a:solidFill>
                <a:latin typeface="宋体" panose="02010600030101010101" pitchFamily="2" charset="-122"/>
              </a:rPr>
              <a:t>VRML</a:t>
            </a:r>
            <a:r>
              <a:rPr lang="zh-CN" altLang="en-US" b="1" dirty="0">
                <a:solidFill>
                  <a:schemeClr val="tx2"/>
                </a:solidFill>
                <a:latin typeface="宋体" panose="02010600030101010101" pitchFamily="2" charset="-122"/>
              </a:rPr>
              <a:t>编辑器。</a:t>
            </a:r>
            <a:r>
              <a:rPr lang="en-US" altLang="zh-CN" b="1" dirty="0">
                <a:solidFill>
                  <a:schemeClr val="tx2"/>
                </a:solidFill>
                <a:latin typeface="宋体" panose="02010600030101010101" pitchFamily="2" charset="-122"/>
              </a:rPr>
              <a:t>VRML</a:t>
            </a:r>
            <a:r>
              <a:rPr lang="zh-CN" altLang="en-US" b="1" dirty="0">
                <a:solidFill>
                  <a:schemeClr val="tx2"/>
                </a:solidFill>
                <a:latin typeface="宋体" panose="02010600030101010101" pitchFamily="2" charset="-122"/>
              </a:rPr>
              <a:t>编辑器有很多，常用的有</a:t>
            </a:r>
            <a:r>
              <a:rPr lang="en-US" altLang="zh-CN" b="1" dirty="0">
                <a:solidFill>
                  <a:schemeClr val="tx2"/>
                </a:solidFill>
                <a:latin typeface="宋体" panose="02010600030101010101" pitchFamily="2" charset="-122"/>
              </a:rPr>
              <a:t>ParaGraph International</a:t>
            </a:r>
            <a:r>
              <a:rPr lang="zh-CN" altLang="en-US" b="1" dirty="0">
                <a:solidFill>
                  <a:schemeClr val="tx2"/>
                </a:solidFill>
                <a:latin typeface="宋体" panose="02010600030101010101" pitchFamily="2" charset="-122"/>
              </a:rPr>
              <a:t>公司的</a:t>
            </a:r>
            <a:r>
              <a:rPr lang="en-US" altLang="zh-CN" b="1" dirty="0">
                <a:solidFill>
                  <a:schemeClr val="tx2"/>
                </a:solidFill>
                <a:latin typeface="宋体" panose="02010600030101010101" pitchFamily="2" charset="-122"/>
              </a:rPr>
              <a:t>Internet3D Space Builder（</a:t>
            </a:r>
            <a:r>
              <a:rPr lang="zh-CN" altLang="en-US" b="1" dirty="0">
                <a:solidFill>
                  <a:schemeClr val="tx2"/>
                </a:solidFill>
                <a:latin typeface="宋体" panose="02010600030101010101" pitchFamily="2" charset="-122"/>
              </a:rPr>
              <a:t>简称</a:t>
            </a:r>
            <a:r>
              <a:rPr lang="en-US" altLang="zh-CN" b="1" dirty="0">
                <a:solidFill>
                  <a:schemeClr val="tx2"/>
                </a:solidFill>
                <a:latin typeface="宋体" panose="02010600030101010101" pitchFamily="2" charset="-122"/>
              </a:rPr>
              <a:t>ISB），Sculptware</a:t>
            </a:r>
            <a:r>
              <a:rPr lang="zh-CN" altLang="en-US" b="1" dirty="0">
                <a:solidFill>
                  <a:schemeClr val="tx2"/>
                </a:solidFill>
                <a:latin typeface="宋体" panose="02010600030101010101" pitchFamily="2" charset="-122"/>
              </a:rPr>
              <a:t>公司的 </a:t>
            </a:r>
            <a:r>
              <a:rPr lang="en-US" altLang="zh-CN" b="1" dirty="0">
                <a:solidFill>
                  <a:schemeClr val="tx2"/>
                </a:solidFill>
                <a:latin typeface="宋体" panose="02010600030101010101" pitchFamily="2" charset="-122"/>
              </a:rPr>
              <a:t>SiteSculptor，ParallelGraphics</a:t>
            </a:r>
            <a:r>
              <a:rPr lang="zh-CN" altLang="en-US" b="1" dirty="0">
                <a:solidFill>
                  <a:schemeClr val="tx2"/>
                </a:solidFill>
                <a:latin typeface="宋体" panose="02010600030101010101" pitchFamily="2" charset="-122"/>
              </a:rPr>
              <a:t>公司的</a:t>
            </a:r>
            <a:r>
              <a:rPr lang="en-US" altLang="zh-CN" b="1" dirty="0">
                <a:solidFill>
                  <a:schemeClr val="tx2"/>
                </a:solidFill>
                <a:latin typeface="宋体" panose="02010600030101010101" pitchFamily="2" charset="-122"/>
              </a:rPr>
              <a:t>Vrml Pad</a:t>
            </a:r>
            <a:r>
              <a:rPr lang="zh-CN" altLang="en-US" b="1" dirty="0">
                <a:solidFill>
                  <a:schemeClr val="tx2"/>
                </a:solidFill>
                <a:latin typeface="宋体" panose="02010600030101010101" pitchFamily="2" charset="-122"/>
              </a:rPr>
              <a:t>等等。</a:t>
            </a:r>
            <a:endParaRPr lang="zh-CN" altLang="en-US" b="1" dirty="0">
              <a:solidFill>
                <a:schemeClr val="tx2"/>
              </a:solidFill>
              <a:latin typeface="宋体" panose="02010600030101010101" pitchFamily="2" charset="-122"/>
            </a:endParaRPr>
          </a:p>
          <a:p>
            <a:pPr eaLnBrk="1" hangingPunct="1"/>
            <a:r>
              <a:rPr lang="en-US" altLang="zh-CN" b="1" dirty="0">
                <a:solidFill>
                  <a:schemeClr val="tx2"/>
                </a:solidFill>
                <a:latin typeface="宋体" panose="02010600030101010101" pitchFamily="2" charset="-122"/>
              </a:rPr>
              <a:t>ParallelGraphics</a:t>
            </a:r>
            <a:r>
              <a:rPr lang="zh-CN" altLang="en-US" b="1" dirty="0">
                <a:solidFill>
                  <a:schemeClr val="tx2"/>
                </a:solidFill>
                <a:latin typeface="宋体" panose="02010600030101010101" pitchFamily="2" charset="-122"/>
              </a:rPr>
              <a:t>公司的</a:t>
            </a:r>
            <a:r>
              <a:rPr lang="en-US" altLang="zh-CN" b="1" dirty="0">
                <a:solidFill>
                  <a:schemeClr val="tx2"/>
                </a:solidFill>
                <a:latin typeface="宋体" panose="02010600030101010101" pitchFamily="2" charset="-122"/>
              </a:rPr>
              <a:t>Vrml Pad</a:t>
            </a:r>
            <a:r>
              <a:rPr lang="zh-CN" altLang="en-US" b="1" dirty="0">
                <a:solidFill>
                  <a:schemeClr val="tx2"/>
                </a:solidFill>
                <a:latin typeface="宋体" panose="02010600030101010101" pitchFamily="2" charset="-122"/>
              </a:rPr>
              <a:t>软件可以从网站</a:t>
            </a:r>
            <a:r>
              <a:rPr lang="en-US" altLang="zh-CN" b="1" dirty="0">
                <a:solidFill>
                  <a:schemeClr val="tx2"/>
                </a:solidFill>
                <a:latin typeface="宋体" panose="02010600030101010101" pitchFamily="2" charset="-122"/>
                <a:hlinkClick r:id="rId1"/>
              </a:rPr>
              <a:t>http://vrmlpad.parallelgraphics.com</a:t>
            </a:r>
            <a:r>
              <a:rPr lang="zh-CN" altLang="en-US" b="1" dirty="0">
                <a:solidFill>
                  <a:schemeClr val="tx2"/>
                </a:solidFill>
                <a:latin typeface="宋体" panose="02010600030101010101" pitchFamily="2" charset="-122"/>
              </a:rPr>
              <a:t>上下载。</a:t>
            </a:r>
            <a:endParaRPr lang="zh-CN" altLang="en-US" b="1" dirty="0">
              <a:solidFill>
                <a:schemeClr val="tx2"/>
              </a:solidFill>
              <a:latin typeface="宋体" panose="02010600030101010101" pitchFamily="2" charset="-122"/>
            </a:endParaRPr>
          </a:p>
        </p:txBody>
      </p:sp>
      <p:sp>
        <p:nvSpPr>
          <p:cNvPr id="52228" name="Rectangle 3"/>
          <p:cNvSpPr/>
          <p:nvPr/>
        </p:nvSpPr>
        <p:spPr>
          <a:xfrm>
            <a:off x="1676400" y="762000"/>
            <a:ext cx="2209800" cy="366713"/>
          </a:xfrm>
          <a:prstGeom prst="rect">
            <a:avLst/>
          </a:prstGeom>
          <a:noFill/>
          <a:ln w="9525">
            <a:noFill/>
          </a:ln>
        </p:spPr>
        <p:txBody>
          <a:bodyPr>
            <a:spAutoFit/>
          </a:bodyPr>
          <a:p>
            <a:pPr eaLnBrk="1" hangingPunct="1"/>
            <a:r>
              <a:rPr lang="en-US" altLang="zh-CN" sz="1800" b="1" dirty="0">
                <a:solidFill>
                  <a:schemeClr val="tx2"/>
                </a:solidFill>
                <a:latin typeface="宋体" panose="02010600030101010101" pitchFamily="2" charset="-122"/>
              </a:rPr>
              <a:t>VRML</a:t>
            </a:r>
            <a:r>
              <a:rPr lang="zh-CN" altLang="en-US" sz="1800" b="1" dirty="0">
                <a:solidFill>
                  <a:schemeClr val="tx2"/>
                </a:solidFill>
                <a:latin typeface="宋体" panose="02010600030101010101" pitchFamily="2" charset="-122"/>
              </a:rPr>
              <a:t>的浏览与编辑:</a:t>
            </a:r>
            <a:endParaRPr lang="zh-CN" altLang="en-US" sz="1800" b="1" dirty="0">
              <a:solidFill>
                <a:schemeClr val="tx2"/>
              </a:solidFill>
              <a:latin typeface="宋体" panose="02010600030101010101" pitchFamily="2"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563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32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3250" name="页脚占位符 3"/>
          <p:cNvSpPr txBox="1">
            <a:spLocks noGrp="1"/>
          </p:cNvSpPr>
          <p:nvPr>
            <p:ph type="ftr" sz="quarter" idx="3"/>
          </p:nvPr>
        </p:nvSpPr>
        <p:spPr>
          <a:xfrm>
            <a:off x="3733800" y="6570663"/>
            <a:ext cx="2590800" cy="280987"/>
          </a:xfrm>
          <a:ln/>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r>
              <a:rPr lang="zh-CN" altLang="en-US" sz="1200" dirty="0">
                <a:solidFill>
                  <a:schemeClr val="folHlink"/>
                </a:solidFill>
              </a:rPr>
              <a:t>《虚拟地理环境及其应用》</a:t>
            </a:r>
            <a:endParaRPr lang="zh-CN" altLang="en-US" sz="1200" dirty="0">
              <a:solidFill>
                <a:schemeClr val="folHlink"/>
              </a:solidFill>
            </a:endParaRPr>
          </a:p>
        </p:txBody>
      </p:sp>
      <p:sp>
        <p:nvSpPr>
          <p:cNvPr id="53251" name="Rectangle 2"/>
          <p:cNvSpPr/>
          <p:nvPr/>
        </p:nvSpPr>
        <p:spPr>
          <a:xfrm>
            <a:off x="1760538" y="904875"/>
            <a:ext cx="6076950" cy="830263"/>
          </a:xfrm>
          <a:prstGeom prst="rect">
            <a:avLst/>
          </a:prstGeom>
          <a:noFill/>
          <a:ln w="9525">
            <a:noFill/>
          </a:ln>
        </p:spPr>
        <p:txBody>
          <a:bodyPr wrap="none" anchor="ctr" anchorCtr="0">
            <a:spAutoFit/>
          </a:bodyPr>
          <a:p>
            <a:pPr algn="ctr" defTabSz="914400" eaLnBrk="1" hangingPunct="1">
              <a:tabLst>
                <a:tab pos="228600" algn="l"/>
                <a:tab pos="2914650" algn="l"/>
              </a:tabLst>
            </a:pPr>
            <a:r>
              <a:rPr lang="en-US" altLang="zh-CN" sz="4800" b="1" dirty="0">
                <a:solidFill>
                  <a:schemeClr val="tx2"/>
                </a:solidFill>
                <a:latin typeface="宋体" panose="02010600030101010101" pitchFamily="2" charset="-122"/>
              </a:rPr>
              <a:t>4.3  VRML</a:t>
            </a:r>
            <a:r>
              <a:rPr lang="zh-CN" altLang="en-US" sz="4800" b="1" dirty="0">
                <a:solidFill>
                  <a:schemeClr val="tx2"/>
                </a:solidFill>
                <a:latin typeface="宋体" panose="02010600030101010101" pitchFamily="2" charset="-122"/>
              </a:rPr>
              <a:t>的文件结构</a:t>
            </a:r>
            <a:endParaRPr lang="zh-CN" altLang="en-US" sz="4800" b="1" dirty="0">
              <a:solidFill>
                <a:schemeClr val="tx2"/>
              </a:solidFill>
              <a:latin typeface="宋体" panose="02010600030101010101" pitchFamily="2" charset="-122"/>
            </a:endParaRPr>
          </a:p>
        </p:txBody>
      </p:sp>
      <p:sp>
        <p:nvSpPr>
          <p:cNvPr id="57347" name="Rectangle 3"/>
          <p:cNvSpPr/>
          <p:nvPr/>
        </p:nvSpPr>
        <p:spPr>
          <a:xfrm>
            <a:off x="936625" y="2886075"/>
            <a:ext cx="8207375" cy="2282825"/>
          </a:xfrm>
          <a:prstGeom prst="rect">
            <a:avLst/>
          </a:prstGeom>
          <a:noFill/>
          <a:ln w="9525">
            <a:noFill/>
          </a:ln>
        </p:spPr>
        <p:txBody>
          <a:bodyPr anchor="ctr" anchorCtr="0">
            <a:spAutoFit/>
          </a:bodyPr>
          <a:p>
            <a:pPr indent="276225" eaLnBrk="1" hangingPunct="1"/>
            <a:r>
              <a:rPr lang="zh-CN" altLang="en-US" b="1" dirty="0">
                <a:solidFill>
                  <a:schemeClr val="tx2"/>
                </a:solidFill>
                <a:latin typeface="宋体" panose="02010600030101010101" pitchFamily="2" charset="-122"/>
              </a:rPr>
              <a:t>一、 </a:t>
            </a:r>
            <a:r>
              <a:rPr lang="en-US" altLang="zh-CN" b="1" dirty="0">
                <a:solidFill>
                  <a:schemeClr val="tx2"/>
                </a:solidFill>
                <a:latin typeface="宋体" panose="02010600030101010101" pitchFamily="2" charset="-122"/>
              </a:rPr>
              <a:t>VRML</a:t>
            </a:r>
            <a:r>
              <a:rPr lang="zh-CN" altLang="en-US" b="1" dirty="0">
                <a:solidFill>
                  <a:schemeClr val="tx2"/>
                </a:solidFill>
                <a:latin typeface="宋体" panose="02010600030101010101" pitchFamily="2" charset="-122"/>
              </a:rPr>
              <a:t>文件概述</a:t>
            </a:r>
            <a:endParaRPr lang="zh-CN" altLang="en-US" b="1" dirty="0">
              <a:solidFill>
                <a:schemeClr val="tx2"/>
              </a:solidFill>
              <a:latin typeface="宋体" panose="02010600030101010101" pitchFamily="2" charset="-122"/>
            </a:endParaRPr>
          </a:p>
          <a:p>
            <a:pPr indent="276225" eaLnBrk="1" hangingPunct="1"/>
            <a:endParaRPr lang="zh-CN" altLang="en-US" b="1" dirty="0">
              <a:solidFill>
                <a:schemeClr val="tx2"/>
              </a:solidFill>
              <a:latin typeface="宋体" panose="02010600030101010101" pitchFamily="2" charset="-122"/>
            </a:endParaRPr>
          </a:p>
          <a:p>
            <a:pPr indent="276225" eaLnBrk="1" hangingPunct="1"/>
            <a:r>
              <a:rPr lang="zh-CN" altLang="en-US" b="1" dirty="0">
                <a:solidFill>
                  <a:schemeClr val="tx2"/>
                </a:solidFill>
                <a:latin typeface="宋体" panose="02010600030101010101" pitchFamily="2" charset="-122"/>
              </a:rPr>
              <a:t>    </a:t>
            </a:r>
            <a:r>
              <a:rPr lang="en-US" altLang="zh-CN" b="1" dirty="0">
                <a:solidFill>
                  <a:schemeClr val="tx2"/>
                </a:solidFill>
                <a:latin typeface="宋体" panose="02010600030101010101" pitchFamily="2" charset="-122"/>
              </a:rPr>
              <a:t>VRML</a:t>
            </a:r>
            <a:r>
              <a:rPr lang="zh-CN" altLang="en-US" b="1" dirty="0">
                <a:solidFill>
                  <a:schemeClr val="tx2"/>
                </a:solidFill>
                <a:latin typeface="宋体" panose="02010600030101010101" pitchFamily="2" charset="-122"/>
              </a:rPr>
              <a:t>文件和大部分程序语言的文件相同，是文本叙述（</a:t>
            </a:r>
            <a:r>
              <a:rPr lang="en-US" altLang="zh-CN" b="1" dirty="0">
                <a:solidFill>
                  <a:schemeClr val="tx2"/>
                </a:solidFill>
                <a:latin typeface="宋体" panose="02010600030101010101" pitchFamily="2" charset="-122"/>
              </a:rPr>
              <a:t>Textual Description）</a:t>
            </a:r>
            <a:r>
              <a:rPr lang="zh-CN" altLang="en-US" b="1" dirty="0">
                <a:solidFill>
                  <a:schemeClr val="tx2"/>
                </a:solidFill>
                <a:latin typeface="宋体" panose="02010600030101010101" pitchFamily="2" charset="-122"/>
              </a:rPr>
              <a:t>文件，可以使用任何文本编辑器来编写</a:t>
            </a:r>
            <a:r>
              <a:rPr lang="en-US" altLang="zh-CN" b="1" dirty="0">
                <a:solidFill>
                  <a:schemeClr val="tx2"/>
                </a:solidFill>
                <a:latin typeface="宋体" panose="02010600030101010101" pitchFamily="2" charset="-122"/>
              </a:rPr>
              <a:t>VRML</a:t>
            </a:r>
            <a:r>
              <a:rPr lang="zh-CN" altLang="en-US" b="1" dirty="0">
                <a:solidFill>
                  <a:schemeClr val="tx2"/>
                </a:solidFill>
                <a:latin typeface="宋体" panose="02010600030101010101" pitchFamily="2" charset="-122"/>
              </a:rPr>
              <a:t>文件，只要保存时，存成.</a:t>
            </a:r>
            <a:r>
              <a:rPr lang="en-US" altLang="zh-CN" b="1" dirty="0">
                <a:solidFill>
                  <a:schemeClr val="tx2"/>
                </a:solidFill>
                <a:latin typeface="宋体" panose="02010600030101010101" pitchFamily="2" charset="-122"/>
              </a:rPr>
              <a:t>wrl</a:t>
            </a:r>
            <a:r>
              <a:rPr lang="zh-CN" altLang="en-US" b="1" dirty="0">
                <a:solidFill>
                  <a:schemeClr val="tx2"/>
                </a:solidFill>
                <a:latin typeface="宋体" panose="02010600030101010101" pitchFamily="2" charset="-122"/>
              </a:rPr>
              <a:t>文件即可而 .</a:t>
            </a:r>
            <a:r>
              <a:rPr lang="en-US" altLang="zh-CN" b="1" dirty="0">
                <a:solidFill>
                  <a:schemeClr val="tx2"/>
                </a:solidFill>
                <a:latin typeface="宋体" panose="02010600030101010101" pitchFamily="2" charset="-122"/>
              </a:rPr>
              <a:t>wrl</a:t>
            </a:r>
            <a:r>
              <a:rPr lang="zh-CN" altLang="en-US" b="1" dirty="0">
                <a:solidFill>
                  <a:schemeClr val="tx2"/>
                </a:solidFill>
                <a:latin typeface="宋体" panose="02010600030101010101" pitchFamily="2" charset="-122"/>
              </a:rPr>
              <a:t>通常读成</a:t>
            </a:r>
            <a:r>
              <a:rPr lang="en-US" altLang="zh-CN" b="1" dirty="0">
                <a:solidFill>
                  <a:schemeClr val="tx2"/>
                </a:solidFill>
                <a:latin typeface="宋体" panose="02010600030101010101" pitchFamily="2" charset="-122"/>
              </a:rPr>
              <a:t>dot world。</a:t>
            </a:r>
            <a:endParaRPr lang="en-US" altLang="zh-CN" b="1" dirty="0">
              <a:solidFill>
                <a:schemeClr val="tx2"/>
              </a:solidFill>
              <a:latin typeface="宋体" panose="02010600030101010101" pitchFamily="2"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0" presetClass="entr" presetSubtype="0" fill="hold" nodeType="clickEffect">
                                  <p:stCondLst>
                                    <p:cond delay="0"/>
                                  </p:stCondLst>
                                  <p:childTnLst>
                                    <p:set>
                                      <p:cBhvr>
                                        <p:cTn id="6" dur="1" fill="hold">
                                          <p:stCondLst>
                                            <p:cond delay="0"/>
                                          </p:stCondLst>
                                        </p:cTn>
                                        <p:tgtEl>
                                          <p:spTgt spid="57347"/>
                                        </p:tgtEl>
                                        <p:attrNameLst>
                                          <p:attrName>style.visibility</p:attrName>
                                        </p:attrNameLst>
                                      </p:cBhvr>
                                      <p:to>
                                        <p:strVal val="visible"/>
                                      </p:to>
                                    </p:set>
                                    <p:animEffect transition="in" filter="wedge">
                                      <p:cBhvr>
                                        <p:cTn id="7" dur="500"/>
                                        <p:tgtEl>
                                          <p:spTgt spid="573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347"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4" name="页脚占位符 1"/>
          <p:cNvSpPr txBox="1">
            <a:spLocks noGrp="1"/>
          </p:cNvSpPr>
          <p:nvPr>
            <p:ph type="ftr" sz="quarter" idx="3"/>
          </p:nvPr>
        </p:nvSpPr>
        <p:spPr>
          <a:xfrm>
            <a:off x="3733800" y="6570663"/>
            <a:ext cx="2590800" cy="280987"/>
          </a:xfrm>
          <a:ln/>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r>
              <a:rPr lang="zh-CN" altLang="en-US" sz="1200" dirty="0">
                <a:solidFill>
                  <a:schemeClr val="folHlink"/>
                </a:solidFill>
              </a:rPr>
              <a:t>《虚拟地理环境及其应用》</a:t>
            </a:r>
            <a:endParaRPr lang="zh-CN" altLang="en-US" sz="1200" dirty="0">
              <a:solidFill>
                <a:schemeClr val="folHlink"/>
              </a:solidFill>
            </a:endParaRPr>
          </a:p>
        </p:txBody>
      </p:sp>
      <p:sp>
        <p:nvSpPr>
          <p:cNvPr id="54275" name="Rectangle 2"/>
          <p:cNvSpPr/>
          <p:nvPr/>
        </p:nvSpPr>
        <p:spPr>
          <a:xfrm>
            <a:off x="1187450" y="1412875"/>
            <a:ext cx="6408738" cy="4838700"/>
          </a:xfrm>
          <a:prstGeom prst="rect">
            <a:avLst/>
          </a:prstGeom>
          <a:noFill/>
          <a:ln w="9525">
            <a:noFill/>
          </a:ln>
        </p:spPr>
        <p:txBody>
          <a:bodyPr anchor="ctr" anchorCtr="0">
            <a:spAutoFit/>
          </a:bodyPr>
          <a:p>
            <a:pPr indent="276225" eaLnBrk="1" hangingPunct="1"/>
            <a:r>
              <a:rPr lang="zh-CN" altLang="en-US" sz="1200" b="1" dirty="0">
                <a:solidFill>
                  <a:schemeClr val="tx2"/>
                </a:solidFill>
                <a:latin typeface="Basemic Times" pitchFamily="2" charset="0"/>
              </a:rPr>
              <a:t>范例3-1</a:t>
            </a:r>
            <a:endParaRPr lang="zh-CN" altLang="en-US" sz="1200" b="1" dirty="0">
              <a:solidFill>
                <a:schemeClr val="tx2"/>
              </a:solidFill>
              <a:latin typeface="Basemic Times" pitchFamily="2" charset="0"/>
            </a:endParaRPr>
          </a:p>
          <a:p>
            <a:pPr indent="276225" eaLnBrk="1" hangingPunct="1"/>
            <a:r>
              <a:rPr lang="zh-CN" altLang="en-US" sz="1200" b="1" dirty="0">
                <a:solidFill>
                  <a:schemeClr val="tx2"/>
                </a:solidFill>
                <a:latin typeface="Basemic Times" pitchFamily="2" charset="0"/>
              </a:rPr>
              <a:t>#</a:t>
            </a:r>
            <a:r>
              <a:rPr lang="en-US" altLang="zh-CN" sz="1200" b="1" dirty="0">
                <a:solidFill>
                  <a:schemeClr val="tx2"/>
                </a:solidFill>
                <a:latin typeface="Basemic Times" pitchFamily="2" charset="0"/>
              </a:rPr>
              <a:t>VRML V2.0 utf8</a:t>
            </a:r>
            <a:endParaRPr lang="en-US" altLang="zh-CN" sz="1200" b="1" dirty="0">
              <a:solidFill>
                <a:schemeClr val="tx2"/>
              </a:solidFill>
              <a:latin typeface="Basemic Times" pitchFamily="2" charset="0"/>
            </a:endParaRPr>
          </a:p>
          <a:p>
            <a:pPr indent="276225" eaLnBrk="1" hangingPunct="1"/>
            <a:r>
              <a:rPr lang="en-US" altLang="zh-CN" sz="1200" b="1" dirty="0">
                <a:solidFill>
                  <a:schemeClr val="tx2"/>
                </a:solidFill>
                <a:latin typeface="Basemic Times" pitchFamily="2" charset="0"/>
              </a:rPr>
              <a:t>#Draw the  column</a:t>
            </a:r>
            <a:endParaRPr lang="en-US" altLang="zh-CN" sz="1200" b="1" dirty="0">
              <a:solidFill>
                <a:schemeClr val="tx2"/>
              </a:solidFill>
              <a:latin typeface="Basemic Times" pitchFamily="2" charset="0"/>
            </a:endParaRPr>
          </a:p>
          <a:p>
            <a:pPr indent="276225" eaLnBrk="1" hangingPunct="1"/>
            <a:r>
              <a:rPr lang="en-US" altLang="zh-CN" sz="1200" b="1" dirty="0">
                <a:solidFill>
                  <a:schemeClr val="tx2"/>
                </a:solidFill>
                <a:latin typeface="Basemic Times" pitchFamily="2" charset="0"/>
              </a:rPr>
              <a:t>Shape {</a:t>
            </a:r>
            <a:endParaRPr lang="en-US" altLang="zh-CN" sz="1200" b="1" dirty="0">
              <a:solidFill>
                <a:schemeClr val="tx2"/>
              </a:solidFill>
              <a:latin typeface="Basemic Times" pitchFamily="2" charset="0"/>
            </a:endParaRPr>
          </a:p>
          <a:p>
            <a:pPr indent="276225" eaLnBrk="1" hangingPunct="1"/>
            <a:r>
              <a:rPr lang="en-US" altLang="zh-CN" sz="1200" b="1" dirty="0">
                <a:solidFill>
                  <a:schemeClr val="tx2"/>
                </a:solidFill>
                <a:latin typeface="Basemic Times" pitchFamily="2" charset="0"/>
              </a:rPr>
              <a:t>	appearance DEF Yellow Appearance {</a:t>
            </a:r>
            <a:endParaRPr lang="en-US" altLang="zh-CN" sz="1200" b="1" dirty="0">
              <a:solidFill>
                <a:schemeClr val="tx2"/>
              </a:solidFill>
              <a:latin typeface="Basemic Times" pitchFamily="2" charset="0"/>
            </a:endParaRPr>
          </a:p>
          <a:p>
            <a:pPr indent="276225" eaLnBrk="1" hangingPunct="1"/>
            <a:r>
              <a:rPr lang="en-US" altLang="zh-CN" sz="1200" b="1" dirty="0">
                <a:solidFill>
                  <a:schemeClr val="tx2"/>
                </a:solidFill>
                <a:latin typeface="Basemic Times" pitchFamily="2" charset="0"/>
              </a:rPr>
              <a:t>		material Material {</a:t>
            </a:r>
            <a:endParaRPr lang="en-US" altLang="zh-CN" sz="1200" b="1" dirty="0">
              <a:solidFill>
                <a:schemeClr val="tx2"/>
              </a:solidFill>
              <a:latin typeface="Basemic Times" pitchFamily="2" charset="0"/>
            </a:endParaRPr>
          </a:p>
          <a:p>
            <a:pPr indent="276225" eaLnBrk="1" hangingPunct="1"/>
            <a:r>
              <a:rPr lang="en-US" altLang="zh-CN" sz="1200" b="1" dirty="0">
                <a:solidFill>
                  <a:schemeClr val="tx2"/>
                </a:solidFill>
                <a:latin typeface="Basemic Times" pitchFamily="2" charset="0"/>
              </a:rPr>
              <a:t>			diffuseColor 1.0 1.0 0.0</a:t>
            </a:r>
            <a:endParaRPr lang="en-US" altLang="zh-CN" sz="1200" b="1" dirty="0">
              <a:solidFill>
                <a:schemeClr val="tx2"/>
              </a:solidFill>
              <a:latin typeface="Basemic Times" pitchFamily="2" charset="0"/>
            </a:endParaRPr>
          </a:p>
          <a:p>
            <a:pPr indent="276225" eaLnBrk="1" hangingPunct="1"/>
            <a:r>
              <a:rPr lang="en-US" altLang="zh-CN" sz="1200" b="1" dirty="0">
                <a:solidFill>
                  <a:schemeClr val="tx2"/>
                </a:solidFill>
                <a:latin typeface="Basemic Times" pitchFamily="2" charset="0"/>
              </a:rPr>
              <a:t>		}</a:t>
            </a:r>
            <a:endParaRPr lang="en-US" altLang="zh-CN" sz="1200" b="1" dirty="0">
              <a:solidFill>
                <a:schemeClr val="tx2"/>
              </a:solidFill>
              <a:latin typeface="Basemic Times" pitchFamily="2" charset="0"/>
            </a:endParaRPr>
          </a:p>
          <a:p>
            <a:pPr indent="276225" eaLnBrk="1" hangingPunct="1"/>
            <a:r>
              <a:rPr lang="en-US" altLang="zh-CN" sz="1200" b="1" dirty="0">
                <a:solidFill>
                  <a:schemeClr val="tx2"/>
                </a:solidFill>
                <a:latin typeface="Basemic Times" pitchFamily="2" charset="0"/>
              </a:rPr>
              <a:t>	}</a:t>
            </a:r>
            <a:endParaRPr lang="en-US" altLang="zh-CN" sz="1200" b="1" dirty="0">
              <a:solidFill>
                <a:schemeClr val="tx2"/>
              </a:solidFill>
              <a:latin typeface="Basemic Times" pitchFamily="2" charset="0"/>
            </a:endParaRPr>
          </a:p>
          <a:p>
            <a:pPr indent="276225" eaLnBrk="1" hangingPunct="1"/>
            <a:r>
              <a:rPr lang="en-US" altLang="zh-CN" sz="1200" b="1" dirty="0">
                <a:solidFill>
                  <a:schemeClr val="tx2"/>
                </a:solidFill>
                <a:latin typeface="Basemic Times" pitchFamily="2" charset="0"/>
              </a:rPr>
              <a:t>	geometry Cylinder {</a:t>
            </a:r>
            <a:endParaRPr lang="en-US" altLang="zh-CN" sz="1200" b="1" dirty="0">
              <a:solidFill>
                <a:schemeClr val="tx2"/>
              </a:solidFill>
              <a:latin typeface="Basemic Times" pitchFamily="2" charset="0"/>
            </a:endParaRPr>
          </a:p>
          <a:p>
            <a:pPr indent="276225" eaLnBrk="1" hangingPunct="1"/>
            <a:r>
              <a:rPr lang="en-US" altLang="zh-CN" sz="1200" b="1" dirty="0">
                <a:solidFill>
                  <a:schemeClr val="tx2"/>
                </a:solidFill>
                <a:latin typeface="Basemic Times" pitchFamily="2" charset="0"/>
              </a:rPr>
              <a:t>		radius 0.5</a:t>
            </a:r>
            <a:endParaRPr lang="en-US" altLang="zh-CN" sz="1200" b="1" dirty="0">
              <a:solidFill>
                <a:schemeClr val="tx2"/>
              </a:solidFill>
              <a:latin typeface="Basemic Times" pitchFamily="2" charset="0"/>
            </a:endParaRPr>
          </a:p>
          <a:p>
            <a:pPr indent="276225" eaLnBrk="1" hangingPunct="1"/>
            <a:r>
              <a:rPr lang="en-US" altLang="zh-CN" sz="1200" b="1" dirty="0">
                <a:solidFill>
                  <a:schemeClr val="tx2"/>
                </a:solidFill>
                <a:latin typeface="Basemic Times" pitchFamily="2" charset="0"/>
              </a:rPr>
              <a:t>		height 4.0</a:t>
            </a:r>
            <a:endParaRPr lang="en-US" altLang="zh-CN" sz="1200" b="1" dirty="0">
              <a:solidFill>
                <a:schemeClr val="tx2"/>
              </a:solidFill>
              <a:latin typeface="Basemic Times" pitchFamily="2" charset="0"/>
            </a:endParaRPr>
          </a:p>
          <a:p>
            <a:pPr indent="276225" eaLnBrk="1" hangingPunct="1"/>
            <a:r>
              <a:rPr lang="en-US" altLang="zh-CN" sz="1200" b="1" dirty="0">
                <a:solidFill>
                  <a:schemeClr val="tx2"/>
                </a:solidFill>
                <a:latin typeface="Basemic Times" pitchFamily="2" charset="0"/>
              </a:rPr>
              <a:t>	}</a:t>
            </a:r>
            <a:endParaRPr lang="en-US" altLang="zh-CN" sz="1200" b="1" dirty="0">
              <a:solidFill>
                <a:schemeClr val="tx2"/>
              </a:solidFill>
              <a:latin typeface="Basemic Times" pitchFamily="2" charset="0"/>
            </a:endParaRPr>
          </a:p>
          <a:p>
            <a:pPr indent="276225" eaLnBrk="1" hangingPunct="1"/>
            <a:r>
              <a:rPr lang="en-US" altLang="zh-CN" sz="1200" b="1" dirty="0">
                <a:solidFill>
                  <a:schemeClr val="tx2"/>
                </a:solidFill>
                <a:latin typeface="Basemic Times" pitchFamily="2" charset="0"/>
              </a:rPr>
              <a:t>}</a:t>
            </a:r>
            <a:endParaRPr lang="en-US" altLang="zh-CN" sz="1200" b="1" dirty="0">
              <a:solidFill>
                <a:schemeClr val="tx2"/>
              </a:solidFill>
              <a:latin typeface="Basemic Times" pitchFamily="2" charset="0"/>
            </a:endParaRPr>
          </a:p>
          <a:p>
            <a:pPr indent="276225" eaLnBrk="1" hangingPunct="1"/>
            <a:r>
              <a:rPr lang="en-US" altLang="zh-CN" sz="1200" b="1" dirty="0">
                <a:solidFill>
                  <a:schemeClr val="tx2"/>
                </a:solidFill>
                <a:latin typeface="Basemic Times" pitchFamily="2" charset="0"/>
              </a:rPr>
              <a:t>#Draw the base</a:t>
            </a:r>
            <a:endParaRPr lang="en-US" altLang="zh-CN" sz="1200" b="1" dirty="0">
              <a:solidFill>
                <a:schemeClr val="tx2"/>
              </a:solidFill>
              <a:latin typeface="Basemic Times" pitchFamily="2" charset="0"/>
            </a:endParaRPr>
          </a:p>
          <a:p>
            <a:pPr indent="276225" eaLnBrk="1" hangingPunct="1"/>
            <a:r>
              <a:rPr lang="en-US" altLang="zh-CN" sz="1200" b="1" dirty="0">
                <a:solidFill>
                  <a:schemeClr val="tx2"/>
                </a:solidFill>
                <a:latin typeface="Basemic Times" pitchFamily="2" charset="0"/>
              </a:rPr>
              <a:t>Transform {</a:t>
            </a:r>
            <a:endParaRPr lang="en-US" altLang="zh-CN" sz="1200" b="1" dirty="0">
              <a:solidFill>
                <a:schemeClr val="tx2"/>
              </a:solidFill>
              <a:latin typeface="Basemic Times" pitchFamily="2" charset="0"/>
            </a:endParaRPr>
          </a:p>
          <a:p>
            <a:pPr indent="276225" eaLnBrk="1" hangingPunct="1"/>
            <a:r>
              <a:rPr lang="en-US" altLang="zh-CN" sz="1200" b="1" dirty="0">
                <a:solidFill>
                  <a:schemeClr val="tx2"/>
                </a:solidFill>
                <a:latin typeface="Basemic Times" pitchFamily="2" charset="0"/>
              </a:rPr>
              <a:t>	translation	0 -3 0</a:t>
            </a:r>
            <a:endParaRPr lang="en-US" altLang="zh-CN" sz="1200" b="1" dirty="0">
              <a:solidFill>
                <a:schemeClr val="tx2"/>
              </a:solidFill>
              <a:latin typeface="Basemic Times" pitchFamily="2" charset="0"/>
            </a:endParaRPr>
          </a:p>
          <a:p>
            <a:pPr indent="276225" eaLnBrk="1" hangingPunct="1"/>
            <a:r>
              <a:rPr lang="en-US" altLang="zh-CN" sz="1200" b="1" dirty="0">
                <a:solidFill>
                  <a:schemeClr val="tx2"/>
                </a:solidFill>
                <a:latin typeface="Basemic Times" pitchFamily="2" charset="0"/>
              </a:rPr>
              <a:t>	children [</a:t>
            </a:r>
            <a:endParaRPr lang="en-US" altLang="zh-CN" sz="1200" b="1" dirty="0">
              <a:solidFill>
                <a:schemeClr val="tx2"/>
              </a:solidFill>
              <a:latin typeface="Basemic Times" pitchFamily="2" charset="0"/>
            </a:endParaRPr>
          </a:p>
          <a:p>
            <a:pPr indent="276225" eaLnBrk="1" hangingPunct="1"/>
            <a:r>
              <a:rPr lang="en-US" altLang="zh-CN" sz="1200" b="1" dirty="0">
                <a:solidFill>
                  <a:schemeClr val="tx2"/>
                </a:solidFill>
                <a:latin typeface="Basemic Times" pitchFamily="2" charset="0"/>
              </a:rPr>
              <a:t>		Shape{</a:t>
            </a:r>
            <a:endParaRPr lang="en-US" altLang="zh-CN" sz="1200" b="1" dirty="0">
              <a:solidFill>
                <a:schemeClr val="tx2"/>
              </a:solidFill>
              <a:latin typeface="Basemic Times" pitchFamily="2" charset="0"/>
            </a:endParaRPr>
          </a:p>
          <a:p>
            <a:pPr indent="276225" eaLnBrk="1" hangingPunct="1"/>
            <a:r>
              <a:rPr lang="en-US" altLang="zh-CN" sz="1200" b="1" dirty="0">
                <a:solidFill>
                  <a:schemeClr val="tx2"/>
                </a:solidFill>
                <a:latin typeface="Basemic Times" pitchFamily="2" charset="0"/>
              </a:rPr>
              <a:t>			appearance USE Yellow</a:t>
            </a:r>
            <a:endParaRPr lang="en-US" altLang="zh-CN" sz="1200" b="1" dirty="0">
              <a:solidFill>
                <a:schemeClr val="tx2"/>
              </a:solidFill>
              <a:latin typeface="Basemic Times" pitchFamily="2" charset="0"/>
            </a:endParaRPr>
          </a:p>
          <a:p>
            <a:pPr indent="276225" eaLnBrk="1" hangingPunct="1"/>
            <a:r>
              <a:rPr lang="en-US" altLang="zh-CN" sz="1200" b="1" dirty="0">
                <a:solidFill>
                  <a:schemeClr val="tx2"/>
                </a:solidFill>
                <a:latin typeface="Basemic Times" pitchFamily="2" charset="0"/>
              </a:rPr>
              <a:t>			geometry Box {</a:t>
            </a:r>
            <a:endParaRPr lang="en-US" altLang="zh-CN" sz="1200" b="1" dirty="0">
              <a:solidFill>
                <a:schemeClr val="tx2"/>
              </a:solidFill>
              <a:latin typeface="Basemic Times" pitchFamily="2" charset="0"/>
            </a:endParaRPr>
          </a:p>
          <a:p>
            <a:pPr indent="276225" eaLnBrk="1" hangingPunct="1"/>
            <a:r>
              <a:rPr lang="en-US" altLang="zh-CN" sz="1200" b="1" dirty="0">
                <a:solidFill>
                  <a:schemeClr val="tx2"/>
                </a:solidFill>
                <a:latin typeface="Basemic Times" pitchFamily="2" charset="0"/>
              </a:rPr>
              <a:t>				size 2.0 2.0 2.0 </a:t>
            </a:r>
            <a:endParaRPr lang="en-US" altLang="zh-CN" sz="1200" b="1" dirty="0">
              <a:solidFill>
                <a:schemeClr val="tx2"/>
              </a:solidFill>
              <a:latin typeface="Basemic Times" pitchFamily="2" charset="0"/>
            </a:endParaRPr>
          </a:p>
          <a:p>
            <a:pPr indent="276225" eaLnBrk="1" hangingPunct="1"/>
            <a:r>
              <a:rPr lang="en-US" altLang="zh-CN" sz="1200" b="1" dirty="0">
                <a:solidFill>
                  <a:schemeClr val="tx2"/>
                </a:solidFill>
                <a:latin typeface="Basemic Times" pitchFamily="2" charset="0"/>
              </a:rPr>
              <a:t>			}</a:t>
            </a:r>
            <a:endParaRPr lang="en-US" altLang="zh-CN" sz="1200" b="1" dirty="0">
              <a:solidFill>
                <a:schemeClr val="tx2"/>
              </a:solidFill>
              <a:latin typeface="Basemic Times" pitchFamily="2" charset="0"/>
            </a:endParaRPr>
          </a:p>
          <a:p>
            <a:pPr indent="276225" eaLnBrk="1" hangingPunct="1"/>
            <a:r>
              <a:rPr lang="en-US" altLang="zh-CN" sz="1200" b="1" dirty="0">
                <a:solidFill>
                  <a:schemeClr val="tx2"/>
                </a:solidFill>
                <a:latin typeface="Basemic Times" pitchFamily="2" charset="0"/>
              </a:rPr>
              <a:t>		}</a:t>
            </a:r>
            <a:endParaRPr lang="en-US" altLang="zh-CN" sz="1200" b="1" dirty="0">
              <a:solidFill>
                <a:schemeClr val="tx2"/>
              </a:solidFill>
              <a:latin typeface="Basemic Times" pitchFamily="2" charset="0"/>
            </a:endParaRPr>
          </a:p>
          <a:p>
            <a:pPr indent="276225" eaLnBrk="1" hangingPunct="1"/>
            <a:r>
              <a:rPr lang="en-US" altLang="zh-CN" sz="1200" b="1" dirty="0">
                <a:solidFill>
                  <a:schemeClr val="tx2"/>
                </a:solidFill>
                <a:latin typeface="Basemic Times" pitchFamily="2" charset="0"/>
              </a:rPr>
              <a:t>	]</a:t>
            </a:r>
            <a:endParaRPr lang="en-US" altLang="zh-CN" sz="1200" b="1" dirty="0">
              <a:solidFill>
                <a:schemeClr val="tx2"/>
              </a:solidFill>
              <a:latin typeface="Basemic Times" pitchFamily="2" charset="0"/>
            </a:endParaRPr>
          </a:p>
          <a:p>
            <a:pPr indent="276225" eaLnBrk="1" hangingPunct="1"/>
            <a:r>
              <a:rPr lang="en-US" altLang="zh-CN" sz="1200" b="1" dirty="0">
                <a:solidFill>
                  <a:schemeClr val="tx2"/>
                </a:solidFill>
                <a:latin typeface="Basemic Times" pitchFamily="2" charset="0"/>
              </a:rPr>
              <a:t>}</a:t>
            </a:r>
            <a:endParaRPr lang="en-US" altLang="zh-CN" sz="1200" b="1" dirty="0">
              <a:solidFill>
                <a:schemeClr val="tx2"/>
              </a:solidFill>
              <a:latin typeface="Basemic Times" pitchFamily="2" charset="0"/>
            </a:endParaRPr>
          </a:p>
        </p:txBody>
      </p:sp>
      <p:sp>
        <p:nvSpPr>
          <p:cNvPr id="54276" name="Rectangle 3"/>
          <p:cNvSpPr/>
          <p:nvPr/>
        </p:nvSpPr>
        <p:spPr>
          <a:xfrm>
            <a:off x="1600200" y="838200"/>
            <a:ext cx="1963738" cy="366713"/>
          </a:xfrm>
          <a:prstGeom prst="rect">
            <a:avLst/>
          </a:prstGeom>
          <a:noFill/>
          <a:ln w="9525">
            <a:noFill/>
          </a:ln>
        </p:spPr>
        <p:txBody>
          <a:bodyPr>
            <a:spAutoFit/>
          </a:bodyPr>
          <a:p>
            <a:pPr eaLnBrk="1" hangingPunct="1"/>
            <a:r>
              <a:rPr lang="zh-CN" altLang="en-US" sz="1800" b="1" dirty="0">
                <a:solidFill>
                  <a:schemeClr val="tx2"/>
                </a:solidFill>
                <a:latin typeface="宋体" panose="02010600030101010101" pitchFamily="2" charset="-122"/>
              </a:rPr>
              <a:t>示例：</a:t>
            </a:r>
            <a:endParaRPr lang="zh-CN" altLang="en-US" sz="1800" b="1" dirty="0">
              <a:solidFill>
                <a:schemeClr val="tx2"/>
              </a:solidFill>
              <a:latin typeface="宋体" panose="02010600030101010101" pitchFamily="2" charset="-122"/>
            </a:endParaRPr>
          </a:p>
        </p:txBody>
      </p:sp>
    </p:spTree>
  </p:cSld>
  <p:clrMapOvr>
    <a:masterClrMapping/>
  </p:clrMapOvr>
  <p:transition>
    <p:random/>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5298" name="页脚占位符 3"/>
          <p:cNvSpPr txBox="1">
            <a:spLocks noGrp="1"/>
          </p:cNvSpPr>
          <p:nvPr>
            <p:ph type="ftr" sz="quarter" idx="3"/>
          </p:nvPr>
        </p:nvSpPr>
        <p:spPr>
          <a:xfrm>
            <a:off x="3733800" y="6570663"/>
            <a:ext cx="2590800" cy="280987"/>
          </a:xfrm>
          <a:ln/>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r>
              <a:rPr lang="zh-CN" altLang="en-US" sz="1200" dirty="0">
                <a:solidFill>
                  <a:schemeClr val="folHlink"/>
                </a:solidFill>
              </a:rPr>
              <a:t>《虚拟地理环境及其应用》</a:t>
            </a:r>
            <a:endParaRPr lang="zh-CN" altLang="en-US" sz="1200" dirty="0">
              <a:solidFill>
                <a:schemeClr val="folHlink"/>
              </a:solidFill>
            </a:endParaRPr>
          </a:p>
        </p:txBody>
      </p:sp>
      <p:sp>
        <p:nvSpPr>
          <p:cNvPr id="59394" name="Rectangle 2"/>
          <p:cNvSpPr/>
          <p:nvPr/>
        </p:nvSpPr>
        <p:spPr>
          <a:xfrm>
            <a:off x="684213" y="1916113"/>
            <a:ext cx="8208962" cy="4329112"/>
          </a:xfrm>
          <a:prstGeom prst="rect">
            <a:avLst/>
          </a:prstGeom>
          <a:noFill/>
          <a:ln w="9525">
            <a:noFill/>
          </a:ln>
        </p:spPr>
        <p:txBody>
          <a:bodyPr>
            <a:spAutoFit/>
          </a:bodyPr>
          <a:p>
            <a:pPr eaLnBrk="1" hangingPunct="1"/>
            <a:r>
              <a:rPr lang="zh-CN" altLang="en-US" sz="2800" b="1" dirty="0">
                <a:solidFill>
                  <a:schemeClr val="tx2"/>
                </a:solidFill>
                <a:latin typeface="宋体" panose="02010600030101010101" pitchFamily="2" charset="-122"/>
              </a:rPr>
              <a:t>    #</a:t>
            </a:r>
            <a:r>
              <a:rPr lang="en-US" altLang="zh-CN" sz="2800" b="1" dirty="0">
                <a:solidFill>
                  <a:schemeClr val="tx2"/>
                </a:solidFill>
                <a:latin typeface="宋体" panose="02010600030101010101" pitchFamily="2" charset="-122"/>
              </a:rPr>
              <a:t>VRML V2.0 utf8:</a:t>
            </a:r>
            <a:r>
              <a:rPr lang="zh-CN" altLang="en-US" sz="2800" b="1" dirty="0">
                <a:solidFill>
                  <a:schemeClr val="tx2"/>
                </a:solidFill>
                <a:latin typeface="宋体" panose="02010600030101010101" pitchFamily="2" charset="-122"/>
              </a:rPr>
              <a:t>这是</a:t>
            </a:r>
            <a:r>
              <a:rPr lang="en-US" altLang="zh-CN" sz="2800" b="1" dirty="0">
                <a:solidFill>
                  <a:schemeClr val="tx2"/>
                </a:solidFill>
                <a:latin typeface="宋体" panose="02010600030101010101" pitchFamily="2" charset="-122"/>
              </a:rPr>
              <a:t>VRML</a:t>
            </a:r>
            <a:r>
              <a:rPr lang="zh-CN" altLang="en-US" sz="2800" b="1" dirty="0">
                <a:solidFill>
                  <a:schemeClr val="tx2"/>
                </a:solidFill>
                <a:latin typeface="宋体" panose="02010600030101010101" pitchFamily="2" charset="-122"/>
              </a:rPr>
              <a:t>的文件头，在任何</a:t>
            </a:r>
            <a:r>
              <a:rPr lang="en-US" altLang="zh-CN" sz="2800" b="1" dirty="0">
                <a:solidFill>
                  <a:schemeClr val="tx2"/>
                </a:solidFill>
                <a:latin typeface="宋体" panose="02010600030101010101" pitchFamily="2" charset="-122"/>
              </a:rPr>
              <a:t>VRML</a:t>
            </a:r>
            <a:r>
              <a:rPr lang="zh-CN" altLang="en-US" sz="2800" b="1" dirty="0">
                <a:solidFill>
                  <a:schemeClr val="tx2"/>
                </a:solidFill>
                <a:latin typeface="宋体" panose="02010600030101010101" pitchFamily="2" charset="-122"/>
              </a:rPr>
              <a:t>程序的第一行一定要写上这个文件头。</a:t>
            </a:r>
            <a:r>
              <a:rPr lang="en-US" altLang="zh-CN" sz="2800" b="1" dirty="0">
                <a:solidFill>
                  <a:schemeClr val="tx2"/>
                </a:solidFill>
                <a:latin typeface="宋体" panose="02010600030101010101" pitchFamily="2" charset="-122"/>
              </a:rPr>
              <a:t>VRML</a:t>
            </a:r>
            <a:r>
              <a:rPr lang="zh-CN" altLang="en-US" sz="2800" b="1" dirty="0">
                <a:solidFill>
                  <a:schemeClr val="tx2"/>
                </a:solidFill>
                <a:latin typeface="宋体" panose="02010600030101010101" pitchFamily="2" charset="-122"/>
              </a:rPr>
              <a:t>的文件头对这个文件有以下的描述：</a:t>
            </a:r>
            <a:endParaRPr lang="zh-CN" altLang="en-US" sz="2800" b="1" dirty="0">
              <a:solidFill>
                <a:schemeClr val="tx2"/>
              </a:solidFill>
              <a:latin typeface="宋体" panose="02010600030101010101" pitchFamily="2" charset="-122"/>
            </a:endParaRPr>
          </a:p>
          <a:p>
            <a:pPr eaLnBrk="1" hangingPunct="1">
              <a:buChar char="•"/>
            </a:pPr>
            <a:r>
              <a:rPr lang="zh-CN" altLang="en-US" sz="2800" b="1" dirty="0">
                <a:solidFill>
                  <a:schemeClr val="tx2"/>
                </a:solidFill>
                <a:latin typeface="宋体" panose="02010600030101010101" pitchFamily="2" charset="-122"/>
              </a:rPr>
              <a:t>   它是</a:t>
            </a:r>
            <a:r>
              <a:rPr lang="en-US" altLang="zh-CN" sz="2800" b="1" dirty="0">
                <a:solidFill>
                  <a:schemeClr val="tx2"/>
                </a:solidFill>
                <a:latin typeface="宋体" panose="02010600030101010101" pitchFamily="2" charset="-122"/>
              </a:rPr>
              <a:t>VRML </a:t>
            </a:r>
            <a:r>
              <a:rPr lang="zh-CN" altLang="en-US" sz="2800" b="1" dirty="0">
                <a:solidFill>
                  <a:schemeClr val="tx2"/>
                </a:solidFill>
                <a:latin typeface="宋体" panose="02010600030101010101" pitchFamily="2" charset="-122"/>
              </a:rPr>
              <a:t>的文件</a:t>
            </a:r>
            <a:endParaRPr lang="zh-CN" altLang="en-US" sz="2800" b="1" dirty="0">
              <a:solidFill>
                <a:schemeClr val="tx2"/>
              </a:solidFill>
              <a:latin typeface="宋体" panose="02010600030101010101" pitchFamily="2" charset="-122"/>
            </a:endParaRPr>
          </a:p>
          <a:p>
            <a:pPr eaLnBrk="1" hangingPunct="1">
              <a:buChar char="•"/>
            </a:pPr>
            <a:r>
              <a:rPr lang="zh-CN" altLang="en-US" sz="2800" b="1" dirty="0">
                <a:solidFill>
                  <a:schemeClr val="tx2"/>
                </a:solidFill>
                <a:latin typeface="宋体" panose="02010600030101010101" pitchFamily="2" charset="-122"/>
              </a:rPr>
              <a:t>   它是使用</a:t>
            </a:r>
            <a:r>
              <a:rPr lang="en-US" altLang="zh-CN" sz="2800" b="1" dirty="0">
                <a:solidFill>
                  <a:schemeClr val="tx2"/>
                </a:solidFill>
                <a:latin typeface="宋体" panose="02010600030101010101" pitchFamily="2" charset="-122"/>
              </a:rPr>
              <a:t>VRML 2.0</a:t>
            </a:r>
            <a:r>
              <a:rPr lang="zh-CN" altLang="en-US" sz="2800" b="1" dirty="0">
                <a:solidFill>
                  <a:schemeClr val="tx2"/>
                </a:solidFill>
                <a:latin typeface="宋体" panose="02010600030101010101" pitchFamily="2" charset="-122"/>
              </a:rPr>
              <a:t>版的规格来完成</a:t>
            </a:r>
            <a:endParaRPr lang="zh-CN" altLang="en-US" sz="2800" b="1" dirty="0">
              <a:solidFill>
                <a:schemeClr val="tx2"/>
              </a:solidFill>
              <a:latin typeface="宋体" panose="02010600030101010101" pitchFamily="2" charset="-122"/>
            </a:endParaRPr>
          </a:p>
          <a:p>
            <a:pPr eaLnBrk="1" hangingPunct="1">
              <a:buChar char="•"/>
            </a:pPr>
            <a:r>
              <a:rPr lang="zh-CN" altLang="en-US" sz="2800" b="1" dirty="0">
                <a:solidFill>
                  <a:schemeClr val="tx2"/>
                </a:solidFill>
                <a:latin typeface="宋体" panose="02010600030101010101" pitchFamily="2" charset="-122"/>
              </a:rPr>
              <a:t>   文件是使用国际</a:t>
            </a:r>
            <a:r>
              <a:rPr lang="en-US" altLang="zh-CN" sz="2800" b="1" dirty="0">
                <a:solidFill>
                  <a:schemeClr val="tx2"/>
                </a:solidFill>
                <a:latin typeface="宋体" panose="02010600030101010101" pitchFamily="2" charset="-122"/>
              </a:rPr>
              <a:t>UTF-8</a:t>
            </a:r>
            <a:r>
              <a:rPr lang="zh-CN" altLang="en-US" sz="2800" b="1" dirty="0">
                <a:solidFill>
                  <a:schemeClr val="tx2"/>
                </a:solidFill>
                <a:latin typeface="宋体" panose="02010600030101010101" pitchFamily="2" charset="-122"/>
              </a:rPr>
              <a:t>字符集合</a:t>
            </a:r>
            <a:endParaRPr lang="zh-CN" altLang="en-US" sz="2800" b="1" dirty="0">
              <a:solidFill>
                <a:schemeClr val="tx2"/>
              </a:solidFill>
              <a:latin typeface="宋体" panose="02010600030101010101" pitchFamily="2" charset="-122"/>
            </a:endParaRPr>
          </a:p>
          <a:p>
            <a:pPr eaLnBrk="1" hangingPunct="1"/>
            <a:r>
              <a:rPr lang="en-US" altLang="zh-CN" sz="2200" b="1" dirty="0">
                <a:solidFill>
                  <a:schemeClr val="tx2"/>
                </a:solidFill>
                <a:latin typeface="宋体" panose="02010600030101010101" pitchFamily="2" charset="-122"/>
              </a:rPr>
              <a:t>   UTF-8</a:t>
            </a:r>
            <a:r>
              <a:rPr lang="zh-CN" altLang="en-US" sz="2200" b="1" dirty="0">
                <a:solidFill>
                  <a:schemeClr val="tx2"/>
                </a:solidFill>
                <a:latin typeface="宋体" panose="02010600030101010101" pitchFamily="2" charset="-122"/>
              </a:rPr>
              <a:t>字符集合是一个标准的字符集合，包含英文。它使</a:t>
            </a:r>
            <a:r>
              <a:rPr lang="en-US" altLang="zh-CN" sz="2200" b="1" dirty="0">
                <a:solidFill>
                  <a:schemeClr val="tx2"/>
                </a:solidFill>
                <a:latin typeface="宋体" panose="02010600030101010101" pitchFamily="2" charset="-122"/>
              </a:rPr>
              <a:t>VRML      </a:t>
            </a:r>
            <a:r>
              <a:rPr lang="zh-CN" altLang="en-US" sz="2200" b="1" dirty="0">
                <a:solidFill>
                  <a:schemeClr val="tx2"/>
                </a:solidFill>
                <a:latin typeface="宋体" panose="02010600030101010101" pitchFamily="2" charset="-122"/>
              </a:rPr>
              <a:t>能够支持英文字符，例如</a:t>
            </a:r>
            <a:r>
              <a:rPr lang="en-US" altLang="zh-CN" sz="2200" b="1" dirty="0">
                <a:solidFill>
                  <a:schemeClr val="tx2"/>
                </a:solidFill>
                <a:latin typeface="宋体" panose="02010600030101010101" pitchFamily="2" charset="-122"/>
              </a:rPr>
              <a:t>A~Z。</a:t>
            </a:r>
            <a:r>
              <a:rPr lang="zh-CN" altLang="en-US" sz="2200" b="1" dirty="0">
                <a:solidFill>
                  <a:schemeClr val="tx2"/>
                </a:solidFill>
                <a:latin typeface="宋体" panose="02010600030101010101" pitchFamily="2" charset="-122"/>
              </a:rPr>
              <a:t>只要是能在键盘上找到的字符，</a:t>
            </a:r>
            <a:r>
              <a:rPr lang="en-US" altLang="zh-CN" sz="2200" b="1" dirty="0">
                <a:solidFill>
                  <a:schemeClr val="tx2"/>
                </a:solidFill>
                <a:latin typeface="宋体" panose="02010600030101010101" pitchFamily="2" charset="-122"/>
              </a:rPr>
              <a:t>UTF-8</a:t>
            </a:r>
            <a:r>
              <a:rPr lang="zh-CN" altLang="en-US" sz="2200" b="1" dirty="0">
                <a:solidFill>
                  <a:schemeClr val="tx2"/>
                </a:solidFill>
                <a:latin typeface="宋体" panose="02010600030101010101" pitchFamily="2" charset="-122"/>
              </a:rPr>
              <a:t>字符集合都包含在内，所以</a:t>
            </a:r>
            <a:r>
              <a:rPr lang="en-US" altLang="zh-CN" sz="2200" b="1" dirty="0">
                <a:solidFill>
                  <a:schemeClr val="tx2"/>
                </a:solidFill>
                <a:latin typeface="宋体" panose="02010600030101010101" pitchFamily="2" charset="-122"/>
              </a:rPr>
              <a:t>VRML</a:t>
            </a:r>
            <a:r>
              <a:rPr lang="zh-CN" altLang="en-US" sz="2200" b="1" dirty="0">
                <a:solidFill>
                  <a:schemeClr val="tx2"/>
                </a:solidFill>
                <a:latin typeface="宋体" panose="02010600030101010101" pitchFamily="2" charset="-122"/>
              </a:rPr>
              <a:t>文件中能输入任何</a:t>
            </a:r>
            <a:r>
              <a:rPr lang="en-US" altLang="zh-CN" sz="2200" b="1" dirty="0">
                <a:solidFill>
                  <a:schemeClr val="tx2"/>
                </a:solidFill>
                <a:latin typeface="宋体" panose="02010600030101010101" pitchFamily="2" charset="-122"/>
              </a:rPr>
              <a:t>ASCII</a:t>
            </a:r>
            <a:r>
              <a:rPr lang="zh-CN" altLang="en-US" sz="2200" b="1" dirty="0">
                <a:solidFill>
                  <a:schemeClr val="tx2"/>
                </a:solidFill>
                <a:latin typeface="宋体" panose="02010600030101010101" pitchFamily="2" charset="-122"/>
              </a:rPr>
              <a:t>码。</a:t>
            </a:r>
            <a:endParaRPr lang="zh-CN" altLang="en-US" sz="2200" b="1" dirty="0">
              <a:solidFill>
                <a:schemeClr val="tx2"/>
              </a:solidFill>
              <a:latin typeface="宋体" panose="02010600030101010101" pitchFamily="2" charset="-122"/>
            </a:endParaRPr>
          </a:p>
          <a:p>
            <a:pPr eaLnBrk="1" hangingPunct="1"/>
            <a:endParaRPr lang="zh-CN" altLang="en-US" sz="2200" b="1" dirty="0">
              <a:solidFill>
                <a:schemeClr val="tx2"/>
              </a:solidFill>
              <a:latin typeface="宋体" panose="02010600030101010101" pitchFamily="2" charset="-122"/>
            </a:endParaRPr>
          </a:p>
        </p:txBody>
      </p:sp>
      <p:sp>
        <p:nvSpPr>
          <p:cNvPr id="55300" name="Rectangle 3"/>
          <p:cNvSpPr/>
          <p:nvPr/>
        </p:nvSpPr>
        <p:spPr>
          <a:xfrm>
            <a:off x="1524000" y="990600"/>
            <a:ext cx="2774950" cy="457200"/>
          </a:xfrm>
          <a:prstGeom prst="rect">
            <a:avLst/>
          </a:prstGeom>
          <a:noFill/>
          <a:ln w="9525">
            <a:noFill/>
          </a:ln>
        </p:spPr>
        <p:txBody>
          <a:bodyPr wrap="none">
            <a:spAutoFit/>
          </a:bodyPr>
          <a:p>
            <a:pPr eaLnBrk="1" hangingPunct="1"/>
            <a:r>
              <a:rPr lang="zh-CN" altLang="en-US" b="1" dirty="0">
                <a:solidFill>
                  <a:schemeClr val="tx2"/>
                </a:solidFill>
                <a:latin typeface="宋体" panose="02010600030101010101" pitchFamily="2" charset="-122"/>
              </a:rPr>
              <a:t>二、 </a:t>
            </a:r>
            <a:r>
              <a:rPr lang="en-US" altLang="zh-CN" b="1" dirty="0">
                <a:solidFill>
                  <a:schemeClr val="tx2"/>
                </a:solidFill>
                <a:latin typeface="宋体" panose="02010600030101010101" pitchFamily="2" charset="-122"/>
              </a:rPr>
              <a:t>VRML</a:t>
            </a:r>
            <a:r>
              <a:rPr lang="zh-CN" altLang="en-US" b="1" dirty="0">
                <a:solidFill>
                  <a:schemeClr val="tx2"/>
                </a:solidFill>
                <a:latin typeface="宋体" panose="02010600030101010101" pitchFamily="2" charset="-122"/>
              </a:rPr>
              <a:t>的文件头</a:t>
            </a:r>
            <a:endParaRPr lang="zh-CN" altLang="en-US" b="1" dirty="0">
              <a:solidFill>
                <a:schemeClr val="tx2"/>
              </a:solidFill>
              <a:latin typeface="宋体" panose="02010600030101010101" pitchFamily="2"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9394"/>
                                        </p:tgtEl>
                                        <p:attrNameLst>
                                          <p:attrName>style.visibility</p:attrName>
                                        </p:attrNameLst>
                                      </p:cBhvr>
                                      <p:to>
                                        <p:strVal val="visible"/>
                                      </p:to>
                                    </p:set>
                                    <p:animEffect transition="in" filter="blinds(horizontal)">
                                      <p:cBhvr>
                                        <p:cTn id="7" dur="500"/>
                                        <p:tgtEl>
                                          <p:spTgt spid="593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394"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2" name="页脚占位符 3"/>
          <p:cNvSpPr txBox="1">
            <a:spLocks noGrp="1"/>
          </p:cNvSpPr>
          <p:nvPr>
            <p:ph type="ftr" sz="quarter" idx="3"/>
          </p:nvPr>
        </p:nvSpPr>
        <p:spPr>
          <a:xfrm>
            <a:off x="3733800" y="6570663"/>
            <a:ext cx="2590800" cy="280987"/>
          </a:xfrm>
          <a:ln/>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r>
              <a:rPr lang="zh-CN" altLang="en-US" sz="1200" dirty="0">
                <a:solidFill>
                  <a:schemeClr val="folHlink"/>
                </a:solidFill>
              </a:rPr>
              <a:t>《虚拟地理环境及其应用》</a:t>
            </a:r>
            <a:endParaRPr lang="zh-CN" altLang="en-US" sz="1200" dirty="0">
              <a:solidFill>
                <a:schemeClr val="folHlink"/>
              </a:solidFill>
            </a:endParaRPr>
          </a:p>
        </p:txBody>
      </p:sp>
      <p:sp>
        <p:nvSpPr>
          <p:cNvPr id="178178" name="Rectangle 2"/>
          <p:cNvSpPr/>
          <p:nvPr/>
        </p:nvSpPr>
        <p:spPr>
          <a:xfrm>
            <a:off x="684213" y="2420938"/>
            <a:ext cx="8208962" cy="2589212"/>
          </a:xfrm>
          <a:prstGeom prst="rect">
            <a:avLst/>
          </a:prstGeom>
          <a:noFill/>
          <a:ln w="9525">
            <a:noFill/>
          </a:ln>
        </p:spPr>
        <p:txBody>
          <a:bodyPr>
            <a:spAutoFit/>
          </a:bodyPr>
          <a:p>
            <a:pPr eaLnBrk="1" hangingPunct="1"/>
            <a:r>
              <a:rPr lang="zh-CN" altLang="en-US" b="1" dirty="0">
                <a:solidFill>
                  <a:schemeClr val="tx2"/>
                </a:solidFill>
                <a:latin typeface="宋体" panose="02010600030101010101" pitchFamily="2" charset="-122"/>
              </a:rPr>
              <a:t>3.3 </a:t>
            </a:r>
            <a:r>
              <a:rPr lang="en-US" altLang="zh-CN" b="1" dirty="0">
                <a:solidFill>
                  <a:schemeClr val="tx2"/>
                </a:solidFill>
                <a:latin typeface="宋体" panose="02010600030101010101" pitchFamily="2" charset="-122"/>
              </a:rPr>
              <a:t>VRML</a:t>
            </a:r>
            <a:r>
              <a:rPr lang="zh-CN" altLang="en-US" b="1" dirty="0">
                <a:solidFill>
                  <a:schemeClr val="tx2"/>
                </a:solidFill>
                <a:latin typeface="宋体" panose="02010600030101010101" pitchFamily="2" charset="-122"/>
              </a:rPr>
              <a:t>的文件注释</a:t>
            </a:r>
            <a:endParaRPr lang="zh-CN" altLang="en-US" b="1" dirty="0">
              <a:solidFill>
                <a:schemeClr val="tx2"/>
              </a:solidFill>
              <a:latin typeface="宋体" panose="02010600030101010101" pitchFamily="2" charset="-122"/>
            </a:endParaRPr>
          </a:p>
          <a:p>
            <a:pPr eaLnBrk="1" hangingPunct="1"/>
            <a:endParaRPr lang="zh-CN" altLang="en-US" b="1" dirty="0">
              <a:solidFill>
                <a:schemeClr val="tx2"/>
              </a:solidFill>
              <a:latin typeface="宋体" panose="02010600030101010101" pitchFamily="2" charset="-122"/>
            </a:endParaRPr>
          </a:p>
          <a:p>
            <a:pPr eaLnBrk="1" hangingPunct="1"/>
            <a:r>
              <a:rPr lang="zh-CN" altLang="en-US" sz="2200" b="1" dirty="0">
                <a:solidFill>
                  <a:schemeClr val="tx2"/>
                </a:solidFill>
                <a:latin typeface="宋体" panose="02010600030101010101" pitchFamily="2" charset="-122"/>
              </a:rPr>
              <a:t>    #</a:t>
            </a:r>
            <a:r>
              <a:rPr lang="en-US" altLang="zh-CN" sz="2200" b="1" dirty="0">
                <a:solidFill>
                  <a:schemeClr val="tx2"/>
                </a:solidFill>
                <a:latin typeface="宋体" panose="02010600030101010101" pitchFamily="2" charset="-122"/>
              </a:rPr>
              <a:t>Draw the column</a:t>
            </a:r>
            <a:endParaRPr lang="en-US" altLang="zh-CN" sz="2200" b="1" dirty="0">
              <a:solidFill>
                <a:schemeClr val="tx2"/>
              </a:solidFill>
              <a:latin typeface="宋体" panose="02010600030101010101" pitchFamily="2" charset="-122"/>
            </a:endParaRPr>
          </a:p>
          <a:p>
            <a:pPr eaLnBrk="1" hangingPunct="1"/>
            <a:r>
              <a:rPr lang="en-US" altLang="zh-CN" sz="2200" b="1" dirty="0">
                <a:solidFill>
                  <a:schemeClr val="tx2"/>
                </a:solidFill>
                <a:latin typeface="宋体" panose="02010600030101010101" pitchFamily="2" charset="-122"/>
              </a:rPr>
              <a:t>    #Draw the base</a:t>
            </a:r>
            <a:endParaRPr lang="en-US" altLang="zh-CN" sz="2200" b="1" dirty="0">
              <a:solidFill>
                <a:schemeClr val="tx2"/>
              </a:solidFill>
              <a:latin typeface="宋体" panose="02010600030101010101" pitchFamily="2" charset="-122"/>
            </a:endParaRPr>
          </a:p>
          <a:p>
            <a:pPr eaLnBrk="1" hangingPunct="1"/>
            <a:r>
              <a:rPr lang="zh-CN" altLang="en-US" sz="2200" b="1" dirty="0">
                <a:solidFill>
                  <a:schemeClr val="tx2"/>
                </a:solidFill>
                <a:latin typeface="宋体" panose="02010600030101010101" pitchFamily="2" charset="-122"/>
              </a:rPr>
              <a:t>在</a:t>
            </a:r>
            <a:r>
              <a:rPr lang="en-US" altLang="zh-CN" sz="2200" b="1" dirty="0">
                <a:solidFill>
                  <a:schemeClr val="tx2"/>
                </a:solidFill>
                <a:latin typeface="宋体" panose="02010600030101010101" pitchFamily="2" charset="-122"/>
              </a:rPr>
              <a:t>VRML</a:t>
            </a:r>
            <a:r>
              <a:rPr lang="zh-CN" altLang="en-US" sz="2200" b="1" dirty="0">
                <a:solidFill>
                  <a:schemeClr val="tx2"/>
                </a:solidFill>
                <a:latin typeface="宋体" panose="02010600030101010101" pitchFamily="2" charset="-122"/>
              </a:rPr>
              <a:t>的程序中，注释的使用方式就是在每行程序的开头加上“#”，“#”之后该行的文字便失去了程序的功能，变成注释，直到下一个回车符为止。</a:t>
            </a:r>
            <a:r>
              <a:rPr lang="zh-CN" altLang="en-US" sz="2800" dirty="0">
                <a:solidFill>
                  <a:schemeClr val="tx2"/>
                </a:solidFill>
                <a:latin typeface="Arial Black" panose="020B0A04020102020204" pitchFamily="34" charset="0"/>
              </a:rPr>
              <a:t> </a:t>
            </a:r>
            <a:endParaRPr lang="zh-CN" altLang="en-US" sz="2800" dirty="0">
              <a:solidFill>
                <a:schemeClr val="tx2"/>
              </a:solidFill>
              <a:latin typeface="Arial Black" panose="020B0A04020102020204" pitchFamily="34" charset="0"/>
            </a:endParaRPr>
          </a:p>
        </p:txBody>
      </p:sp>
      <p:sp>
        <p:nvSpPr>
          <p:cNvPr id="56324" name="Rectangle 3"/>
          <p:cNvSpPr/>
          <p:nvPr/>
        </p:nvSpPr>
        <p:spPr>
          <a:xfrm>
            <a:off x="1476375" y="908050"/>
            <a:ext cx="3325813" cy="457200"/>
          </a:xfrm>
          <a:prstGeom prst="rect">
            <a:avLst/>
          </a:prstGeom>
          <a:noFill/>
          <a:ln w="9525">
            <a:noFill/>
          </a:ln>
        </p:spPr>
        <p:txBody>
          <a:bodyPr wrap="none">
            <a:spAutoFit/>
          </a:bodyPr>
          <a:p>
            <a:pPr eaLnBrk="1" hangingPunct="1"/>
            <a:r>
              <a:rPr lang="zh-CN" altLang="en-US" b="1" dirty="0">
                <a:solidFill>
                  <a:schemeClr val="tx2"/>
                </a:solidFill>
                <a:latin typeface="Times New Roman" panose="02020603050405020304" pitchFamily="18" charset="0"/>
              </a:rPr>
              <a:t>三、 </a:t>
            </a:r>
            <a:r>
              <a:rPr lang="en-US" altLang="zh-CN" b="1" dirty="0">
                <a:solidFill>
                  <a:schemeClr val="tx2"/>
                </a:solidFill>
                <a:latin typeface="Times New Roman" panose="02020603050405020304" pitchFamily="18" charset="0"/>
              </a:rPr>
              <a:t>VRML</a:t>
            </a:r>
            <a:r>
              <a:rPr lang="zh-CN" altLang="en-US" b="1" dirty="0">
                <a:solidFill>
                  <a:schemeClr val="tx2"/>
                </a:solidFill>
                <a:latin typeface="Times New Roman" panose="02020603050405020304" pitchFamily="18" charset="0"/>
              </a:rPr>
              <a:t>的文件注释</a:t>
            </a:r>
            <a:endParaRPr lang="zh-CN" altLang="en-US" b="1" dirty="0">
              <a:solidFill>
                <a:schemeClr val="tx2"/>
              </a:solidFill>
              <a:latin typeface="Times New Roman" panose="02020603050405020304" pitchFamily="18" charset="0"/>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78178"/>
                                        </p:tgtEl>
                                        <p:attrNameLst>
                                          <p:attrName>style.visibility</p:attrName>
                                        </p:attrNameLst>
                                      </p:cBhvr>
                                      <p:to>
                                        <p:strVal val="visible"/>
                                      </p:to>
                                    </p:set>
                                    <p:animEffect transition="in" filter="blinds(horizontal)">
                                      <p:cBhvr>
                                        <p:cTn id="7" dur="500"/>
                                        <p:tgtEl>
                                          <p:spTgt spid="1781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8178"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7346" name="页脚占位符 3"/>
          <p:cNvSpPr txBox="1">
            <a:spLocks noGrp="1"/>
          </p:cNvSpPr>
          <p:nvPr>
            <p:ph type="ftr" sz="quarter" idx="3"/>
          </p:nvPr>
        </p:nvSpPr>
        <p:spPr>
          <a:xfrm>
            <a:off x="3733800" y="6570663"/>
            <a:ext cx="2590800" cy="280987"/>
          </a:xfrm>
          <a:ln/>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r>
              <a:rPr lang="zh-CN" altLang="en-US" sz="1200" dirty="0">
                <a:solidFill>
                  <a:schemeClr val="folHlink"/>
                </a:solidFill>
              </a:rPr>
              <a:t>《虚拟地理环境及其应用》</a:t>
            </a:r>
            <a:endParaRPr lang="zh-CN" altLang="en-US" sz="1200" dirty="0">
              <a:solidFill>
                <a:schemeClr val="folHlink"/>
              </a:solidFill>
            </a:endParaRPr>
          </a:p>
        </p:txBody>
      </p:sp>
      <p:sp>
        <p:nvSpPr>
          <p:cNvPr id="57347" name="Rectangle 2"/>
          <p:cNvSpPr/>
          <p:nvPr/>
        </p:nvSpPr>
        <p:spPr>
          <a:xfrm>
            <a:off x="990600" y="2414588"/>
            <a:ext cx="7902575" cy="3625850"/>
          </a:xfrm>
          <a:prstGeom prst="rect">
            <a:avLst/>
          </a:prstGeom>
          <a:noFill/>
          <a:ln w="9525">
            <a:noFill/>
          </a:ln>
        </p:spPr>
        <p:txBody>
          <a:bodyPr anchor="ctr" anchorCtr="0">
            <a:spAutoFit/>
          </a:bodyPr>
          <a:p>
            <a:pPr indent="276225" eaLnBrk="1" hangingPunct="1"/>
            <a:r>
              <a:rPr lang="zh-CN" altLang="en-US" sz="2800" b="1" dirty="0">
                <a:solidFill>
                  <a:schemeClr val="tx2"/>
                </a:solidFill>
                <a:latin typeface="宋体" panose="02010600030101010101" pitchFamily="2" charset="-122"/>
              </a:rPr>
              <a:t>  节点（</a:t>
            </a:r>
            <a:r>
              <a:rPr lang="en-US" altLang="zh-CN" sz="2800" b="1" dirty="0">
                <a:solidFill>
                  <a:schemeClr val="tx2"/>
                </a:solidFill>
                <a:latin typeface="宋体" panose="02010600030101010101" pitchFamily="2" charset="-122"/>
              </a:rPr>
              <a:t>Node）</a:t>
            </a:r>
            <a:r>
              <a:rPr lang="zh-CN" altLang="en-US" sz="2800" b="1" dirty="0">
                <a:solidFill>
                  <a:schemeClr val="tx2"/>
                </a:solidFill>
                <a:latin typeface="宋体" panose="02010600030101010101" pitchFamily="2" charset="-122"/>
              </a:rPr>
              <a:t>是</a:t>
            </a:r>
            <a:r>
              <a:rPr lang="en-US" altLang="zh-CN" sz="2800" b="1" dirty="0">
                <a:solidFill>
                  <a:schemeClr val="tx2"/>
                </a:solidFill>
                <a:latin typeface="宋体" panose="02010600030101010101" pitchFamily="2" charset="-122"/>
              </a:rPr>
              <a:t>VRML </a:t>
            </a:r>
            <a:r>
              <a:rPr lang="zh-CN" altLang="en-US" sz="2800" b="1" dirty="0">
                <a:solidFill>
                  <a:schemeClr val="tx2"/>
                </a:solidFill>
                <a:latin typeface="宋体" panose="02010600030101010101" pitchFamily="2" charset="-122"/>
              </a:rPr>
              <a:t>中最基本的单位，每个节点还可以包括子节点（</a:t>
            </a:r>
            <a:r>
              <a:rPr lang="en-US" altLang="zh-CN" sz="2800" b="1" dirty="0">
                <a:solidFill>
                  <a:schemeClr val="tx2"/>
                </a:solidFill>
                <a:latin typeface="宋体" panose="02010600030101010101" pitchFamily="2" charset="-122"/>
              </a:rPr>
              <a:t>Child Node ）</a:t>
            </a:r>
            <a:r>
              <a:rPr lang="zh-CN" altLang="en-US" sz="2800" b="1" dirty="0">
                <a:solidFill>
                  <a:schemeClr val="tx2"/>
                </a:solidFill>
                <a:latin typeface="宋体" panose="02010600030101010101" pitchFamily="2" charset="-122"/>
              </a:rPr>
              <a:t>和描述节点属性的字段(</a:t>
            </a:r>
            <a:r>
              <a:rPr lang="en-US" altLang="zh-CN" sz="2800" b="1" dirty="0">
                <a:solidFill>
                  <a:schemeClr val="tx2"/>
                </a:solidFill>
                <a:latin typeface="宋体" panose="02010600030101010101" pitchFamily="2" charset="-122"/>
              </a:rPr>
              <a:t>Fields)。</a:t>
            </a:r>
            <a:r>
              <a:rPr lang="zh-CN" altLang="en-US" sz="2800" b="1" dirty="0">
                <a:solidFill>
                  <a:schemeClr val="tx2"/>
                </a:solidFill>
                <a:latin typeface="宋体" panose="02010600030101010101" pitchFamily="2" charset="-122"/>
              </a:rPr>
              <a:t>一个节点通常包括节点的名称，一对大括号{}，以及字段和字段值。</a:t>
            </a:r>
            <a:endParaRPr lang="zh-CN" altLang="en-US" sz="2800" b="1" dirty="0">
              <a:solidFill>
                <a:schemeClr val="tx2"/>
              </a:solidFill>
              <a:latin typeface="宋体" panose="02010600030101010101" pitchFamily="2" charset="-122"/>
            </a:endParaRPr>
          </a:p>
          <a:p>
            <a:pPr indent="276225" eaLnBrk="1" hangingPunct="1"/>
            <a:r>
              <a:rPr lang="zh-CN" altLang="en-US" b="1" dirty="0">
                <a:solidFill>
                  <a:schemeClr val="tx2"/>
                </a:solidFill>
                <a:latin typeface="宋体" panose="02010600030101010101" pitchFamily="2" charset="-122"/>
              </a:rPr>
              <a:t>例：</a:t>
            </a:r>
            <a:endParaRPr lang="zh-CN" altLang="en-US" b="1" dirty="0">
              <a:solidFill>
                <a:schemeClr val="tx2"/>
              </a:solidFill>
              <a:latin typeface="宋体" panose="02010600030101010101" pitchFamily="2" charset="-122"/>
            </a:endParaRPr>
          </a:p>
          <a:p>
            <a:pPr indent="276225" eaLnBrk="1" hangingPunct="1"/>
            <a:r>
              <a:rPr lang="zh-CN" altLang="en-US" b="1" dirty="0">
                <a:solidFill>
                  <a:schemeClr val="tx2"/>
                </a:solidFill>
                <a:latin typeface="宋体" panose="02010600030101010101" pitchFamily="2" charset="-122"/>
              </a:rPr>
              <a:t>	</a:t>
            </a:r>
            <a:r>
              <a:rPr lang="en-US" altLang="zh-CN" b="1" dirty="0">
                <a:solidFill>
                  <a:schemeClr val="tx2"/>
                </a:solidFill>
                <a:latin typeface="宋体" panose="02010600030101010101" pitchFamily="2" charset="-122"/>
              </a:rPr>
              <a:t>geometry Cylinder {</a:t>
            </a:r>
            <a:endParaRPr lang="en-US" altLang="zh-CN" b="1" dirty="0">
              <a:solidFill>
                <a:schemeClr val="tx2"/>
              </a:solidFill>
              <a:latin typeface="宋体" panose="02010600030101010101" pitchFamily="2" charset="-122"/>
            </a:endParaRPr>
          </a:p>
          <a:p>
            <a:pPr indent="276225" eaLnBrk="1" hangingPunct="1"/>
            <a:r>
              <a:rPr lang="en-US" altLang="zh-CN" b="1" dirty="0">
                <a:solidFill>
                  <a:schemeClr val="tx2"/>
                </a:solidFill>
                <a:latin typeface="宋体" panose="02010600030101010101" pitchFamily="2" charset="-122"/>
              </a:rPr>
              <a:t>		radius 0.5</a:t>
            </a:r>
            <a:endParaRPr lang="en-US" altLang="zh-CN" b="1" dirty="0">
              <a:solidFill>
                <a:schemeClr val="tx2"/>
              </a:solidFill>
              <a:latin typeface="宋体" panose="02010600030101010101" pitchFamily="2" charset="-122"/>
            </a:endParaRPr>
          </a:p>
          <a:p>
            <a:pPr indent="276225" eaLnBrk="1" hangingPunct="1"/>
            <a:r>
              <a:rPr lang="en-US" altLang="zh-CN" b="1" dirty="0">
                <a:solidFill>
                  <a:schemeClr val="tx2"/>
                </a:solidFill>
                <a:latin typeface="宋体" panose="02010600030101010101" pitchFamily="2" charset="-122"/>
              </a:rPr>
              <a:t>		height 4.0</a:t>
            </a:r>
            <a:endParaRPr lang="en-US" altLang="zh-CN" b="1" dirty="0">
              <a:solidFill>
                <a:schemeClr val="tx2"/>
              </a:solidFill>
              <a:latin typeface="宋体" panose="02010600030101010101" pitchFamily="2" charset="-122"/>
            </a:endParaRPr>
          </a:p>
          <a:p>
            <a:pPr indent="276225" eaLnBrk="1" hangingPunct="1"/>
            <a:r>
              <a:rPr lang="en-US" altLang="zh-CN" b="1" dirty="0">
                <a:solidFill>
                  <a:schemeClr val="tx2"/>
                </a:solidFill>
                <a:latin typeface="宋体" panose="02010600030101010101" pitchFamily="2" charset="-122"/>
              </a:rPr>
              <a:t>	                   }</a:t>
            </a:r>
            <a:endParaRPr lang="en-US" altLang="zh-CN" b="1" dirty="0">
              <a:solidFill>
                <a:schemeClr val="tx2"/>
              </a:solidFill>
              <a:latin typeface="宋体" panose="02010600030101010101" pitchFamily="2" charset="-122"/>
            </a:endParaRPr>
          </a:p>
        </p:txBody>
      </p:sp>
      <p:sp>
        <p:nvSpPr>
          <p:cNvPr id="57348" name="Rectangle 3"/>
          <p:cNvSpPr/>
          <p:nvPr/>
        </p:nvSpPr>
        <p:spPr>
          <a:xfrm>
            <a:off x="1524000" y="838200"/>
            <a:ext cx="1824038" cy="457200"/>
          </a:xfrm>
          <a:prstGeom prst="rect">
            <a:avLst/>
          </a:prstGeom>
          <a:noFill/>
          <a:ln w="9525">
            <a:noFill/>
          </a:ln>
        </p:spPr>
        <p:txBody>
          <a:bodyPr>
            <a:spAutoFit/>
          </a:bodyPr>
          <a:p>
            <a:pPr eaLnBrk="1" hangingPunct="1"/>
            <a:r>
              <a:rPr lang="zh-CN" altLang="en-US" b="1" dirty="0">
                <a:solidFill>
                  <a:schemeClr val="tx2"/>
                </a:solidFill>
                <a:latin typeface="宋体" panose="02010600030101010101" pitchFamily="2" charset="-122"/>
              </a:rPr>
              <a:t>四、 节点</a:t>
            </a:r>
            <a:endParaRPr lang="zh-CN" altLang="en-US" b="1" dirty="0">
              <a:solidFill>
                <a:schemeClr val="tx2"/>
              </a:solidFill>
              <a:latin typeface="宋体" panose="02010600030101010101" pitchFamily="2" charset="-122"/>
            </a:endParaRPr>
          </a:p>
        </p:txBody>
      </p:sp>
    </p:spTree>
  </p:cSld>
  <p:clrMapOvr>
    <a:masterClrMapping/>
  </p:clrMapOvr>
  <p:transition>
    <p:random/>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8370" name="页脚占位符 3"/>
          <p:cNvSpPr txBox="1">
            <a:spLocks noGrp="1"/>
          </p:cNvSpPr>
          <p:nvPr>
            <p:ph type="ftr" sz="quarter" idx="3"/>
          </p:nvPr>
        </p:nvSpPr>
        <p:spPr>
          <a:xfrm>
            <a:off x="3733800" y="6570663"/>
            <a:ext cx="2590800" cy="280987"/>
          </a:xfrm>
          <a:ln/>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r>
              <a:rPr lang="zh-CN" altLang="en-US" sz="1200" dirty="0">
                <a:solidFill>
                  <a:schemeClr val="folHlink"/>
                </a:solidFill>
              </a:rPr>
              <a:t>《虚拟地理环境及其应用》</a:t>
            </a:r>
            <a:endParaRPr lang="zh-CN" altLang="en-US" sz="1200" dirty="0">
              <a:solidFill>
                <a:schemeClr val="folHlink"/>
              </a:solidFill>
            </a:endParaRPr>
          </a:p>
        </p:txBody>
      </p:sp>
      <p:sp>
        <p:nvSpPr>
          <p:cNvPr id="58371" name="Rectangle 2"/>
          <p:cNvSpPr/>
          <p:nvPr/>
        </p:nvSpPr>
        <p:spPr>
          <a:xfrm>
            <a:off x="912813" y="2171700"/>
            <a:ext cx="8231187" cy="4803775"/>
          </a:xfrm>
          <a:prstGeom prst="rect">
            <a:avLst/>
          </a:prstGeom>
          <a:noFill/>
          <a:ln w="9525">
            <a:noFill/>
          </a:ln>
        </p:spPr>
        <p:txBody>
          <a:bodyPr anchor="ctr" anchorCtr="0">
            <a:spAutoFit/>
          </a:bodyPr>
          <a:p>
            <a:pPr indent="809625" eaLnBrk="1" hangingPunct="1"/>
            <a:r>
              <a:rPr lang="zh-CN" altLang="en-US" b="1" dirty="0">
                <a:solidFill>
                  <a:schemeClr val="tx2"/>
                </a:solidFill>
                <a:latin typeface="宋体" panose="02010600030101010101" pitchFamily="2" charset="-122"/>
              </a:rPr>
              <a:t>每个节点都有自己的标准语法用来说明其所可以包含的节点、字段和事件。下面以地表格网节点为例----</a:t>
            </a:r>
            <a:r>
              <a:rPr lang="en-US" altLang="zh-CN" sz="1200" b="1" dirty="0">
                <a:solidFill>
                  <a:schemeClr val="tx2"/>
                </a:solidFill>
                <a:latin typeface="宋体" panose="02010600030101010101" pitchFamily="2" charset="-122"/>
              </a:rPr>
              <a:t>Elevation Grid</a:t>
            </a:r>
            <a:r>
              <a:rPr lang="zh-CN" altLang="en-US" b="1" dirty="0">
                <a:solidFill>
                  <a:schemeClr val="tx2"/>
                </a:solidFill>
                <a:latin typeface="宋体" panose="02010600030101010101" pitchFamily="2" charset="-122"/>
              </a:rPr>
              <a:t>的标准语法</a:t>
            </a:r>
            <a:r>
              <a:rPr lang="en-US" altLang="zh-CN" b="1" dirty="0">
                <a:solidFill>
                  <a:schemeClr val="tx2"/>
                </a:solidFill>
                <a:latin typeface="宋体" panose="02010600030101010101" pitchFamily="2" charset="-122"/>
              </a:rPr>
              <a:t>:</a:t>
            </a:r>
            <a:endParaRPr lang="en-US" altLang="zh-CN" b="1" dirty="0">
              <a:solidFill>
                <a:schemeClr val="tx2"/>
              </a:solidFill>
              <a:latin typeface="宋体" panose="02010600030101010101" pitchFamily="2" charset="-122"/>
            </a:endParaRPr>
          </a:p>
          <a:p>
            <a:pPr indent="809625" eaLnBrk="1" hangingPunct="1"/>
            <a:r>
              <a:rPr lang="zh-CN" altLang="en-US" sz="1400" b="1" dirty="0">
                <a:solidFill>
                  <a:schemeClr val="tx2"/>
                </a:solidFill>
                <a:latin typeface="宋体" panose="02010600030101010101" pitchFamily="2" charset="-122"/>
              </a:rPr>
              <a:t>(</a:t>
            </a:r>
            <a:r>
              <a:rPr lang="en-US" altLang="zh-CN" sz="1400" b="1" dirty="0">
                <a:solidFill>
                  <a:schemeClr val="tx2"/>
                </a:solidFill>
                <a:latin typeface="宋体" panose="02010600030101010101" pitchFamily="2" charset="-122"/>
              </a:rPr>
              <a:t>Elevation Grid Node Syntax)：</a:t>
            </a:r>
            <a:endParaRPr lang="en-US" altLang="zh-CN" sz="1400" b="1" dirty="0">
              <a:solidFill>
                <a:schemeClr val="tx2"/>
              </a:solidFill>
              <a:latin typeface="宋体" panose="02010600030101010101" pitchFamily="2" charset="-122"/>
            </a:endParaRPr>
          </a:p>
          <a:p>
            <a:pPr indent="809625" eaLnBrk="1" hangingPunct="1"/>
            <a:r>
              <a:rPr lang="en-US" altLang="zh-CN" sz="1400" b="1" dirty="0">
                <a:solidFill>
                  <a:schemeClr val="tx2"/>
                </a:solidFill>
                <a:latin typeface="宋体" panose="02010600030101010101" pitchFamily="2" charset="-122"/>
              </a:rPr>
              <a:t>-ElevationGrid  {</a:t>
            </a:r>
            <a:endParaRPr lang="en-US" altLang="zh-CN" sz="1400" b="1" dirty="0">
              <a:solidFill>
                <a:schemeClr val="tx2"/>
              </a:solidFill>
              <a:latin typeface="宋体" panose="02010600030101010101" pitchFamily="2" charset="-122"/>
            </a:endParaRPr>
          </a:p>
          <a:p>
            <a:pPr indent="809625" eaLnBrk="1" hangingPunct="1"/>
            <a:r>
              <a:rPr lang="en-US" altLang="zh-CN" sz="1400" b="1" dirty="0">
                <a:solidFill>
                  <a:schemeClr val="tx2"/>
                </a:solidFill>
                <a:latin typeface="宋体" panose="02010600030101010101" pitchFamily="2" charset="-122"/>
              </a:rPr>
              <a:t>eventin             MFFloat      set_height</a:t>
            </a:r>
            <a:endParaRPr lang="en-US" altLang="zh-CN" sz="1400" b="1" dirty="0">
              <a:solidFill>
                <a:schemeClr val="tx2"/>
              </a:solidFill>
              <a:latin typeface="宋体" panose="02010600030101010101" pitchFamily="2" charset="-122"/>
            </a:endParaRPr>
          </a:p>
          <a:p>
            <a:pPr indent="809625" eaLnBrk="1" hangingPunct="1"/>
            <a:r>
              <a:rPr lang="en-US" altLang="zh-CN" sz="1400" b="1" dirty="0">
                <a:solidFill>
                  <a:schemeClr val="tx2"/>
                </a:solidFill>
                <a:latin typeface="宋体" panose="02010600030101010101" pitchFamily="2" charset="-122"/>
              </a:rPr>
              <a:t>exposefield         SFNode      color            NULL</a:t>
            </a:r>
            <a:endParaRPr lang="en-US" altLang="zh-CN" sz="1400" b="1" dirty="0">
              <a:solidFill>
                <a:schemeClr val="tx2"/>
              </a:solidFill>
              <a:latin typeface="宋体" panose="02010600030101010101" pitchFamily="2" charset="-122"/>
            </a:endParaRPr>
          </a:p>
          <a:p>
            <a:pPr indent="809625" eaLnBrk="1" hangingPunct="1"/>
            <a:r>
              <a:rPr lang="en-US" altLang="zh-CN" sz="1400" b="1" dirty="0">
                <a:solidFill>
                  <a:schemeClr val="tx2"/>
                </a:solidFill>
                <a:latin typeface="宋体" panose="02010600030101010101" pitchFamily="2" charset="-122"/>
              </a:rPr>
              <a:t>exposefield         SFNode      normal           NULL</a:t>
            </a:r>
            <a:endParaRPr lang="en-US" altLang="zh-CN" sz="1400" b="1" dirty="0">
              <a:solidFill>
                <a:schemeClr val="tx2"/>
              </a:solidFill>
              <a:latin typeface="宋体" panose="02010600030101010101" pitchFamily="2" charset="-122"/>
            </a:endParaRPr>
          </a:p>
          <a:p>
            <a:pPr indent="809625" eaLnBrk="1" hangingPunct="1"/>
            <a:r>
              <a:rPr lang="en-US" altLang="zh-CN" sz="1400" b="1" dirty="0">
                <a:solidFill>
                  <a:schemeClr val="tx2"/>
                </a:solidFill>
                <a:latin typeface="宋体" panose="02010600030101010101" pitchFamily="2" charset="-122"/>
              </a:rPr>
              <a:t>exposefield         SFNode      texcood          NULL</a:t>
            </a:r>
            <a:endParaRPr lang="en-US" altLang="zh-CN" sz="1400" b="1" dirty="0">
              <a:solidFill>
                <a:schemeClr val="tx2"/>
              </a:solidFill>
              <a:latin typeface="宋体" panose="02010600030101010101" pitchFamily="2" charset="-122"/>
            </a:endParaRPr>
          </a:p>
          <a:p>
            <a:pPr indent="809625" eaLnBrk="1" hangingPunct="1"/>
            <a:r>
              <a:rPr lang="en-US" altLang="zh-CN" sz="1400" b="1" dirty="0">
                <a:solidFill>
                  <a:schemeClr val="tx2"/>
                </a:solidFill>
                <a:latin typeface="宋体" panose="02010600030101010101" pitchFamily="2" charset="-122"/>
              </a:rPr>
              <a:t>field               MFFloat     height            [ ]      #(-∞,+∞)</a:t>
            </a:r>
            <a:endParaRPr lang="en-US" altLang="zh-CN" sz="1400" b="1" dirty="0">
              <a:solidFill>
                <a:schemeClr val="tx2"/>
              </a:solidFill>
              <a:latin typeface="宋体" panose="02010600030101010101" pitchFamily="2" charset="-122"/>
            </a:endParaRPr>
          </a:p>
          <a:p>
            <a:pPr indent="809625" eaLnBrk="1" hangingPunct="1"/>
            <a:r>
              <a:rPr lang="en-US" altLang="zh-CN" sz="1400" b="1" dirty="0">
                <a:solidFill>
                  <a:schemeClr val="tx2"/>
                </a:solidFill>
                <a:latin typeface="宋体" panose="02010600030101010101" pitchFamily="2" charset="-122"/>
              </a:rPr>
              <a:t>field               SFBool      ccw             TRUE</a:t>
            </a:r>
            <a:endParaRPr lang="en-US" altLang="zh-CN" sz="1400" b="1" dirty="0">
              <a:solidFill>
                <a:schemeClr val="tx2"/>
              </a:solidFill>
              <a:latin typeface="宋体" panose="02010600030101010101" pitchFamily="2" charset="-122"/>
            </a:endParaRPr>
          </a:p>
          <a:p>
            <a:pPr indent="809625" eaLnBrk="1" hangingPunct="1"/>
            <a:r>
              <a:rPr lang="en-US" altLang="zh-CN" sz="1400" b="1" dirty="0">
                <a:solidFill>
                  <a:schemeClr val="tx2"/>
                </a:solidFill>
                <a:latin typeface="宋体" panose="02010600030101010101" pitchFamily="2" charset="-122"/>
              </a:rPr>
              <a:t>field               SFBool      colorpervertex     TRUE</a:t>
            </a:r>
            <a:endParaRPr lang="en-US" altLang="zh-CN" sz="1400" b="1" dirty="0">
              <a:solidFill>
                <a:schemeClr val="tx2"/>
              </a:solidFill>
              <a:latin typeface="宋体" panose="02010600030101010101" pitchFamily="2" charset="-122"/>
            </a:endParaRPr>
          </a:p>
          <a:p>
            <a:pPr indent="809625" eaLnBrk="1" hangingPunct="1"/>
            <a:r>
              <a:rPr lang="en-US" altLang="zh-CN" sz="1400" b="1" dirty="0">
                <a:solidFill>
                  <a:schemeClr val="tx2"/>
                </a:solidFill>
                <a:latin typeface="宋体" panose="02010600030101010101" pitchFamily="2" charset="-122"/>
              </a:rPr>
              <a:t>field               SFFloat      creaseangle        0      #[0, +∞]</a:t>
            </a:r>
            <a:endParaRPr lang="en-US" altLang="zh-CN" sz="1400" b="1" dirty="0">
              <a:solidFill>
                <a:schemeClr val="tx2"/>
              </a:solidFill>
              <a:latin typeface="宋体" panose="02010600030101010101" pitchFamily="2" charset="-122"/>
            </a:endParaRPr>
          </a:p>
          <a:p>
            <a:pPr indent="809625" eaLnBrk="1" hangingPunct="1"/>
            <a:r>
              <a:rPr lang="en-US" altLang="zh-CN" sz="1400" b="1" dirty="0">
                <a:solidFill>
                  <a:schemeClr val="tx2"/>
                </a:solidFill>
                <a:latin typeface="宋体" panose="02010600030101010101" pitchFamily="2" charset="-122"/>
              </a:rPr>
              <a:t>field               SFBool      normalpervertex    TRUE</a:t>
            </a:r>
            <a:endParaRPr lang="en-US" altLang="zh-CN" sz="1400" b="1" dirty="0">
              <a:solidFill>
                <a:schemeClr val="tx2"/>
              </a:solidFill>
              <a:latin typeface="宋体" panose="02010600030101010101" pitchFamily="2" charset="-122"/>
            </a:endParaRPr>
          </a:p>
          <a:p>
            <a:pPr indent="809625" eaLnBrk="1" hangingPunct="1"/>
            <a:r>
              <a:rPr lang="en-US" altLang="zh-CN" sz="1400" b="1" dirty="0">
                <a:solidFill>
                  <a:schemeClr val="tx2"/>
                </a:solidFill>
                <a:latin typeface="宋体" panose="02010600030101010101" pitchFamily="2" charset="-122"/>
              </a:rPr>
              <a:t>field               SFBool      solid              TRUE</a:t>
            </a:r>
            <a:endParaRPr lang="en-US" altLang="zh-CN" sz="1400" b="1" dirty="0">
              <a:solidFill>
                <a:schemeClr val="tx2"/>
              </a:solidFill>
              <a:latin typeface="宋体" panose="02010600030101010101" pitchFamily="2" charset="-122"/>
            </a:endParaRPr>
          </a:p>
          <a:p>
            <a:pPr indent="809625" eaLnBrk="1" hangingPunct="1"/>
            <a:r>
              <a:rPr lang="en-US" altLang="zh-CN" sz="1400" b="1" dirty="0">
                <a:solidFill>
                  <a:schemeClr val="tx2"/>
                </a:solidFill>
                <a:latin typeface="宋体" panose="02010600030101010101" pitchFamily="2" charset="-122"/>
              </a:rPr>
              <a:t>field               SFInt32      xdimension        0      #[0, +∞]</a:t>
            </a:r>
            <a:endParaRPr lang="en-US" altLang="zh-CN" sz="1400" b="1" dirty="0">
              <a:solidFill>
                <a:schemeClr val="tx2"/>
              </a:solidFill>
              <a:latin typeface="宋体" panose="02010600030101010101" pitchFamily="2" charset="-122"/>
            </a:endParaRPr>
          </a:p>
          <a:p>
            <a:pPr indent="809625" eaLnBrk="1" hangingPunct="1"/>
            <a:r>
              <a:rPr lang="en-US" altLang="zh-CN" sz="1400" b="1" dirty="0">
                <a:solidFill>
                  <a:schemeClr val="tx2"/>
                </a:solidFill>
                <a:latin typeface="宋体" panose="02010600030101010101" pitchFamily="2" charset="-122"/>
              </a:rPr>
              <a:t>field               SFFloat      xspacing           1.0    #[0, +∞]</a:t>
            </a:r>
            <a:endParaRPr lang="en-US" altLang="zh-CN" sz="1400" b="1" dirty="0">
              <a:solidFill>
                <a:schemeClr val="tx2"/>
              </a:solidFill>
              <a:latin typeface="宋体" panose="02010600030101010101" pitchFamily="2" charset="-122"/>
            </a:endParaRPr>
          </a:p>
          <a:p>
            <a:pPr indent="809625" eaLnBrk="1" hangingPunct="1"/>
            <a:r>
              <a:rPr lang="en-US" altLang="zh-CN" sz="1400" b="1" dirty="0">
                <a:solidFill>
                  <a:schemeClr val="tx2"/>
                </a:solidFill>
                <a:latin typeface="宋体" panose="02010600030101010101" pitchFamily="2" charset="-122"/>
              </a:rPr>
              <a:t>field               SFInt32      zdimension         0     #[0, +∞]</a:t>
            </a:r>
            <a:endParaRPr lang="en-US" altLang="zh-CN" sz="1400" b="1" dirty="0">
              <a:solidFill>
                <a:schemeClr val="tx2"/>
              </a:solidFill>
              <a:latin typeface="宋体" panose="02010600030101010101" pitchFamily="2" charset="-122"/>
            </a:endParaRPr>
          </a:p>
          <a:p>
            <a:pPr indent="809625" eaLnBrk="1" hangingPunct="1"/>
            <a:r>
              <a:rPr lang="en-US" altLang="zh-CN" sz="1400" b="1" dirty="0">
                <a:solidFill>
                  <a:schemeClr val="tx2"/>
                </a:solidFill>
                <a:latin typeface="宋体" panose="02010600030101010101" pitchFamily="2" charset="-122"/>
              </a:rPr>
              <a:t>field               SFFloat      zspacing            1.0   #[0, +∞]</a:t>
            </a:r>
            <a:endParaRPr lang="en-US" altLang="zh-CN" sz="1400" b="1" dirty="0">
              <a:solidFill>
                <a:schemeClr val="tx2"/>
              </a:solidFill>
              <a:latin typeface="宋体" panose="02010600030101010101" pitchFamily="2" charset="-122"/>
            </a:endParaRPr>
          </a:p>
          <a:p>
            <a:pPr indent="809625" eaLnBrk="1" hangingPunct="1"/>
            <a:r>
              <a:rPr lang="en-US" altLang="zh-CN" sz="1400" b="1" dirty="0">
                <a:solidFill>
                  <a:schemeClr val="tx2"/>
                </a:solidFill>
                <a:latin typeface="宋体" panose="02010600030101010101" pitchFamily="2" charset="-122"/>
              </a:rPr>
              <a:t>                 }</a:t>
            </a:r>
            <a:endParaRPr lang="en-US" altLang="zh-CN" sz="1400" b="1" dirty="0">
              <a:solidFill>
                <a:schemeClr val="tx2"/>
              </a:solidFill>
              <a:latin typeface="宋体" panose="02010600030101010101" pitchFamily="2" charset="-122"/>
            </a:endParaRPr>
          </a:p>
        </p:txBody>
      </p:sp>
      <p:sp>
        <p:nvSpPr>
          <p:cNvPr id="58372" name="Rectangle 3"/>
          <p:cNvSpPr/>
          <p:nvPr/>
        </p:nvSpPr>
        <p:spPr>
          <a:xfrm>
            <a:off x="1524000" y="838200"/>
            <a:ext cx="1824038" cy="457200"/>
          </a:xfrm>
          <a:prstGeom prst="rect">
            <a:avLst/>
          </a:prstGeom>
          <a:noFill/>
          <a:ln w="9525">
            <a:noFill/>
          </a:ln>
        </p:spPr>
        <p:txBody>
          <a:bodyPr>
            <a:spAutoFit/>
          </a:bodyPr>
          <a:p>
            <a:pPr eaLnBrk="1" hangingPunct="1"/>
            <a:r>
              <a:rPr lang="zh-CN" altLang="en-US" b="1" dirty="0">
                <a:solidFill>
                  <a:schemeClr val="tx2"/>
                </a:solidFill>
                <a:latin typeface="宋体" panose="02010600030101010101" pitchFamily="2" charset="-122"/>
              </a:rPr>
              <a:t>节点</a:t>
            </a:r>
            <a:endParaRPr lang="zh-CN" altLang="en-US" b="1" dirty="0">
              <a:solidFill>
                <a:schemeClr val="tx2"/>
              </a:solidFill>
              <a:latin typeface="宋体" panose="02010600030101010101" pitchFamily="2" charset="-122"/>
            </a:endParaRPr>
          </a:p>
        </p:txBody>
      </p:sp>
    </p:spTree>
  </p:cSld>
  <p:clrMapOvr>
    <a:masterClrMapping/>
  </p:clrMapOvr>
  <p:transition>
    <p:random/>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9394" name="页脚占位符 2"/>
          <p:cNvSpPr txBox="1">
            <a:spLocks noGrp="1"/>
          </p:cNvSpPr>
          <p:nvPr>
            <p:ph type="ftr" sz="quarter" idx="3"/>
          </p:nvPr>
        </p:nvSpPr>
        <p:spPr>
          <a:xfrm>
            <a:off x="3733800" y="6570663"/>
            <a:ext cx="2590800" cy="280987"/>
          </a:xfrm>
          <a:ln/>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r>
              <a:rPr lang="zh-CN" altLang="en-US" sz="1200" dirty="0">
                <a:solidFill>
                  <a:schemeClr val="folHlink"/>
                </a:solidFill>
              </a:rPr>
              <a:t>《虚拟地理环境及其应用》</a:t>
            </a:r>
            <a:endParaRPr lang="zh-CN" altLang="en-US" sz="1200" dirty="0">
              <a:solidFill>
                <a:schemeClr val="folHlink"/>
              </a:solidFill>
            </a:endParaRPr>
          </a:p>
        </p:txBody>
      </p:sp>
      <p:sp>
        <p:nvSpPr>
          <p:cNvPr id="59395" name="Rectangle 2"/>
          <p:cNvSpPr/>
          <p:nvPr/>
        </p:nvSpPr>
        <p:spPr>
          <a:xfrm>
            <a:off x="827088" y="2205038"/>
            <a:ext cx="7489825" cy="3143250"/>
          </a:xfrm>
          <a:prstGeom prst="rect">
            <a:avLst/>
          </a:prstGeom>
          <a:noFill/>
          <a:ln w="9525">
            <a:noFill/>
          </a:ln>
        </p:spPr>
        <p:txBody>
          <a:bodyPr anchor="ctr" anchorCtr="0">
            <a:spAutoFit/>
          </a:bodyPr>
          <a:p>
            <a:pPr eaLnBrk="1" hangingPunct="1"/>
            <a:endParaRPr lang="zh-CN" altLang="en-US" sz="2000" b="1" dirty="0">
              <a:solidFill>
                <a:schemeClr val="tx2"/>
              </a:solidFill>
              <a:latin typeface="宋体" panose="02010600030101010101" pitchFamily="2" charset="-122"/>
            </a:endParaRPr>
          </a:p>
          <a:p>
            <a:pPr eaLnBrk="1" hangingPunct="1"/>
            <a:r>
              <a:rPr lang="zh-CN" altLang="en-US" sz="2000" b="1" dirty="0">
                <a:solidFill>
                  <a:schemeClr val="tx2"/>
                </a:solidFill>
                <a:latin typeface="宋体" panose="02010600030101010101" pitchFamily="2" charset="-122"/>
              </a:rPr>
              <a:t>       </a:t>
            </a:r>
            <a:r>
              <a:rPr lang="en-US" altLang="zh-CN" sz="3600" b="1" dirty="0">
                <a:solidFill>
                  <a:schemeClr val="tx2"/>
                </a:solidFill>
                <a:latin typeface="宋体" panose="02010600030101010101" pitchFamily="2" charset="-122"/>
              </a:rPr>
              <a:t>VRML2.0</a:t>
            </a:r>
            <a:r>
              <a:rPr lang="zh-CN" altLang="en-US" sz="3600" b="1" dirty="0">
                <a:solidFill>
                  <a:schemeClr val="tx2"/>
                </a:solidFill>
                <a:latin typeface="宋体" panose="02010600030101010101" pitchFamily="2" charset="-122"/>
              </a:rPr>
              <a:t>节点可以分成两类：图形的和非图形的。图形节点包括几何类型，例如</a:t>
            </a:r>
            <a:r>
              <a:rPr lang="en-US" altLang="zh-CN" sz="3600" b="1" dirty="0">
                <a:solidFill>
                  <a:schemeClr val="tx2"/>
                </a:solidFill>
                <a:latin typeface="宋体" panose="02010600030101010101" pitchFamily="2" charset="-122"/>
              </a:rPr>
              <a:t>Box</a:t>
            </a:r>
            <a:r>
              <a:rPr lang="zh-CN" altLang="en-US" sz="3600" b="1" dirty="0">
                <a:solidFill>
                  <a:schemeClr val="tx2"/>
                </a:solidFill>
                <a:latin typeface="宋体" panose="02010600030101010101" pitchFamily="2" charset="-122"/>
              </a:rPr>
              <a:t>和</a:t>
            </a:r>
            <a:r>
              <a:rPr lang="en-US" altLang="zh-CN" sz="3600" b="1" dirty="0">
                <a:solidFill>
                  <a:schemeClr val="tx2"/>
                </a:solidFill>
                <a:latin typeface="宋体" panose="02010600030101010101" pitchFamily="2" charset="-122"/>
              </a:rPr>
              <a:t>Sphere；</a:t>
            </a:r>
            <a:r>
              <a:rPr lang="zh-CN" altLang="en-US" sz="3600" b="1" dirty="0">
                <a:solidFill>
                  <a:schemeClr val="tx2"/>
                </a:solidFill>
                <a:latin typeface="宋体" panose="02010600030101010101" pitchFamily="2" charset="-122"/>
              </a:rPr>
              <a:t>属性节点，例如</a:t>
            </a:r>
            <a:r>
              <a:rPr lang="en-US" altLang="zh-CN" sz="3600" b="1" dirty="0">
                <a:solidFill>
                  <a:schemeClr val="tx2"/>
                </a:solidFill>
                <a:latin typeface="宋体" panose="02010600030101010101" pitchFamily="2" charset="-122"/>
              </a:rPr>
              <a:t>Appearance</a:t>
            </a:r>
            <a:r>
              <a:rPr lang="zh-CN" altLang="en-US" sz="3600" b="1" dirty="0">
                <a:solidFill>
                  <a:schemeClr val="tx2"/>
                </a:solidFill>
                <a:latin typeface="宋体" panose="02010600030101010101" pitchFamily="2" charset="-122"/>
              </a:rPr>
              <a:t>和</a:t>
            </a:r>
            <a:r>
              <a:rPr lang="en-US" altLang="zh-CN" sz="3600" b="1" dirty="0">
                <a:solidFill>
                  <a:schemeClr val="tx2"/>
                </a:solidFill>
                <a:latin typeface="宋体" panose="02010600030101010101" pitchFamily="2" charset="-122"/>
              </a:rPr>
              <a:t>Material；</a:t>
            </a:r>
            <a:r>
              <a:rPr lang="zh-CN" altLang="en-US" sz="3600" b="1" dirty="0">
                <a:solidFill>
                  <a:schemeClr val="tx2"/>
                </a:solidFill>
                <a:latin typeface="宋体" panose="02010600030101010101" pitchFamily="2" charset="-122"/>
              </a:rPr>
              <a:t>组节点，包括</a:t>
            </a:r>
            <a:r>
              <a:rPr lang="en-US" altLang="zh-CN" sz="3600" b="1" dirty="0">
                <a:solidFill>
                  <a:schemeClr val="tx2"/>
                </a:solidFill>
                <a:latin typeface="宋体" panose="02010600030101010101" pitchFamily="2" charset="-122"/>
              </a:rPr>
              <a:t>Shape</a:t>
            </a:r>
            <a:r>
              <a:rPr lang="zh-CN" altLang="en-US" sz="3600" b="1" dirty="0">
                <a:solidFill>
                  <a:schemeClr val="tx2"/>
                </a:solidFill>
                <a:latin typeface="宋体" panose="02010600030101010101" pitchFamily="2" charset="-122"/>
              </a:rPr>
              <a:t>和</a:t>
            </a:r>
            <a:r>
              <a:rPr lang="en-US" altLang="zh-CN" sz="3600" b="1" dirty="0">
                <a:solidFill>
                  <a:schemeClr val="tx2"/>
                </a:solidFill>
                <a:latin typeface="宋体" panose="02010600030101010101" pitchFamily="2" charset="-122"/>
              </a:rPr>
              <a:t>Transform。</a:t>
            </a:r>
            <a:endParaRPr lang="zh-CN" altLang="en-US" sz="3600" dirty="0">
              <a:solidFill>
                <a:schemeClr val="tx2"/>
              </a:solidFill>
              <a:latin typeface="Arial Black" panose="020B0A04020102020204" pitchFamily="34" charset="0"/>
            </a:endParaRPr>
          </a:p>
        </p:txBody>
      </p:sp>
      <p:sp>
        <p:nvSpPr>
          <p:cNvPr id="59396" name="Rectangle 19"/>
          <p:cNvSpPr/>
          <p:nvPr/>
        </p:nvSpPr>
        <p:spPr>
          <a:xfrm>
            <a:off x="1403350" y="908050"/>
            <a:ext cx="1584325" cy="457200"/>
          </a:xfrm>
          <a:prstGeom prst="rect">
            <a:avLst/>
          </a:prstGeom>
          <a:noFill/>
          <a:ln w="9525">
            <a:noFill/>
          </a:ln>
        </p:spPr>
        <p:txBody>
          <a:bodyPr>
            <a:spAutoFit/>
          </a:bodyPr>
          <a:p>
            <a:pPr eaLnBrk="1" hangingPunct="1"/>
            <a:r>
              <a:rPr lang="zh-CN" altLang="en-US" b="1" dirty="0">
                <a:solidFill>
                  <a:schemeClr val="tx2"/>
                </a:solidFill>
                <a:latin typeface="Times New Roman" panose="02020603050405020304" pitchFamily="18" charset="0"/>
              </a:rPr>
              <a:t>节点</a:t>
            </a:r>
            <a:endParaRPr lang="zh-CN" altLang="en-US" b="1" dirty="0">
              <a:solidFill>
                <a:schemeClr val="tx2"/>
              </a:solidFill>
              <a:latin typeface="Times New Roman" panose="02020603050405020304" pitchFamily="18" charset="0"/>
            </a:endParaRPr>
          </a:p>
        </p:txBody>
      </p:sp>
    </p:spTree>
  </p:cSld>
  <p:clrMapOvr>
    <a:masterClrMapping/>
  </p:clrMapOvr>
  <p:transition>
    <p:random/>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192534" name="Group 22"/>
          <p:cNvGraphicFramePr>
            <a:graphicFrameLocks noGrp="1"/>
          </p:cNvGraphicFramePr>
          <p:nvPr>
            <p:ph idx="1"/>
          </p:nvPr>
        </p:nvGraphicFramePr>
        <p:xfrm>
          <a:off x="900113" y="476250"/>
          <a:ext cx="7775575" cy="5778500"/>
        </p:xfrm>
        <a:graphic>
          <a:graphicData uri="http://schemas.openxmlformats.org/drawingml/2006/table">
            <a:tbl>
              <a:tblPr/>
              <a:tblGrid>
                <a:gridCol w="1982787"/>
                <a:gridCol w="2524125"/>
                <a:gridCol w="3268663"/>
              </a:tblGrid>
              <a:tr h="576263">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a:ln>
                            <a:noFill/>
                          </a:ln>
                          <a:solidFill>
                            <a:srgbClr val="33CCFF"/>
                          </a:solidFill>
                          <a:effectLst/>
                          <a:latin typeface="黑体" panose="02010609060101010101" pitchFamily="2" charset="-122"/>
                          <a:ea typeface="黑体" panose="02010609060101010101" pitchFamily="2" charset="-122"/>
                          <a:cs typeface="Times New Roman" panose="02020603050405020304" pitchFamily="18" charset="0"/>
                        </a:rPr>
                        <a:t>组节点</a:t>
                      </a:r>
                      <a:endParaRPr kumimoji="0" lang="zh-CN" altLang="en-US" sz="1800" b="1" i="0" u="none" strike="noStrike" cap="none" normalizeH="0" baseline="0">
                        <a:ln>
                          <a:noFill/>
                        </a:ln>
                        <a:solidFill>
                          <a:srgbClr val="33CCFF"/>
                        </a:solidFill>
                        <a:effectLst/>
                        <a:latin typeface="黑体" panose="02010609060101010101" pitchFamily="2" charset="-122"/>
                        <a:ea typeface="黑体" panose="02010609060101010101" pitchFamily="2" charset="-122"/>
                        <a:cs typeface="Times New Roman" panose="02020603050405020304" pitchFamily="18" charset="0"/>
                      </a:endParaRPr>
                    </a:p>
                  </a:txBody>
                  <a:tcPr anchor="ctr"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a:ln>
                            <a:noFill/>
                          </a:ln>
                          <a:solidFill>
                            <a:srgbClr val="33CCFF"/>
                          </a:solidFill>
                          <a:effectLst/>
                          <a:latin typeface="黑体" panose="02010609060101010101" pitchFamily="2" charset="-122"/>
                          <a:ea typeface="黑体" panose="02010609060101010101" pitchFamily="2" charset="-122"/>
                          <a:cs typeface="Times New Roman" panose="02020603050405020304" pitchFamily="18" charset="0"/>
                        </a:rPr>
                        <a:t>几何节点</a:t>
                      </a:r>
                      <a:endParaRPr kumimoji="0" lang="zh-CN" altLang="en-US" sz="1800" b="1" i="0" u="none" strike="noStrike" cap="none" normalizeH="0" baseline="0">
                        <a:ln>
                          <a:noFill/>
                        </a:ln>
                        <a:solidFill>
                          <a:srgbClr val="33CCFF"/>
                        </a:solidFill>
                        <a:effectLst/>
                        <a:latin typeface="黑体" panose="02010609060101010101" pitchFamily="2" charset="-122"/>
                        <a:ea typeface="黑体" panose="02010609060101010101" pitchFamily="2" charset="-122"/>
                        <a:cs typeface="Times New Roman" panose="02020603050405020304" pitchFamily="18" charset="0"/>
                      </a:endParaRPr>
                    </a:p>
                  </a:txBody>
                  <a:tcPr anchor="ctr"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a:ln>
                            <a:noFill/>
                          </a:ln>
                          <a:solidFill>
                            <a:srgbClr val="33CCFF"/>
                          </a:solidFill>
                          <a:effectLst/>
                          <a:latin typeface="黑体" panose="02010609060101010101" pitchFamily="2" charset="-122"/>
                          <a:ea typeface="黑体" panose="02010609060101010101" pitchFamily="2" charset="-122"/>
                          <a:cs typeface="Times New Roman" panose="02020603050405020304" pitchFamily="18" charset="0"/>
                        </a:rPr>
                        <a:t>属性节点</a:t>
                      </a:r>
                      <a:endParaRPr kumimoji="0" lang="zh-CN" altLang="en-US" sz="1800" b="1" i="0" u="none" strike="noStrike" cap="none" normalizeH="0" baseline="0">
                        <a:ln>
                          <a:noFill/>
                        </a:ln>
                        <a:solidFill>
                          <a:srgbClr val="33CCFF"/>
                        </a:solidFill>
                        <a:effectLst/>
                        <a:latin typeface="黑体" panose="02010609060101010101" pitchFamily="2" charset="-122"/>
                        <a:ea typeface="黑体" panose="02010609060101010101" pitchFamily="2" charset="-122"/>
                        <a:cs typeface="Times New Roman" panose="02020603050405020304" pitchFamily="18" charset="0"/>
                      </a:endParaRPr>
                    </a:p>
                  </a:txBody>
                  <a:tcPr anchor="ctr"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noFill/>
                  </a:tcPr>
                </a:tc>
              </a:tr>
              <a:tr h="5202238">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400" b="1" i="0" u="none" strike="noStrike" cap="none" normalizeH="0" baseline="0">
                          <a:ln>
                            <a:noFill/>
                          </a:ln>
                          <a:solidFill>
                            <a:srgbClr val="33CCFF"/>
                          </a:solidFill>
                          <a:effectLst/>
                          <a:latin typeface="黑体" panose="02010609060101010101" pitchFamily="2" charset="-122"/>
                          <a:ea typeface="黑体" panose="02010609060101010101" pitchFamily="2" charset="-122"/>
                          <a:cs typeface="Times New Roman" panose="02020603050405020304" pitchFamily="18" charset="0"/>
                        </a:rPr>
                        <a:t>Shape</a:t>
                      </a:r>
                      <a:endParaRPr kumimoji="0" lang="en-US" altLang="zh-CN" sz="2400" b="1" i="0" u="none" strike="noStrike" cap="none" normalizeH="0" baseline="0">
                        <a:ln>
                          <a:noFill/>
                        </a:ln>
                        <a:solidFill>
                          <a:srgbClr val="33CCFF"/>
                        </a:solidFill>
                        <a:effectLst/>
                        <a:latin typeface="黑体" panose="02010609060101010101" pitchFamily="2" charset="-122"/>
                        <a:ea typeface="黑体" panose="02010609060101010101" pitchFamily="2" charset="-122"/>
                        <a:cs typeface="Times New Roman" panose="02020603050405020304" pitchFamily="18" charset="0"/>
                      </a:endParaRPr>
                    </a:p>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400" b="1" i="0" u="none" strike="noStrike" cap="none" normalizeH="0" baseline="0">
                          <a:ln>
                            <a:noFill/>
                          </a:ln>
                          <a:solidFill>
                            <a:srgbClr val="33CCFF"/>
                          </a:solidFill>
                          <a:effectLst/>
                          <a:latin typeface="黑体" panose="02010609060101010101" pitchFamily="2" charset="-122"/>
                          <a:ea typeface="黑体" panose="02010609060101010101" pitchFamily="2" charset="-122"/>
                          <a:cs typeface="Times New Roman" panose="02020603050405020304" pitchFamily="18" charset="0"/>
                        </a:rPr>
                        <a:t>Anchor</a:t>
                      </a:r>
                      <a:endParaRPr kumimoji="0" lang="en-US" altLang="zh-CN" sz="2400" b="1" i="0" u="none" strike="noStrike" cap="none" normalizeH="0" baseline="0">
                        <a:ln>
                          <a:noFill/>
                        </a:ln>
                        <a:solidFill>
                          <a:srgbClr val="33CCFF"/>
                        </a:solidFill>
                        <a:effectLst/>
                        <a:latin typeface="黑体" panose="02010609060101010101" pitchFamily="2" charset="-122"/>
                        <a:ea typeface="黑体" panose="02010609060101010101" pitchFamily="2" charset="-122"/>
                        <a:cs typeface="Times New Roman" panose="02020603050405020304" pitchFamily="18" charset="0"/>
                      </a:endParaRPr>
                    </a:p>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400" b="1" i="0" u="none" strike="noStrike" cap="none" normalizeH="0" baseline="0">
                          <a:ln>
                            <a:noFill/>
                          </a:ln>
                          <a:solidFill>
                            <a:srgbClr val="33CCFF"/>
                          </a:solidFill>
                          <a:effectLst/>
                          <a:latin typeface="黑体" panose="02010609060101010101" pitchFamily="2" charset="-122"/>
                          <a:ea typeface="黑体" panose="02010609060101010101" pitchFamily="2" charset="-122"/>
                          <a:cs typeface="Times New Roman" panose="02020603050405020304" pitchFamily="18" charset="0"/>
                        </a:rPr>
                        <a:t>Billboard</a:t>
                      </a:r>
                      <a:endParaRPr kumimoji="0" lang="en-US" altLang="zh-CN" sz="2400" b="1" i="0" u="none" strike="noStrike" cap="none" normalizeH="0" baseline="0">
                        <a:ln>
                          <a:noFill/>
                        </a:ln>
                        <a:solidFill>
                          <a:srgbClr val="33CCFF"/>
                        </a:solidFill>
                        <a:effectLst/>
                        <a:latin typeface="黑体" panose="02010609060101010101" pitchFamily="2" charset="-122"/>
                        <a:ea typeface="黑体" panose="02010609060101010101" pitchFamily="2" charset="-122"/>
                        <a:cs typeface="Times New Roman" panose="02020603050405020304" pitchFamily="18" charset="0"/>
                      </a:endParaRPr>
                    </a:p>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400" b="1" i="0" u="none" strike="noStrike" cap="none" normalizeH="0" baseline="0">
                          <a:ln>
                            <a:noFill/>
                          </a:ln>
                          <a:solidFill>
                            <a:srgbClr val="33CCFF"/>
                          </a:solidFill>
                          <a:effectLst/>
                          <a:latin typeface="黑体" panose="02010609060101010101" pitchFamily="2" charset="-122"/>
                          <a:ea typeface="黑体" panose="02010609060101010101" pitchFamily="2" charset="-122"/>
                          <a:cs typeface="Times New Roman" panose="02020603050405020304" pitchFamily="18" charset="0"/>
                        </a:rPr>
                        <a:t>Collsion</a:t>
                      </a:r>
                      <a:endParaRPr kumimoji="0" lang="en-US" altLang="zh-CN" sz="2400" b="1" i="0" u="none" strike="noStrike" cap="none" normalizeH="0" baseline="0">
                        <a:ln>
                          <a:noFill/>
                        </a:ln>
                        <a:solidFill>
                          <a:srgbClr val="33CCFF"/>
                        </a:solidFill>
                        <a:effectLst/>
                        <a:latin typeface="黑体" panose="02010609060101010101" pitchFamily="2" charset="-122"/>
                        <a:ea typeface="黑体" panose="02010609060101010101" pitchFamily="2" charset="-122"/>
                        <a:cs typeface="Times New Roman" panose="02020603050405020304" pitchFamily="18" charset="0"/>
                      </a:endParaRPr>
                    </a:p>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400" b="1" i="0" u="none" strike="noStrike" cap="none" normalizeH="0" baseline="0">
                          <a:ln>
                            <a:noFill/>
                          </a:ln>
                          <a:solidFill>
                            <a:srgbClr val="33CCFF"/>
                          </a:solidFill>
                          <a:effectLst/>
                          <a:latin typeface="黑体" panose="02010609060101010101" pitchFamily="2" charset="-122"/>
                          <a:ea typeface="黑体" panose="02010609060101010101" pitchFamily="2" charset="-122"/>
                          <a:cs typeface="Times New Roman" panose="02020603050405020304" pitchFamily="18" charset="0"/>
                        </a:rPr>
                        <a:t>Group</a:t>
                      </a:r>
                      <a:endParaRPr kumimoji="0" lang="en-US" altLang="zh-CN" sz="2400" b="1" i="0" u="none" strike="noStrike" cap="none" normalizeH="0" baseline="0">
                        <a:ln>
                          <a:noFill/>
                        </a:ln>
                        <a:solidFill>
                          <a:srgbClr val="33CCFF"/>
                        </a:solidFill>
                        <a:effectLst/>
                        <a:latin typeface="黑体" panose="02010609060101010101" pitchFamily="2" charset="-122"/>
                        <a:ea typeface="黑体" panose="02010609060101010101" pitchFamily="2" charset="-122"/>
                        <a:cs typeface="Times New Roman" panose="02020603050405020304" pitchFamily="18" charset="0"/>
                      </a:endParaRPr>
                    </a:p>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400" b="1" i="0" u="none" strike="noStrike" cap="none" normalizeH="0" baseline="0">
                          <a:ln>
                            <a:noFill/>
                          </a:ln>
                          <a:solidFill>
                            <a:srgbClr val="33CCFF"/>
                          </a:solidFill>
                          <a:effectLst/>
                          <a:latin typeface="黑体" panose="02010609060101010101" pitchFamily="2" charset="-122"/>
                          <a:ea typeface="黑体" panose="02010609060101010101" pitchFamily="2" charset="-122"/>
                          <a:cs typeface="Times New Roman" panose="02020603050405020304" pitchFamily="18" charset="0"/>
                        </a:rPr>
                        <a:t>Transform</a:t>
                      </a:r>
                      <a:endParaRPr kumimoji="0" lang="en-US" altLang="zh-CN" sz="2400" b="1" i="0" u="none" strike="noStrike" cap="none" normalizeH="0" baseline="0">
                        <a:ln>
                          <a:noFill/>
                        </a:ln>
                        <a:solidFill>
                          <a:srgbClr val="33CCFF"/>
                        </a:solidFill>
                        <a:effectLst/>
                        <a:latin typeface="黑体" panose="02010609060101010101" pitchFamily="2" charset="-122"/>
                        <a:ea typeface="黑体" panose="02010609060101010101" pitchFamily="2" charset="-122"/>
                        <a:cs typeface="Times New Roman" panose="02020603050405020304" pitchFamily="18" charset="0"/>
                      </a:endParaRPr>
                    </a:p>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400" b="1" i="0" u="none" strike="noStrike" cap="none" normalizeH="0" baseline="0">
                          <a:ln>
                            <a:noFill/>
                          </a:ln>
                          <a:solidFill>
                            <a:srgbClr val="33CCFF"/>
                          </a:solidFill>
                          <a:effectLst/>
                          <a:latin typeface="黑体" panose="02010609060101010101" pitchFamily="2" charset="-122"/>
                          <a:ea typeface="黑体" panose="02010609060101010101" pitchFamily="2" charset="-122"/>
                          <a:cs typeface="Times New Roman" panose="02020603050405020304" pitchFamily="18" charset="0"/>
                        </a:rPr>
                        <a:t>Inline</a:t>
                      </a:r>
                      <a:endParaRPr kumimoji="0" lang="en-US" altLang="zh-CN" sz="2400" b="1" i="0" u="none" strike="noStrike" cap="none" normalizeH="0" baseline="0">
                        <a:ln>
                          <a:noFill/>
                        </a:ln>
                        <a:solidFill>
                          <a:srgbClr val="33CCFF"/>
                        </a:solidFill>
                        <a:effectLst/>
                        <a:latin typeface="黑体" panose="02010609060101010101" pitchFamily="2" charset="-122"/>
                        <a:ea typeface="黑体" panose="02010609060101010101" pitchFamily="2" charset="-122"/>
                        <a:cs typeface="Times New Roman" panose="02020603050405020304" pitchFamily="18" charset="0"/>
                      </a:endParaRPr>
                    </a:p>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400" b="1" i="0" u="none" strike="noStrike" cap="none" normalizeH="0" baseline="0">
                          <a:ln>
                            <a:noFill/>
                          </a:ln>
                          <a:solidFill>
                            <a:srgbClr val="33CCFF"/>
                          </a:solidFill>
                          <a:effectLst/>
                          <a:latin typeface="黑体" panose="02010609060101010101" pitchFamily="2" charset="-122"/>
                          <a:ea typeface="黑体" panose="02010609060101010101" pitchFamily="2" charset="-122"/>
                          <a:cs typeface="Times New Roman" panose="02020603050405020304" pitchFamily="18" charset="0"/>
                        </a:rPr>
                        <a:t>LOD</a:t>
                      </a:r>
                      <a:endParaRPr kumimoji="0" lang="en-US" altLang="zh-CN" sz="2400" b="1" i="0" u="none" strike="noStrike" cap="none" normalizeH="0" baseline="0">
                        <a:ln>
                          <a:noFill/>
                        </a:ln>
                        <a:solidFill>
                          <a:srgbClr val="33CCFF"/>
                        </a:solidFill>
                        <a:effectLst/>
                        <a:latin typeface="黑体" panose="02010609060101010101" pitchFamily="2" charset="-122"/>
                        <a:ea typeface="黑体" panose="02010609060101010101" pitchFamily="2" charset="-122"/>
                        <a:cs typeface="Times New Roman" panose="02020603050405020304" pitchFamily="18" charset="0"/>
                      </a:endParaRPr>
                    </a:p>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400" b="1" i="0" u="none" strike="noStrike" cap="none" normalizeH="0" baseline="0">
                          <a:ln>
                            <a:noFill/>
                          </a:ln>
                          <a:solidFill>
                            <a:srgbClr val="33CCFF"/>
                          </a:solidFill>
                          <a:effectLst/>
                          <a:latin typeface="黑体" panose="02010609060101010101" pitchFamily="2" charset="-122"/>
                          <a:ea typeface="黑体" panose="02010609060101010101" pitchFamily="2" charset="-122"/>
                          <a:cs typeface="Times New Roman" panose="02020603050405020304" pitchFamily="18" charset="0"/>
                        </a:rPr>
                        <a:t>Switch</a:t>
                      </a:r>
                      <a:endParaRPr kumimoji="0" lang="en-US" altLang="zh-CN" sz="2400" b="1" i="0" u="none" strike="noStrike" cap="none" normalizeH="0" baseline="0">
                        <a:ln>
                          <a:noFill/>
                        </a:ln>
                        <a:solidFill>
                          <a:srgbClr val="33CCFF"/>
                        </a:solidFill>
                        <a:effectLst/>
                        <a:latin typeface="黑体" panose="02010609060101010101" pitchFamily="2" charset="-122"/>
                        <a:ea typeface="黑体" panose="02010609060101010101" pitchFamily="2" charset="-122"/>
                        <a:cs typeface="Times New Roman" panose="02020603050405020304" pitchFamily="18" charset="0"/>
                      </a:endParaRPr>
                    </a:p>
                  </a:txBody>
                  <a:tcPr anchor="ctr"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400" b="1" i="0" u="none" strike="noStrike" cap="none" normalizeH="0" baseline="0">
                          <a:ln>
                            <a:noFill/>
                          </a:ln>
                          <a:solidFill>
                            <a:srgbClr val="33CCFF"/>
                          </a:solidFill>
                          <a:effectLst/>
                          <a:latin typeface="黑体" panose="02010609060101010101" pitchFamily="2" charset="-122"/>
                          <a:ea typeface="黑体" panose="02010609060101010101" pitchFamily="2" charset="-122"/>
                          <a:cs typeface="Times New Roman" panose="02020603050405020304" pitchFamily="18" charset="0"/>
                        </a:rPr>
                        <a:t>Box</a:t>
                      </a:r>
                      <a:endParaRPr kumimoji="0" lang="en-US" altLang="zh-CN" sz="2400" b="1" i="0" u="none" strike="noStrike" cap="none" normalizeH="0" baseline="0">
                        <a:ln>
                          <a:noFill/>
                        </a:ln>
                        <a:solidFill>
                          <a:srgbClr val="33CCFF"/>
                        </a:solidFill>
                        <a:effectLst/>
                        <a:latin typeface="黑体" panose="02010609060101010101" pitchFamily="2" charset="-122"/>
                        <a:ea typeface="黑体" panose="02010609060101010101" pitchFamily="2" charset="-122"/>
                        <a:cs typeface="Times New Roman" panose="02020603050405020304" pitchFamily="18" charset="0"/>
                      </a:endParaRPr>
                    </a:p>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400" b="1" i="0" u="none" strike="noStrike" cap="none" normalizeH="0" baseline="0">
                          <a:ln>
                            <a:noFill/>
                          </a:ln>
                          <a:solidFill>
                            <a:srgbClr val="33CCFF"/>
                          </a:solidFill>
                          <a:effectLst/>
                          <a:latin typeface="黑体" panose="02010609060101010101" pitchFamily="2" charset="-122"/>
                          <a:ea typeface="黑体" panose="02010609060101010101" pitchFamily="2" charset="-122"/>
                          <a:cs typeface="Times New Roman" panose="02020603050405020304" pitchFamily="18" charset="0"/>
                        </a:rPr>
                        <a:t>Cone</a:t>
                      </a:r>
                      <a:endParaRPr kumimoji="0" lang="en-US" altLang="zh-CN" sz="2400" b="1" i="0" u="none" strike="noStrike" cap="none" normalizeH="0" baseline="0">
                        <a:ln>
                          <a:noFill/>
                        </a:ln>
                        <a:solidFill>
                          <a:srgbClr val="33CCFF"/>
                        </a:solidFill>
                        <a:effectLst/>
                        <a:latin typeface="黑体" panose="02010609060101010101" pitchFamily="2" charset="-122"/>
                        <a:ea typeface="黑体" panose="02010609060101010101" pitchFamily="2" charset="-122"/>
                        <a:cs typeface="Times New Roman" panose="02020603050405020304" pitchFamily="18" charset="0"/>
                      </a:endParaRPr>
                    </a:p>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400" b="1" i="0" u="none" strike="noStrike" cap="none" normalizeH="0" baseline="0">
                          <a:ln>
                            <a:noFill/>
                          </a:ln>
                          <a:solidFill>
                            <a:srgbClr val="33CCFF"/>
                          </a:solidFill>
                          <a:effectLst/>
                          <a:latin typeface="黑体" panose="02010609060101010101" pitchFamily="2" charset="-122"/>
                          <a:ea typeface="黑体" panose="02010609060101010101" pitchFamily="2" charset="-122"/>
                          <a:cs typeface="Times New Roman" panose="02020603050405020304" pitchFamily="18" charset="0"/>
                        </a:rPr>
                        <a:t>Cylinder</a:t>
                      </a:r>
                      <a:endParaRPr kumimoji="0" lang="en-US" altLang="zh-CN" sz="2400" b="1" i="0" u="none" strike="noStrike" cap="none" normalizeH="0" baseline="0">
                        <a:ln>
                          <a:noFill/>
                        </a:ln>
                        <a:solidFill>
                          <a:srgbClr val="33CCFF"/>
                        </a:solidFill>
                        <a:effectLst/>
                        <a:latin typeface="黑体" panose="02010609060101010101" pitchFamily="2" charset="-122"/>
                        <a:ea typeface="黑体" panose="02010609060101010101" pitchFamily="2" charset="-122"/>
                        <a:cs typeface="Times New Roman" panose="02020603050405020304" pitchFamily="18" charset="0"/>
                      </a:endParaRPr>
                    </a:p>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400" b="1" i="0" u="none" strike="noStrike" cap="none" normalizeH="0" baseline="0">
                          <a:ln>
                            <a:noFill/>
                          </a:ln>
                          <a:solidFill>
                            <a:srgbClr val="33CCFF"/>
                          </a:solidFill>
                          <a:effectLst/>
                          <a:latin typeface="黑体" panose="02010609060101010101" pitchFamily="2" charset="-122"/>
                          <a:ea typeface="黑体" panose="02010609060101010101" pitchFamily="2" charset="-122"/>
                          <a:cs typeface="Times New Roman" panose="02020603050405020304" pitchFamily="18" charset="0"/>
                        </a:rPr>
                        <a:t>ElevationGrid</a:t>
                      </a:r>
                      <a:endParaRPr kumimoji="0" lang="en-US" altLang="zh-CN" sz="2400" b="1" i="0" u="none" strike="noStrike" cap="none" normalizeH="0" baseline="0">
                        <a:ln>
                          <a:noFill/>
                        </a:ln>
                        <a:solidFill>
                          <a:srgbClr val="33CCFF"/>
                        </a:solidFill>
                        <a:effectLst/>
                        <a:latin typeface="黑体" panose="02010609060101010101" pitchFamily="2" charset="-122"/>
                        <a:ea typeface="黑体" panose="02010609060101010101" pitchFamily="2" charset="-122"/>
                        <a:cs typeface="Times New Roman" panose="02020603050405020304" pitchFamily="18" charset="0"/>
                      </a:endParaRPr>
                    </a:p>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400" b="1" i="0" u="none" strike="noStrike" cap="none" normalizeH="0" baseline="0">
                          <a:ln>
                            <a:noFill/>
                          </a:ln>
                          <a:solidFill>
                            <a:srgbClr val="33CCFF"/>
                          </a:solidFill>
                          <a:effectLst/>
                          <a:latin typeface="黑体" panose="02010609060101010101" pitchFamily="2" charset="-122"/>
                          <a:ea typeface="黑体" panose="02010609060101010101" pitchFamily="2" charset="-122"/>
                          <a:cs typeface="Times New Roman" panose="02020603050405020304" pitchFamily="18" charset="0"/>
                        </a:rPr>
                        <a:t>Extrusion</a:t>
                      </a:r>
                      <a:endParaRPr kumimoji="0" lang="en-US" altLang="zh-CN" sz="2400" b="1" i="0" u="none" strike="noStrike" cap="none" normalizeH="0" baseline="0">
                        <a:ln>
                          <a:noFill/>
                        </a:ln>
                        <a:solidFill>
                          <a:srgbClr val="33CCFF"/>
                        </a:solidFill>
                        <a:effectLst/>
                        <a:latin typeface="黑体" panose="02010609060101010101" pitchFamily="2" charset="-122"/>
                        <a:ea typeface="黑体" panose="02010609060101010101" pitchFamily="2" charset="-122"/>
                        <a:cs typeface="Times New Roman" panose="02020603050405020304" pitchFamily="18" charset="0"/>
                      </a:endParaRPr>
                    </a:p>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400" b="1" i="0" u="none" strike="noStrike" cap="none" normalizeH="0" baseline="0">
                          <a:ln>
                            <a:noFill/>
                          </a:ln>
                          <a:solidFill>
                            <a:srgbClr val="33CCFF"/>
                          </a:solidFill>
                          <a:effectLst/>
                          <a:latin typeface="黑体" panose="02010609060101010101" pitchFamily="2" charset="-122"/>
                          <a:ea typeface="黑体" panose="02010609060101010101" pitchFamily="2" charset="-122"/>
                          <a:cs typeface="Times New Roman" panose="02020603050405020304" pitchFamily="18" charset="0"/>
                        </a:rPr>
                        <a:t>IndexedFaceSet</a:t>
                      </a:r>
                      <a:endParaRPr kumimoji="0" lang="en-US" altLang="zh-CN" sz="2400" b="1" i="0" u="none" strike="noStrike" cap="none" normalizeH="0" baseline="0">
                        <a:ln>
                          <a:noFill/>
                        </a:ln>
                        <a:solidFill>
                          <a:srgbClr val="33CCFF"/>
                        </a:solidFill>
                        <a:effectLst/>
                        <a:latin typeface="黑体" panose="02010609060101010101" pitchFamily="2" charset="-122"/>
                        <a:ea typeface="黑体" panose="02010609060101010101" pitchFamily="2" charset="-122"/>
                        <a:cs typeface="Times New Roman" panose="02020603050405020304" pitchFamily="18" charset="0"/>
                      </a:endParaRPr>
                    </a:p>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400" b="1" i="0" u="none" strike="noStrike" cap="none" normalizeH="0" baseline="0">
                          <a:ln>
                            <a:noFill/>
                          </a:ln>
                          <a:solidFill>
                            <a:srgbClr val="33CCFF"/>
                          </a:solidFill>
                          <a:effectLst/>
                          <a:latin typeface="黑体" panose="02010609060101010101" pitchFamily="2" charset="-122"/>
                          <a:ea typeface="黑体" panose="02010609060101010101" pitchFamily="2" charset="-122"/>
                          <a:cs typeface="Times New Roman" panose="02020603050405020304" pitchFamily="18" charset="0"/>
                        </a:rPr>
                        <a:t>IndexedLineSet</a:t>
                      </a:r>
                      <a:endParaRPr kumimoji="0" lang="en-US" altLang="zh-CN" sz="2400" b="1" i="0" u="none" strike="noStrike" cap="none" normalizeH="0" baseline="0">
                        <a:ln>
                          <a:noFill/>
                        </a:ln>
                        <a:solidFill>
                          <a:srgbClr val="33CCFF"/>
                        </a:solidFill>
                        <a:effectLst/>
                        <a:latin typeface="黑体" panose="02010609060101010101" pitchFamily="2" charset="-122"/>
                        <a:ea typeface="黑体" panose="02010609060101010101" pitchFamily="2" charset="-122"/>
                        <a:cs typeface="Times New Roman" panose="02020603050405020304" pitchFamily="18" charset="0"/>
                      </a:endParaRPr>
                    </a:p>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400" b="1" i="0" u="none" strike="noStrike" cap="none" normalizeH="0" baseline="0">
                          <a:ln>
                            <a:noFill/>
                          </a:ln>
                          <a:solidFill>
                            <a:srgbClr val="33CCFF"/>
                          </a:solidFill>
                          <a:effectLst/>
                          <a:latin typeface="黑体" panose="02010609060101010101" pitchFamily="2" charset="-122"/>
                          <a:ea typeface="黑体" panose="02010609060101010101" pitchFamily="2" charset="-122"/>
                          <a:cs typeface="Times New Roman" panose="02020603050405020304" pitchFamily="18" charset="0"/>
                        </a:rPr>
                        <a:t>PointSet</a:t>
                      </a:r>
                      <a:endParaRPr kumimoji="0" lang="en-US" altLang="zh-CN" sz="2400" b="1" i="0" u="none" strike="noStrike" cap="none" normalizeH="0" baseline="0">
                        <a:ln>
                          <a:noFill/>
                        </a:ln>
                        <a:solidFill>
                          <a:srgbClr val="33CCFF"/>
                        </a:solidFill>
                        <a:effectLst/>
                        <a:latin typeface="黑体" panose="02010609060101010101" pitchFamily="2" charset="-122"/>
                        <a:ea typeface="黑体" panose="02010609060101010101" pitchFamily="2" charset="-122"/>
                        <a:cs typeface="Times New Roman" panose="02020603050405020304" pitchFamily="18" charset="0"/>
                      </a:endParaRPr>
                    </a:p>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400" b="1" i="0" u="none" strike="noStrike" cap="none" normalizeH="0" baseline="0">
                          <a:ln>
                            <a:noFill/>
                          </a:ln>
                          <a:solidFill>
                            <a:srgbClr val="33CCFF"/>
                          </a:solidFill>
                          <a:effectLst/>
                          <a:latin typeface="黑体" panose="02010609060101010101" pitchFamily="2" charset="-122"/>
                          <a:ea typeface="黑体" panose="02010609060101010101" pitchFamily="2" charset="-122"/>
                          <a:cs typeface="Times New Roman" panose="02020603050405020304" pitchFamily="18" charset="0"/>
                        </a:rPr>
                        <a:t>Sphere</a:t>
                      </a:r>
                      <a:endParaRPr kumimoji="0" lang="en-US" altLang="zh-CN" sz="2400" b="1" i="0" u="none" strike="noStrike" cap="none" normalizeH="0" baseline="0">
                        <a:ln>
                          <a:noFill/>
                        </a:ln>
                        <a:solidFill>
                          <a:srgbClr val="33CCFF"/>
                        </a:solidFill>
                        <a:effectLst/>
                        <a:latin typeface="黑体" panose="02010609060101010101" pitchFamily="2" charset="-122"/>
                        <a:ea typeface="黑体" panose="02010609060101010101" pitchFamily="2" charset="-122"/>
                        <a:cs typeface="Times New Roman" panose="02020603050405020304" pitchFamily="18" charset="0"/>
                      </a:endParaRPr>
                    </a:p>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400" b="1" i="0" u="none" strike="noStrike" cap="none" normalizeH="0" baseline="0">
                          <a:ln>
                            <a:noFill/>
                          </a:ln>
                          <a:solidFill>
                            <a:srgbClr val="33CCFF"/>
                          </a:solidFill>
                          <a:effectLst/>
                          <a:latin typeface="黑体" panose="02010609060101010101" pitchFamily="2" charset="-122"/>
                          <a:ea typeface="黑体" panose="02010609060101010101" pitchFamily="2" charset="-122"/>
                          <a:cs typeface="Times New Roman" panose="02020603050405020304" pitchFamily="18" charset="0"/>
                        </a:rPr>
                        <a:t>Text</a:t>
                      </a:r>
                      <a:endParaRPr kumimoji="0" lang="en-US" altLang="zh-CN" sz="2400" b="1" i="0" u="none" strike="noStrike" cap="none" normalizeH="0" baseline="0">
                        <a:ln>
                          <a:noFill/>
                        </a:ln>
                        <a:solidFill>
                          <a:srgbClr val="33CCFF"/>
                        </a:solidFill>
                        <a:effectLst/>
                        <a:latin typeface="黑体" panose="02010609060101010101" pitchFamily="2" charset="-122"/>
                        <a:ea typeface="黑体" panose="02010609060101010101" pitchFamily="2" charset="-122"/>
                        <a:cs typeface="Times New Roman" panose="02020603050405020304" pitchFamily="18" charset="0"/>
                      </a:endParaRPr>
                    </a:p>
                  </a:txBody>
                  <a:tcPr anchor="ctr"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400" b="1" i="0" u="none" strike="noStrike" cap="none" normalizeH="0" baseline="0">
                          <a:ln>
                            <a:noFill/>
                          </a:ln>
                          <a:solidFill>
                            <a:srgbClr val="33CCFF"/>
                          </a:solidFill>
                          <a:effectLst/>
                          <a:latin typeface="黑体" panose="02010609060101010101" pitchFamily="2" charset="-122"/>
                          <a:ea typeface="黑体" panose="02010609060101010101" pitchFamily="2" charset="-122"/>
                          <a:cs typeface="Times New Roman" panose="02020603050405020304" pitchFamily="18" charset="0"/>
                        </a:rPr>
                        <a:t>Appearance</a:t>
                      </a:r>
                      <a:endParaRPr kumimoji="0" lang="en-US" altLang="zh-CN" sz="2400" b="1" i="0" u="none" strike="noStrike" cap="none" normalizeH="0" baseline="0">
                        <a:ln>
                          <a:noFill/>
                        </a:ln>
                        <a:solidFill>
                          <a:srgbClr val="33CCFF"/>
                        </a:solidFill>
                        <a:effectLst/>
                        <a:latin typeface="黑体" panose="02010609060101010101" pitchFamily="2" charset="-122"/>
                        <a:ea typeface="黑体" panose="02010609060101010101" pitchFamily="2" charset="-122"/>
                        <a:cs typeface="Times New Roman" panose="02020603050405020304" pitchFamily="18" charset="0"/>
                      </a:endParaRPr>
                    </a:p>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400" b="1" i="0" u="none" strike="noStrike" cap="none" normalizeH="0" baseline="0">
                          <a:ln>
                            <a:noFill/>
                          </a:ln>
                          <a:solidFill>
                            <a:srgbClr val="33CCFF"/>
                          </a:solidFill>
                          <a:effectLst/>
                          <a:latin typeface="黑体" panose="02010609060101010101" pitchFamily="2" charset="-122"/>
                          <a:ea typeface="黑体" panose="02010609060101010101" pitchFamily="2" charset="-122"/>
                          <a:cs typeface="Times New Roman" panose="02020603050405020304" pitchFamily="18" charset="0"/>
                        </a:rPr>
                        <a:t>Color</a:t>
                      </a:r>
                      <a:endParaRPr kumimoji="0" lang="en-US" altLang="zh-CN" sz="2400" b="1" i="0" u="none" strike="noStrike" cap="none" normalizeH="0" baseline="0">
                        <a:ln>
                          <a:noFill/>
                        </a:ln>
                        <a:solidFill>
                          <a:srgbClr val="33CCFF"/>
                        </a:solidFill>
                        <a:effectLst/>
                        <a:latin typeface="黑体" panose="02010609060101010101" pitchFamily="2" charset="-122"/>
                        <a:ea typeface="黑体" panose="02010609060101010101" pitchFamily="2" charset="-122"/>
                        <a:cs typeface="Times New Roman" panose="02020603050405020304" pitchFamily="18" charset="0"/>
                      </a:endParaRPr>
                    </a:p>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400" b="1" i="0" u="none" strike="noStrike" cap="none" normalizeH="0" baseline="0">
                          <a:ln>
                            <a:noFill/>
                          </a:ln>
                          <a:solidFill>
                            <a:srgbClr val="33CCFF"/>
                          </a:solidFill>
                          <a:effectLst/>
                          <a:latin typeface="黑体" panose="02010609060101010101" pitchFamily="2" charset="-122"/>
                          <a:ea typeface="黑体" panose="02010609060101010101" pitchFamily="2" charset="-122"/>
                          <a:cs typeface="Times New Roman" panose="02020603050405020304" pitchFamily="18" charset="0"/>
                        </a:rPr>
                        <a:t>Coordinate</a:t>
                      </a:r>
                      <a:endParaRPr kumimoji="0" lang="en-US" altLang="zh-CN" sz="2400" b="1" i="0" u="none" strike="noStrike" cap="none" normalizeH="0" baseline="0">
                        <a:ln>
                          <a:noFill/>
                        </a:ln>
                        <a:solidFill>
                          <a:srgbClr val="33CCFF"/>
                        </a:solidFill>
                        <a:effectLst/>
                        <a:latin typeface="黑体" panose="02010609060101010101" pitchFamily="2" charset="-122"/>
                        <a:ea typeface="黑体" panose="02010609060101010101" pitchFamily="2" charset="-122"/>
                        <a:cs typeface="Times New Roman" panose="02020603050405020304" pitchFamily="18" charset="0"/>
                      </a:endParaRPr>
                    </a:p>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400" b="1" i="0" u="none" strike="noStrike" cap="none" normalizeH="0" baseline="0">
                          <a:ln>
                            <a:noFill/>
                          </a:ln>
                          <a:solidFill>
                            <a:srgbClr val="33CCFF"/>
                          </a:solidFill>
                          <a:effectLst/>
                          <a:latin typeface="黑体" panose="02010609060101010101" pitchFamily="2" charset="-122"/>
                          <a:ea typeface="黑体" panose="02010609060101010101" pitchFamily="2" charset="-122"/>
                          <a:cs typeface="Times New Roman" panose="02020603050405020304" pitchFamily="18" charset="0"/>
                        </a:rPr>
                        <a:t>FontStyle</a:t>
                      </a:r>
                      <a:endParaRPr kumimoji="0" lang="en-US" altLang="zh-CN" sz="2400" b="1" i="0" u="none" strike="noStrike" cap="none" normalizeH="0" baseline="0">
                        <a:ln>
                          <a:noFill/>
                        </a:ln>
                        <a:solidFill>
                          <a:srgbClr val="33CCFF"/>
                        </a:solidFill>
                        <a:effectLst/>
                        <a:latin typeface="黑体" panose="02010609060101010101" pitchFamily="2" charset="-122"/>
                        <a:ea typeface="黑体" panose="02010609060101010101" pitchFamily="2" charset="-122"/>
                        <a:cs typeface="Times New Roman" panose="02020603050405020304" pitchFamily="18" charset="0"/>
                      </a:endParaRPr>
                    </a:p>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400" b="1" i="0" u="none" strike="noStrike" cap="none" normalizeH="0" baseline="0">
                          <a:ln>
                            <a:noFill/>
                          </a:ln>
                          <a:solidFill>
                            <a:srgbClr val="33CCFF"/>
                          </a:solidFill>
                          <a:effectLst/>
                          <a:latin typeface="黑体" panose="02010609060101010101" pitchFamily="2" charset="-122"/>
                          <a:ea typeface="黑体" panose="02010609060101010101" pitchFamily="2" charset="-122"/>
                          <a:cs typeface="Times New Roman" panose="02020603050405020304" pitchFamily="18" charset="0"/>
                        </a:rPr>
                        <a:t>ImageTexture</a:t>
                      </a:r>
                      <a:endParaRPr kumimoji="0" lang="en-US" altLang="zh-CN" sz="2400" b="1" i="0" u="none" strike="noStrike" cap="none" normalizeH="0" baseline="0">
                        <a:ln>
                          <a:noFill/>
                        </a:ln>
                        <a:solidFill>
                          <a:srgbClr val="33CCFF"/>
                        </a:solidFill>
                        <a:effectLst/>
                        <a:latin typeface="黑体" panose="02010609060101010101" pitchFamily="2" charset="-122"/>
                        <a:ea typeface="黑体" panose="02010609060101010101" pitchFamily="2" charset="-122"/>
                        <a:cs typeface="Times New Roman" panose="02020603050405020304" pitchFamily="18" charset="0"/>
                      </a:endParaRPr>
                    </a:p>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400" b="1" i="0" u="none" strike="noStrike" cap="none" normalizeH="0" baseline="0">
                          <a:ln>
                            <a:noFill/>
                          </a:ln>
                          <a:solidFill>
                            <a:srgbClr val="33CCFF"/>
                          </a:solidFill>
                          <a:effectLst/>
                          <a:latin typeface="黑体" panose="02010609060101010101" pitchFamily="2" charset="-122"/>
                          <a:ea typeface="黑体" panose="02010609060101010101" pitchFamily="2" charset="-122"/>
                          <a:cs typeface="Times New Roman" panose="02020603050405020304" pitchFamily="18" charset="0"/>
                        </a:rPr>
                        <a:t>Material</a:t>
                      </a:r>
                      <a:endParaRPr kumimoji="0" lang="en-US" altLang="zh-CN" sz="2400" b="1" i="0" u="none" strike="noStrike" cap="none" normalizeH="0" baseline="0">
                        <a:ln>
                          <a:noFill/>
                        </a:ln>
                        <a:solidFill>
                          <a:srgbClr val="33CCFF"/>
                        </a:solidFill>
                        <a:effectLst/>
                        <a:latin typeface="黑体" panose="02010609060101010101" pitchFamily="2" charset="-122"/>
                        <a:ea typeface="黑体" panose="02010609060101010101" pitchFamily="2" charset="-122"/>
                        <a:cs typeface="Times New Roman" panose="02020603050405020304" pitchFamily="18" charset="0"/>
                      </a:endParaRPr>
                    </a:p>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400" b="1" i="0" u="none" strike="noStrike" cap="none" normalizeH="0" baseline="0">
                          <a:ln>
                            <a:noFill/>
                          </a:ln>
                          <a:solidFill>
                            <a:srgbClr val="33CCFF"/>
                          </a:solidFill>
                          <a:effectLst/>
                          <a:latin typeface="黑体" panose="02010609060101010101" pitchFamily="2" charset="-122"/>
                          <a:ea typeface="黑体" panose="02010609060101010101" pitchFamily="2" charset="-122"/>
                          <a:cs typeface="Times New Roman" panose="02020603050405020304" pitchFamily="18" charset="0"/>
                        </a:rPr>
                        <a:t>MovieTexture</a:t>
                      </a:r>
                      <a:endParaRPr kumimoji="0" lang="en-US" altLang="zh-CN" sz="2400" b="1" i="0" u="none" strike="noStrike" cap="none" normalizeH="0" baseline="0">
                        <a:ln>
                          <a:noFill/>
                        </a:ln>
                        <a:solidFill>
                          <a:srgbClr val="33CCFF"/>
                        </a:solidFill>
                        <a:effectLst/>
                        <a:latin typeface="黑体" panose="02010609060101010101" pitchFamily="2" charset="-122"/>
                        <a:ea typeface="黑体" panose="02010609060101010101" pitchFamily="2" charset="-122"/>
                        <a:cs typeface="Times New Roman" panose="02020603050405020304" pitchFamily="18" charset="0"/>
                      </a:endParaRPr>
                    </a:p>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400" b="1" i="0" u="none" strike="noStrike" cap="none" normalizeH="0" baseline="0">
                          <a:ln>
                            <a:noFill/>
                          </a:ln>
                          <a:solidFill>
                            <a:srgbClr val="33CCFF"/>
                          </a:solidFill>
                          <a:effectLst/>
                          <a:latin typeface="黑体" panose="02010609060101010101" pitchFamily="2" charset="-122"/>
                          <a:ea typeface="黑体" panose="02010609060101010101" pitchFamily="2" charset="-122"/>
                          <a:cs typeface="Times New Roman" panose="02020603050405020304" pitchFamily="18" charset="0"/>
                        </a:rPr>
                        <a:t>Normal</a:t>
                      </a:r>
                      <a:endParaRPr kumimoji="0" lang="en-US" altLang="zh-CN" sz="2400" b="1" i="0" u="none" strike="noStrike" cap="none" normalizeH="0" baseline="0">
                        <a:ln>
                          <a:noFill/>
                        </a:ln>
                        <a:solidFill>
                          <a:srgbClr val="33CCFF"/>
                        </a:solidFill>
                        <a:effectLst/>
                        <a:latin typeface="黑体" panose="02010609060101010101" pitchFamily="2" charset="-122"/>
                        <a:ea typeface="黑体" panose="02010609060101010101" pitchFamily="2" charset="-122"/>
                        <a:cs typeface="Times New Roman" panose="02020603050405020304" pitchFamily="18" charset="0"/>
                      </a:endParaRPr>
                    </a:p>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400" b="1" i="0" u="none" strike="noStrike" cap="none" normalizeH="0" baseline="0">
                          <a:ln>
                            <a:noFill/>
                          </a:ln>
                          <a:solidFill>
                            <a:srgbClr val="33CCFF"/>
                          </a:solidFill>
                          <a:effectLst/>
                          <a:latin typeface="黑体" panose="02010609060101010101" pitchFamily="2" charset="-122"/>
                          <a:ea typeface="黑体" panose="02010609060101010101" pitchFamily="2" charset="-122"/>
                          <a:cs typeface="Times New Roman" panose="02020603050405020304" pitchFamily="18" charset="0"/>
                        </a:rPr>
                        <a:t>PixelTexture</a:t>
                      </a:r>
                      <a:endParaRPr kumimoji="0" lang="en-US" altLang="zh-CN" sz="2400" b="1" i="0" u="none" strike="noStrike" cap="none" normalizeH="0" baseline="0">
                        <a:ln>
                          <a:noFill/>
                        </a:ln>
                        <a:solidFill>
                          <a:srgbClr val="33CCFF"/>
                        </a:solidFill>
                        <a:effectLst/>
                        <a:latin typeface="黑体" panose="02010609060101010101" pitchFamily="2" charset="-122"/>
                        <a:ea typeface="黑体" panose="02010609060101010101" pitchFamily="2" charset="-122"/>
                        <a:cs typeface="Times New Roman" panose="02020603050405020304" pitchFamily="18" charset="0"/>
                      </a:endParaRPr>
                    </a:p>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400" b="1" i="0" u="none" strike="noStrike" cap="none" normalizeH="0" baseline="0">
                          <a:ln>
                            <a:noFill/>
                          </a:ln>
                          <a:solidFill>
                            <a:srgbClr val="33CCFF"/>
                          </a:solidFill>
                          <a:effectLst/>
                          <a:latin typeface="黑体" panose="02010609060101010101" pitchFamily="2" charset="-122"/>
                          <a:ea typeface="黑体" panose="02010609060101010101" pitchFamily="2" charset="-122"/>
                          <a:cs typeface="Times New Roman" panose="02020603050405020304" pitchFamily="18" charset="0"/>
                        </a:rPr>
                        <a:t>TextureCoordinate</a:t>
                      </a:r>
                      <a:endParaRPr kumimoji="0" lang="en-US" altLang="zh-CN" sz="2400" b="1" i="0" u="none" strike="noStrike" cap="none" normalizeH="0" baseline="0">
                        <a:ln>
                          <a:noFill/>
                        </a:ln>
                        <a:solidFill>
                          <a:srgbClr val="33CCFF"/>
                        </a:solidFill>
                        <a:effectLst/>
                        <a:latin typeface="黑体" panose="02010609060101010101" pitchFamily="2" charset="-122"/>
                        <a:ea typeface="黑体" panose="02010609060101010101" pitchFamily="2" charset="-122"/>
                        <a:cs typeface="Times New Roman" panose="02020603050405020304" pitchFamily="18" charset="0"/>
                      </a:endParaRPr>
                    </a:p>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400" b="1" i="0" u="none" strike="noStrike" cap="none" normalizeH="0" baseline="0">
                          <a:ln>
                            <a:noFill/>
                          </a:ln>
                          <a:solidFill>
                            <a:srgbClr val="33CCFF"/>
                          </a:solidFill>
                          <a:effectLst/>
                          <a:latin typeface="黑体" panose="02010609060101010101" pitchFamily="2" charset="-122"/>
                          <a:ea typeface="黑体" panose="02010609060101010101" pitchFamily="2" charset="-122"/>
                          <a:cs typeface="Times New Roman" panose="02020603050405020304" pitchFamily="18" charset="0"/>
                        </a:rPr>
                        <a:t>TextureTransform</a:t>
                      </a:r>
                      <a:endParaRPr kumimoji="0" lang="en-US" altLang="zh-CN" sz="2400" b="1" i="0" u="none" strike="noStrike" cap="none" normalizeH="0" baseline="0">
                        <a:ln>
                          <a:noFill/>
                        </a:ln>
                        <a:solidFill>
                          <a:srgbClr val="33CCFF"/>
                        </a:solidFill>
                        <a:effectLst/>
                        <a:latin typeface="黑体" panose="02010609060101010101" pitchFamily="2" charset="-122"/>
                        <a:ea typeface="黑体" panose="02010609060101010101" pitchFamily="2" charset="-122"/>
                        <a:cs typeface="Times New Roman" panose="02020603050405020304" pitchFamily="18" charset="0"/>
                      </a:endParaRPr>
                    </a:p>
                  </a:txBody>
                  <a:tcPr anchor="ctr"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noFill/>
                  </a:tcPr>
                </a:tc>
              </a:tr>
            </a:tbl>
          </a:graphicData>
        </a:graphic>
      </p:graphicFrame>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1925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42" name="页脚占位符 2"/>
          <p:cNvSpPr txBox="1">
            <a:spLocks noGrp="1"/>
          </p:cNvSpPr>
          <p:nvPr>
            <p:ph type="ftr" sz="quarter" idx="3"/>
          </p:nvPr>
        </p:nvSpPr>
        <p:spPr>
          <a:xfrm>
            <a:off x="3733800" y="6570663"/>
            <a:ext cx="2590800" cy="280987"/>
          </a:xfrm>
          <a:ln/>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r>
              <a:rPr lang="zh-CN" altLang="en-US" sz="1200" dirty="0">
                <a:solidFill>
                  <a:schemeClr val="folHlink"/>
                </a:solidFill>
              </a:rPr>
              <a:t>《虚拟地理环境及其应用》</a:t>
            </a:r>
            <a:endParaRPr lang="zh-CN" altLang="en-US" sz="1200" dirty="0">
              <a:solidFill>
                <a:schemeClr val="folHlink"/>
              </a:solidFill>
            </a:endParaRPr>
          </a:p>
        </p:txBody>
      </p:sp>
      <p:sp>
        <p:nvSpPr>
          <p:cNvPr id="61443" name="Rectangle 2"/>
          <p:cNvSpPr/>
          <p:nvPr/>
        </p:nvSpPr>
        <p:spPr>
          <a:xfrm>
            <a:off x="1258888" y="404813"/>
            <a:ext cx="7561262" cy="1554162"/>
          </a:xfrm>
          <a:prstGeom prst="rect">
            <a:avLst/>
          </a:prstGeom>
          <a:noFill/>
          <a:ln w="9525">
            <a:noFill/>
          </a:ln>
        </p:spPr>
        <p:txBody>
          <a:bodyPr anchor="ctr" anchorCtr="0">
            <a:spAutoFit/>
          </a:bodyPr>
          <a:p>
            <a:pPr eaLnBrk="1" hangingPunct="1"/>
            <a:r>
              <a:rPr lang="zh-CN" altLang="en-US" sz="2000" b="1" dirty="0">
                <a:solidFill>
                  <a:schemeClr val="tx2"/>
                </a:solidFill>
                <a:latin typeface="宋体" panose="02010600030101010101" pitchFamily="2" charset="-122"/>
              </a:rPr>
              <a:t>      </a:t>
            </a:r>
            <a:r>
              <a:rPr lang="zh-CN" altLang="en-US" sz="3200" b="1" dirty="0">
                <a:solidFill>
                  <a:schemeClr val="tx2"/>
                </a:solidFill>
                <a:latin typeface="宋体" panose="02010600030101010101" pitchFamily="2" charset="-122"/>
              </a:rPr>
              <a:t>非图形节点通过给3</a:t>
            </a:r>
            <a:r>
              <a:rPr lang="en-US" altLang="zh-CN" sz="3200" b="1" dirty="0">
                <a:solidFill>
                  <a:schemeClr val="tx2"/>
                </a:solidFill>
                <a:latin typeface="宋体" panose="02010600030101010101" pitchFamily="2" charset="-122"/>
              </a:rPr>
              <a:t>D</a:t>
            </a:r>
            <a:r>
              <a:rPr lang="zh-CN" altLang="en-US" sz="3200" b="1" dirty="0">
                <a:solidFill>
                  <a:schemeClr val="tx2"/>
                </a:solidFill>
                <a:latin typeface="宋体" panose="02010600030101010101" pitchFamily="2" charset="-122"/>
              </a:rPr>
              <a:t>世界增加声音、触发事件和动画数据给</a:t>
            </a:r>
            <a:r>
              <a:rPr lang="en-US" altLang="zh-CN" sz="3200" b="1" dirty="0">
                <a:solidFill>
                  <a:schemeClr val="tx2"/>
                </a:solidFill>
                <a:latin typeface="宋体" panose="02010600030101010101" pitchFamily="2" charset="-122"/>
              </a:rPr>
              <a:t>VRML2.0</a:t>
            </a:r>
            <a:r>
              <a:rPr lang="zh-CN" altLang="en-US" sz="3200" b="1" dirty="0">
                <a:solidFill>
                  <a:schemeClr val="tx2"/>
                </a:solidFill>
                <a:latin typeface="宋体" panose="02010600030101010101" pitchFamily="2" charset="-122"/>
              </a:rPr>
              <a:t>增添动态效果，这些节点如下表所列：</a:t>
            </a:r>
            <a:r>
              <a:rPr lang="zh-CN" altLang="en-US" sz="2800" dirty="0">
                <a:solidFill>
                  <a:schemeClr val="tx2"/>
                </a:solidFill>
                <a:latin typeface="Arial Black" panose="020B0A04020102020204" pitchFamily="34" charset="0"/>
              </a:rPr>
              <a:t> </a:t>
            </a:r>
            <a:endParaRPr lang="zh-CN" altLang="en-US" sz="2800" dirty="0">
              <a:solidFill>
                <a:schemeClr val="tx2"/>
              </a:solidFill>
              <a:latin typeface="Arial Black" panose="020B0A04020102020204" pitchFamily="34" charset="0"/>
            </a:endParaRPr>
          </a:p>
        </p:txBody>
      </p:sp>
      <p:graphicFrame>
        <p:nvGraphicFramePr>
          <p:cNvPr id="63510" name="Group 22"/>
          <p:cNvGraphicFramePr>
            <a:graphicFrameLocks noGrp="1"/>
          </p:cNvGraphicFramePr>
          <p:nvPr>
            <p:ph idx="1"/>
          </p:nvPr>
        </p:nvGraphicFramePr>
        <p:xfrm>
          <a:off x="900113" y="2205038"/>
          <a:ext cx="7397750" cy="3673475"/>
        </p:xfrm>
        <a:graphic>
          <a:graphicData uri="http://schemas.openxmlformats.org/drawingml/2006/table">
            <a:tbl>
              <a:tblPr/>
              <a:tblGrid>
                <a:gridCol w="2320925"/>
                <a:gridCol w="2127250"/>
                <a:gridCol w="2949575"/>
              </a:tblGrid>
              <a:tr h="590550">
                <a:tc>
                  <a:txBody>
                    <a:bodyPr/>
                    <a:lstStyle>
                      <a:lvl1pPr marL="342900" indent="-342900">
                        <a:spcBef>
                          <a:spcPct val="20000"/>
                        </a:spcBef>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55000"/>
                        <a:buFont typeface="Wingdings" panose="05000000000000000000" pitchFamily="2" charset="2"/>
                        <a:defRPr kumimoji="1" sz="2400">
                          <a:solidFill>
                            <a:schemeClr val="tx1"/>
                          </a:solidFill>
                          <a:latin typeface="Times New Roman" panose="02020603050405020304" pitchFamily="18" charset="0"/>
                          <a:ea typeface="宋体" panose="02010600030101010101" pitchFamily="2" charset="-122"/>
                        </a:defRPr>
                      </a:lvl2pPr>
                      <a:lvl3pPr marL="1085850" indent="-228600">
                        <a:spcBef>
                          <a:spcPct val="20000"/>
                        </a:spcBef>
                        <a:buClr>
                          <a:schemeClr val="accent2"/>
                        </a:buClr>
                        <a:buSzPct val="65000"/>
                        <a:buFont typeface="Wingdings" panose="05000000000000000000" pitchFamily="2" charset="2"/>
                        <a:defRPr kumimoji="1" sz="2000">
                          <a:solidFill>
                            <a:schemeClr val="tx1"/>
                          </a:solidFill>
                          <a:latin typeface="Times New Roman" panose="02020603050405020304" pitchFamily="18" charset="0"/>
                          <a:ea typeface="宋体" panose="02010600030101010101" pitchFamily="2" charset="-122"/>
                        </a:defRPr>
                      </a:lvl3pPr>
                      <a:lvl4pPr marL="1428750" indent="-228600">
                        <a:spcBef>
                          <a:spcPct val="20000"/>
                        </a:spcBef>
                        <a:buClr>
                          <a:schemeClr val="accent2"/>
                        </a:buClr>
                        <a:buSzPct val="8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marL="1771650" indent="-228600">
                        <a:spcBef>
                          <a:spcPct val="20000"/>
                        </a:spcBef>
                        <a:buClr>
                          <a:schemeClr val="accent2"/>
                        </a:buClr>
                        <a:buSzPct val="80000"/>
                        <a:buFont typeface="Wingdings" panose="05000000000000000000" pitchFamily="2" charset="2"/>
                        <a:defRPr kumimoji="1" sz="1600">
                          <a:solidFill>
                            <a:schemeClr val="tx1"/>
                          </a:solidFill>
                          <a:latin typeface="Times New Roman" panose="02020603050405020304" pitchFamily="18" charset="0"/>
                          <a:ea typeface="宋体" panose="02010600030101010101" pitchFamily="2" charset="-122"/>
                        </a:defRPr>
                      </a:lvl5pPr>
                      <a:lvl6pPr marL="2228850" indent="-228600" fontAlgn="base">
                        <a:spcBef>
                          <a:spcPct val="20000"/>
                        </a:spcBef>
                        <a:spcAft>
                          <a:spcPct val="0"/>
                        </a:spcAft>
                        <a:buClr>
                          <a:schemeClr val="accent2"/>
                        </a:buClr>
                        <a:buSzPct val="80000"/>
                        <a:buFont typeface="Wingdings" panose="05000000000000000000" pitchFamily="2" charset="2"/>
                        <a:defRPr kumimoji="1" sz="1600">
                          <a:solidFill>
                            <a:schemeClr val="tx1"/>
                          </a:solidFill>
                          <a:latin typeface="Times New Roman" panose="02020603050405020304" pitchFamily="18" charset="0"/>
                          <a:ea typeface="宋体" panose="02010600030101010101" pitchFamily="2" charset="-122"/>
                        </a:defRPr>
                      </a:lvl6pPr>
                      <a:lvl7pPr marL="2686050" indent="-228600" fontAlgn="base">
                        <a:spcBef>
                          <a:spcPct val="20000"/>
                        </a:spcBef>
                        <a:spcAft>
                          <a:spcPct val="0"/>
                        </a:spcAft>
                        <a:buClr>
                          <a:schemeClr val="accent2"/>
                        </a:buClr>
                        <a:buSzPct val="80000"/>
                        <a:buFont typeface="Wingdings" panose="05000000000000000000" pitchFamily="2" charset="2"/>
                        <a:defRPr kumimoji="1" sz="1600">
                          <a:solidFill>
                            <a:schemeClr val="tx1"/>
                          </a:solidFill>
                          <a:latin typeface="Times New Roman" panose="02020603050405020304" pitchFamily="18" charset="0"/>
                          <a:ea typeface="宋体" panose="02010600030101010101" pitchFamily="2" charset="-122"/>
                        </a:defRPr>
                      </a:lvl7pPr>
                      <a:lvl8pPr marL="3143250" indent="-228600" fontAlgn="base">
                        <a:spcBef>
                          <a:spcPct val="20000"/>
                        </a:spcBef>
                        <a:spcAft>
                          <a:spcPct val="0"/>
                        </a:spcAft>
                        <a:buClr>
                          <a:schemeClr val="accent2"/>
                        </a:buClr>
                        <a:buSzPct val="80000"/>
                        <a:buFont typeface="Wingdings" panose="05000000000000000000" pitchFamily="2" charset="2"/>
                        <a:defRPr kumimoji="1" sz="1600">
                          <a:solidFill>
                            <a:schemeClr val="tx1"/>
                          </a:solidFill>
                          <a:latin typeface="Times New Roman" panose="02020603050405020304" pitchFamily="18" charset="0"/>
                          <a:ea typeface="宋体" panose="02010600030101010101" pitchFamily="2" charset="-122"/>
                        </a:defRPr>
                      </a:lvl8pPr>
                      <a:lvl9pPr marL="3600450" indent="-228600" fontAlgn="base">
                        <a:spcBef>
                          <a:spcPct val="20000"/>
                        </a:spcBef>
                        <a:spcAft>
                          <a:spcPct val="0"/>
                        </a:spcAft>
                        <a:buClr>
                          <a:schemeClr val="accent2"/>
                        </a:buClr>
                        <a:buSzPct val="80000"/>
                        <a:buFont typeface="Wingdings" panose="05000000000000000000" pitchFamily="2" charset="2"/>
                        <a:defRPr kumimoji="1" sz="1600">
                          <a:solidFill>
                            <a:schemeClr val="tx1"/>
                          </a:solidFill>
                          <a:latin typeface="Times New Roman" panose="02020603050405020304" pitchFamily="18"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1" lang="zh-CN" altLang="en-US" sz="2000" b="0" i="0" u="none" strike="noStrike" cap="none" normalizeH="0" baseline="0">
                          <a:ln>
                            <a:noFill/>
                          </a:ln>
                          <a:solidFill>
                            <a:srgbClr val="33CCFF"/>
                          </a:solidFill>
                          <a:effectLst/>
                          <a:latin typeface="Times New Roman" panose="02020603050405020304" pitchFamily="18" charset="0"/>
                          <a:ea typeface="宋体" panose="02010600030101010101" pitchFamily="2" charset="-122"/>
                          <a:cs typeface="Times New Roman" panose="02020603050405020304" pitchFamily="18" charset="0"/>
                        </a:rPr>
                        <a:t>声音</a:t>
                      </a:r>
                      <a:endParaRPr kumimoji="1" lang="zh-CN" altLang="en-US" sz="2000" b="0" i="0" u="none" strike="noStrike" cap="none" normalizeH="0" baseline="0">
                        <a:ln>
                          <a:noFill/>
                        </a:ln>
                        <a:solidFill>
                          <a:srgbClr val="33CCFF"/>
                        </a:solidFill>
                        <a:effectLst/>
                        <a:latin typeface="Times New Roman" panose="02020603050405020304" pitchFamily="18" charset="0"/>
                        <a:ea typeface="宋体" panose="02010600030101010101" pitchFamily="2" charset="-122"/>
                      </a:endParaRPr>
                    </a:p>
                  </a:txBody>
                  <a:tcPr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55000"/>
                        <a:buFont typeface="Wingdings" panose="05000000000000000000" pitchFamily="2" charset="2"/>
                        <a:defRPr kumimoji="1" sz="2400">
                          <a:solidFill>
                            <a:schemeClr val="tx1"/>
                          </a:solidFill>
                          <a:latin typeface="Times New Roman" panose="02020603050405020304" pitchFamily="18" charset="0"/>
                          <a:ea typeface="宋体" panose="02010600030101010101" pitchFamily="2" charset="-122"/>
                        </a:defRPr>
                      </a:lvl2pPr>
                      <a:lvl3pPr marL="1085850" indent="-228600">
                        <a:spcBef>
                          <a:spcPct val="20000"/>
                        </a:spcBef>
                        <a:buClr>
                          <a:schemeClr val="accent2"/>
                        </a:buClr>
                        <a:buSzPct val="65000"/>
                        <a:buFont typeface="Wingdings" panose="05000000000000000000" pitchFamily="2" charset="2"/>
                        <a:defRPr kumimoji="1" sz="2000">
                          <a:solidFill>
                            <a:schemeClr val="tx1"/>
                          </a:solidFill>
                          <a:latin typeface="Times New Roman" panose="02020603050405020304" pitchFamily="18" charset="0"/>
                          <a:ea typeface="宋体" panose="02010600030101010101" pitchFamily="2" charset="-122"/>
                        </a:defRPr>
                      </a:lvl3pPr>
                      <a:lvl4pPr marL="1428750" indent="-228600">
                        <a:spcBef>
                          <a:spcPct val="20000"/>
                        </a:spcBef>
                        <a:buClr>
                          <a:schemeClr val="accent2"/>
                        </a:buClr>
                        <a:buSzPct val="8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marL="1771650" indent="-228600">
                        <a:spcBef>
                          <a:spcPct val="20000"/>
                        </a:spcBef>
                        <a:buClr>
                          <a:schemeClr val="accent2"/>
                        </a:buClr>
                        <a:buSzPct val="80000"/>
                        <a:buFont typeface="Wingdings" panose="05000000000000000000" pitchFamily="2" charset="2"/>
                        <a:defRPr kumimoji="1" sz="1600">
                          <a:solidFill>
                            <a:schemeClr val="tx1"/>
                          </a:solidFill>
                          <a:latin typeface="Times New Roman" panose="02020603050405020304" pitchFamily="18" charset="0"/>
                          <a:ea typeface="宋体" panose="02010600030101010101" pitchFamily="2" charset="-122"/>
                        </a:defRPr>
                      </a:lvl5pPr>
                      <a:lvl6pPr marL="2228850" indent="-228600" fontAlgn="base">
                        <a:spcBef>
                          <a:spcPct val="20000"/>
                        </a:spcBef>
                        <a:spcAft>
                          <a:spcPct val="0"/>
                        </a:spcAft>
                        <a:buClr>
                          <a:schemeClr val="accent2"/>
                        </a:buClr>
                        <a:buSzPct val="80000"/>
                        <a:buFont typeface="Wingdings" panose="05000000000000000000" pitchFamily="2" charset="2"/>
                        <a:defRPr kumimoji="1" sz="1600">
                          <a:solidFill>
                            <a:schemeClr val="tx1"/>
                          </a:solidFill>
                          <a:latin typeface="Times New Roman" panose="02020603050405020304" pitchFamily="18" charset="0"/>
                          <a:ea typeface="宋体" panose="02010600030101010101" pitchFamily="2" charset="-122"/>
                        </a:defRPr>
                      </a:lvl6pPr>
                      <a:lvl7pPr marL="2686050" indent="-228600" fontAlgn="base">
                        <a:spcBef>
                          <a:spcPct val="20000"/>
                        </a:spcBef>
                        <a:spcAft>
                          <a:spcPct val="0"/>
                        </a:spcAft>
                        <a:buClr>
                          <a:schemeClr val="accent2"/>
                        </a:buClr>
                        <a:buSzPct val="80000"/>
                        <a:buFont typeface="Wingdings" panose="05000000000000000000" pitchFamily="2" charset="2"/>
                        <a:defRPr kumimoji="1" sz="1600">
                          <a:solidFill>
                            <a:schemeClr val="tx1"/>
                          </a:solidFill>
                          <a:latin typeface="Times New Roman" panose="02020603050405020304" pitchFamily="18" charset="0"/>
                          <a:ea typeface="宋体" panose="02010600030101010101" pitchFamily="2" charset="-122"/>
                        </a:defRPr>
                      </a:lvl7pPr>
                      <a:lvl8pPr marL="3143250" indent="-228600" fontAlgn="base">
                        <a:spcBef>
                          <a:spcPct val="20000"/>
                        </a:spcBef>
                        <a:spcAft>
                          <a:spcPct val="0"/>
                        </a:spcAft>
                        <a:buClr>
                          <a:schemeClr val="accent2"/>
                        </a:buClr>
                        <a:buSzPct val="80000"/>
                        <a:buFont typeface="Wingdings" panose="05000000000000000000" pitchFamily="2" charset="2"/>
                        <a:defRPr kumimoji="1" sz="1600">
                          <a:solidFill>
                            <a:schemeClr val="tx1"/>
                          </a:solidFill>
                          <a:latin typeface="Times New Roman" panose="02020603050405020304" pitchFamily="18" charset="0"/>
                          <a:ea typeface="宋体" panose="02010600030101010101" pitchFamily="2" charset="-122"/>
                        </a:defRPr>
                      </a:lvl8pPr>
                      <a:lvl9pPr marL="3600450" indent="-228600" fontAlgn="base">
                        <a:spcBef>
                          <a:spcPct val="20000"/>
                        </a:spcBef>
                        <a:spcAft>
                          <a:spcPct val="0"/>
                        </a:spcAft>
                        <a:buClr>
                          <a:schemeClr val="accent2"/>
                        </a:buClr>
                        <a:buSzPct val="80000"/>
                        <a:buFont typeface="Wingdings" panose="05000000000000000000" pitchFamily="2" charset="2"/>
                        <a:defRPr kumimoji="1" sz="1600">
                          <a:solidFill>
                            <a:schemeClr val="tx1"/>
                          </a:solidFill>
                          <a:latin typeface="Times New Roman" panose="02020603050405020304" pitchFamily="18"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1" lang="zh-CN" altLang="en-US" sz="2000" b="0" i="0" u="none" strike="noStrike" cap="none" normalizeH="0" baseline="0">
                          <a:ln>
                            <a:noFill/>
                          </a:ln>
                          <a:solidFill>
                            <a:srgbClr val="33CCFF"/>
                          </a:solidFill>
                          <a:effectLst/>
                          <a:latin typeface="Times New Roman" panose="02020603050405020304" pitchFamily="18" charset="0"/>
                          <a:ea typeface="宋体" panose="02010600030101010101" pitchFamily="2" charset="-122"/>
                          <a:cs typeface="Times New Roman" panose="02020603050405020304" pitchFamily="18" charset="0"/>
                        </a:rPr>
                        <a:t>触发事件</a:t>
                      </a:r>
                      <a:endParaRPr kumimoji="1" lang="zh-CN" altLang="en-US" sz="2000" b="0" i="0" u="none" strike="noStrike" cap="none" normalizeH="0" baseline="0">
                        <a:ln>
                          <a:noFill/>
                        </a:ln>
                        <a:solidFill>
                          <a:srgbClr val="33CCFF"/>
                        </a:solidFill>
                        <a:effectLst/>
                        <a:latin typeface="Times New Roman" panose="02020603050405020304" pitchFamily="18" charset="0"/>
                        <a:ea typeface="宋体" panose="02010600030101010101" pitchFamily="2" charset="-122"/>
                      </a:endParaRPr>
                    </a:p>
                  </a:txBody>
                  <a:tcPr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55000"/>
                        <a:buFont typeface="Wingdings" panose="05000000000000000000" pitchFamily="2" charset="2"/>
                        <a:defRPr kumimoji="1" sz="2400">
                          <a:solidFill>
                            <a:schemeClr val="tx1"/>
                          </a:solidFill>
                          <a:latin typeface="Times New Roman" panose="02020603050405020304" pitchFamily="18" charset="0"/>
                          <a:ea typeface="宋体" panose="02010600030101010101" pitchFamily="2" charset="-122"/>
                        </a:defRPr>
                      </a:lvl2pPr>
                      <a:lvl3pPr marL="1085850" indent="-228600">
                        <a:spcBef>
                          <a:spcPct val="20000"/>
                        </a:spcBef>
                        <a:buClr>
                          <a:schemeClr val="accent2"/>
                        </a:buClr>
                        <a:buSzPct val="65000"/>
                        <a:buFont typeface="Wingdings" panose="05000000000000000000" pitchFamily="2" charset="2"/>
                        <a:defRPr kumimoji="1" sz="2000">
                          <a:solidFill>
                            <a:schemeClr val="tx1"/>
                          </a:solidFill>
                          <a:latin typeface="Times New Roman" panose="02020603050405020304" pitchFamily="18" charset="0"/>
                          <a:ea typeface="宋体" panose="02010600030101010101" pitchFamily="2" charset="-122"/>
                        </a:defRPr>
                      </a:lvl3pPr>
                      <a:lvl4pPr marL="1428750" indent="-228600">
                        <a:spcBef>
                          <a:spcPct val="20000"/>
                        </a:spcBef>
                        <a:buClr>
                          <a:schemeClr val="accent2"/>
                        </a:buClr>
                        <a:buSzPct val="8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marL="1771650" indent="-228600">
                        <a:spcBef>
                          <a:spcPct val="20000"/>
                        </a:spcBef>
                        <a:buClr>
                          <a:schemeClr val="accent2"/>
                        </a:buClr>
                        <a:buSzPct val="80000"/>
                        <a:buFont typeface="Wingdings" panose="05000000000000000000" pitchFamily="2" charset="2"/>
                        <a:defRPr kumimoji="1" sz="1600">
                          <a:solidFill>
                            <a:schemeClr val="tx1"/>
                          </a:solidFill>
                          <a:latin typeface="Times New Roman" panose="02020603050405020304" pitchFamily="18" charset="0"/>
                          <a:ea typeface="宋体" panose="02010600030101010101" pitchFamily="2" charset="-122"/>
                        </a:defRPr>
                      </a:lvl5pPr>
                      <a:lvl6pPr marL="2228850" indent="-228600" fontAlgn="base">
                        <a:spcBef>
                          <a:spcPct val="20000"/>
                        </a:spcBef>
                        <a:spcAft>
                          <a:spcPct val="0"/>
                        </a:spcAft>
                        <a:buClr>
                          <a:schemeClr val="accent2"/>
                        </a:buClr>
                        <a:buSzPct val="80000"/>
                        <a:buFont typeface="Wingdings" panose="05000000000000000000" pitchFamily="2" charset="2"/>
                        <a:defRPr kumimoji="1" sz="1600">
                          <a:solidFill>
                            <a:schemeClr val="tx1"/>
                          </a:solidFill>
                          <a:latin typeface="Times New Roman" panose="02020603050405020304" pitchFamily="18" charset="0"/>
                          <a:ea typeface="宋体" panose="02010600030101010101" pitchFamily="2" charset="-122"/>
                        </a:defRPr>
                      </a:lvl6pPr>
                      <a:lvl7pPr marL="2686050" indent="-228600" fontAlgn="base">
                        <a:spcBef>
                          <a:spcPct val="20000"/>
                        </a:spcBef>
                        <a:spcAft>
                          <a:spcPct val="0"/>
                        </a:spcAft>
                        <a:buClr>
                          <a:schemeClr val="accent2"/>
                        </a:buClr>
                        <a:buSzPct val="80000"/>
                        <a:buFont typeface="Wingdings" panose="05000000000000000000" pitchFamily="2" charset="2"/>
                        <a:defRPr kumimoji="1" sz="1600">
                          <a:solidFill>
                            <a:schemeClr val="tx1"/>
                          </a:solidFill>
                          <a:latin typeface="Times New Roman" panose="02020603050405020304" pitchFamily="18" charset="0"/>
                          <a:ea typeface="宋体" panose="02010600030101010101" pitchFamily="2" charset="-122"/>
                        </a:defRPr>
                      </a:lvl7pPr>
                      <a:lvl8pPr marL="3143250" indent="-228600" fontAlgn="base">
                        <a:spcBef>
                          <a:spcPct val="20000"/>
                        </a:spcBef>
                        <a:spcAft>
                          <a:spcPct val="0"/>
                        </a:spcAft>
                        <a:buClr>
                          <a:schemeClr val="accent2"/>
                        </a:buClr>
                        <a:buSzPct val="80000"/>
                        <a:buFont typeface="Wingdings" panose="05000000000000000000" pitchFamily="2" charset="2"/>
                        <a:defRPr kumimoji="1" sz="1600">
                          <a:solidFill>
                            <a:schemeClr val="tx1"/>
                          </a:solidFill>
                          <a:latin typeface="Times New Roman" panose="02020603050405020304" pitchFamily="18" charset="0"/>
                          <a:ea typeface="宋体" panose="02010600030101010101" pitchFamily="2" charset="-122"/>
                        </a:defRPr>
                      </a:lvl8pPr>
                      <a:lvl9pPr marL="3600450" indent="-228600" fontAlgn="base">
                        <a:spcBef>
                          <a:spcPct val="20000"/>
                        </a:spcBef>
                        <a:spcAft>
                          <a:spcPct val="0"/>
                        </a:spcAft>
                        <a:buClr>
                          <a:schemeClr val="accent2"/>
                        </a:buClr>
                        <a:buSzPct val="80000"/>
                        <a:buFont typeface="Wingdings" panose="05000000000000000000" pitchFamily="2" charset="2"/>
                        <a:defRPr kumimoji="1" sz="1600">
                          <a:solidFill>
                            <a:schemeClr val="tx1"/>
                          </a:solidFill>
                          <a:latin typeface="Times New Roman" panose="02020603050405020304" pitchFamily="18"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1" lang="zh-CN" altLang="en-US" sz="2000" b="0" i="0" u="none" strike="noStrike" cap="none" normalizeH="0" baseline="0">
                          <a:ln>
                            <a:noFill/>
                          </a:ln>
                          <a:solidFill>
                            <a:srgbClr val="33CCFF"/>
                          </a:solidFill>
                          <a:effectLst/>
                          <a:latin typeface="Times New Roman" panose="02020603050405020304" pitchFamily="18" charset="0"/>
                          <a:ea typeface="宋体" panose="02010600030101010101" pitchFamily="2" charset="-122"/>
                          <a:cs typeface="Times New Roman" panose="02020603050405020304" pitchFamily="18" charset="0"/>
                        </a:rPr>
                        <a:t>动画数据</a:t>
                      </a:r>
                      <a:endParaRPr kumimoji="1" lang="zh-CN" altLang="en-US" sz="2000" b="0" i="0" u="none" strike="noStrike" cap="none" normalizeH="0" baseline="0">
                        <a:ln>
                          <a:noFill/>
                        </a:ln>
                        <a:solidFill>
                          <a:srgbClr val="33CCFF"/>
                        </a:solidFill>
                        <a:effectLst/>
                        <a:latin typeface="Times New Roman" panose="02020603050405020304" pitchFamily="18" charset="0"/>
                        <a:ea typeface="宋体" panose="02010600030101010101" pitchFamily="2" charset="-122"/>
                      </a:endParaRPr>
                    </a:p>
                  </a:txBody>
                  <a:tcPr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noFill/>
                  </a:tcPr>
                </a:tc>
              </a:tr>
              <a:tr h="3082925">
                <a:tc>
                  <a:txBody>
                    <a:bodyPr/>
                    <a:lstStyle>
                      <a:lvl1pPr marL="342900" indent="-342900">
                        <a:spcBef>
                          <a:spcPct val="20000"/>
                        </a:spcBef>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55000"/>
                        <a:buFont typeface="Wingdings" panose="05000000000000000000" pitchFamily="2" charset="2"/>
                        <a:defRPr kumimoji="1" sz="2400">
                          <a:solidFill>
                            <a:schemeClr val="tx1"/>
                          </a:solidFill>
                          <a:latin typeface="Times New Roman" panose="02020603050405020304" pitchFamily="18" charset="0"/>
                          <a:ea typeface="宋体" panose="02010600030101010101" pitchFamily="2" charset="-122"/>
                        </a:defRPr>
                      </a:lvl2pPr>
                      <a:lvl3pPr marL="1085850" indent="-228600">
                        <a:spcBef>
                          <a:spcPct val="20000"/>
                        </a:spcBef>
                        <a:buClr>
                          <a:schemeClr val="accent2"/>
                        </a:buClr>
                        <a:buSzPct val="65000"/>
                        <a:buFont typeface="Wingdings" panose="05000000000000000000" pitchFamily="2" charset="2"/>
                        <a:defRPr kumimoji="1" sz="2000">
                          <a:solidFill>
                            <a:schemeClr val="tx1"/>
                          </a:solidFill>
                          <a:latin typeface="Times New Roman" panose="02020603050405020304" pitchFamily="18" charset="0"/>
                          <a:ea typeface="宋体" panose="02010600030101010101" pitchFamily="2" charset="-122"/>
                        </a:defRPr>
                      </a:lvl3pPr>
                      <a:lvl4pPr marL="1428750" indent="-228600">
                        <a:spcBef>
                          <a:spcPct val="20000"/>
                        </a:spcBef>
                        <a:buClr>
                          <a:schemeClr val="accent2"/>
                        </a:buClr>
                        <a:buSzPct val="8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marL="1771650" indent="-228600">
                        <a:spcBef>
                          <a:spcPct val="20000"/>
                        </a:spcBef>
                        <a:buClr>
                          <a:schemeClr val="accent2"/>
                        </a:buClr>
                        <a:buSzPct val="80000"/>
                        <a:buFont typeface="Wingdings" panose="05000000000000000000" pitchFamily="2" charset="2"/>
                        <a:defRPr kumimoji="1" sz="1600">
                          <a:solidFill>
                            <a:schemeClr val="tx1"/>
                          </a:solidFill>
                          <a:latin typeface="Times New Roman" panose="02020603050405020304" pitchFamily="18" charset="0"/>
                          <a:ea typeface="宋体" panose="02010600030101010101" pitchFamily="2" charset="-122"/>
                        </a:defRPr>
                      </a:lvl5pPr>
                      <a:lvl6pPr marL="2228850" indent="-228600" fontAlgn="base">
                        <a:spcBef>
                          <a:spcPct val="20000"/>
                        </a:spcBef>
                        <a:spcAft>
                          <a:spcPct val="0"/>
                        </a:spcAft>
                        <a:buClr>
                          <a:schemeClr val="accent2"/>
                        </a:buClr>
                        <a:buSzPct val="80000"/>
                        <a:buFont typeface="Wingdings" panose="05000000000000000000" pitchFamily="2" charset="2"/>
                        <a:defRPr kumimoji="1" sz="1600">
                          <a:solidFill>
                            <a:schemeClr val="tx1"/>
                          </a:solidFill>
                          <a:latin typeface="Times New Roman" panose="02020603050405020304" pitchFamily="18" charset="0"/>
                          <a:ea typeface="宋体" panose="02010600030101010101" pitchFamily="2" charset="-122"/>
                        </a:defRPr>
                      </a:lvl6pPr>
                      <a:lvl7pPr marL="2686050" indent="-228600" fontAlgn="base">
                        <a:spcBef>
                          <a:spcPct val="20000"/>
                        </a:spcBef>
                        <a:spcAft>
                          <a:spcPct val="0"/>
                        </a:spcAft>
                        <a:buClr>
                          <a:schemeClr val="accent2"/>
                        </a:buClr>
                        <a:buSzPct val="80000"/>
                        <a:buFont typeface="Wingdings" panose="05000000000000000000" pitchFamily="2" charset="2"/>
                        <a:defRPr kumimoji="1" sz="1600">
                          <a:solidFill>
                            <a:schemeClr val="tx1"/>
                          </a:solidFill>
                          <a:latin typeface="Times New Roman" panose="02020603050405020304" pitchFamily="18" charset="0"/>
                          <a:ea typeface="宋体" panose="02010600030101010101" pitchFamily="2" charset="-122"/>
                        </a:defRPr>
                      </a:lvl7pPr>
                      <a:lvl8pPr marL="3143250" indent="-228600" fontAlgn="base">
                        <a:spcBef>
                          <a:spcPct val="20000"/>
                        </a:spcBef>
                        <a:spcAft>
                          <a:spcPct val="0"/>
                        </a:spcAft>
                        <a:buClr>
                          <a:schemeClr val="accent2"/>
                        </a:buClr>
                        <a:buSzPct val="80000"/>
                        <a:buFont typeface="Wingdings" panose="05000000000000000000" pitchFamily="2" charset="2"/>
                        <a:defRPr kumimoji="1" sz="1600">
                          <a:solidFill>
                            <a:schemeClr val="tx1"/>
                          </a:solidFill>
                          <a:latin typeface="Times New Roman" panose="02020603050405020304" pitchFamily="18" charset="0"/>
                          <a:ea typeface="宋体" panose="02010600030101010101" pitchFamily="2" charset="-122"/>
                        </a:defRPr>
                      </a:lvl8pPr>
                      <a:lvl9pPr marL="3600450" indent="-228600" fontAlgn="base">
                        <a:spcBef>
                          <a:spcPct val="20000"/>
                        </a:spcBef>
                        <a:spcAft>
                          <a:spcPct val="0"/>
                        </a:spcAft>
                        <a:buClr>
                          <a:schemeClr val="accent2"/>
                        </a:buClr>
                        <a:buSzPct val="80000"/>
                        <a:buFont typeface="Wingdings" panose="05000000000000000000" pitchFamily="2" charset="2"/>
                        <a:defRPr kumimoji="1" sz="1600">
                          <a:solidFill>
                            <a:schemeClr val="tx1"/>
                          </a:solidFill>
                          <a:latin typeface="Times New Roman" panose="02020603050405020304" pitchFamily="18"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1" lang="en-US" altLang="zh-CN" sz="2000" b="0" i="0" u="none" strike="noStrike" cap="none" normalizeH="0" baseline="0">
                          <a:ln>
                            <a:noFill/>
                          </a:ln>
                          <a:solidFill>
                            <a:srgbClr val="33CCFF"/>
                          </a:solidFill>
                          <a:effectLst/>
                          <a:latin typeface="Times New Roman" panose="02020603050405020304" pitchFamily="18" charset="0"/>
                          <a:ea typeface="宋体" panose="02010600030101010101" pitchFamily="2" charset="-122"/>
                          <a:cs typeface="Times New Roman" panose="02020603050405020304" pitchFamily="18" charset="0"/>
                        </a:rPr>
                        <a:t>AudioClip</a:t>
                      </a:r>
                      <a:endParaRPr kumimoji="1" lang="en-US" altLang="zh-CN" sz="2000" b="0" i="0" u="none" strike="noStrike" cap="none" normalizeH="0" baseline="0">
                        <a:ln>
                          <a:noFill/>
                        </a:ln>
                        <a:solidFill>
                          <a:srgbClr val="33CCFF"/>
                        </a:solidFill>
                        <a:effectLst/>
                        <a:latin typeface="Times New Roman" panose="02020603050405020304" pitchFamily="18" charset="0"/>
                        <a:ea typeface="宋体" panose="02010600030101010101" pitchFamily="2" charset="-122"/>
                        <a:cs typeface="Times New Roman" panose="02020603050405020304" pitchFamily="18" charset="0"/>
                      </a:endParaRPr>
                    </a:p>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2000" b="0" i="0" u="none" strike="noStrike" cap="none" normalizeH="0" baseline="0">
                          <a:ln>
                            <a:noFill/>
                          </a:ln>
                          <a:solidFill>
                            <a:srgbClr val="33CCFF"/>
                          </a:solidFill>
                          <a:effectLst/>
                          <a:latin typeface="Times New Roman" panose="02020603050405020304" pitchFamily="18" charset="0"/>
                          <a:ea typeface="宋体" panose="02010600030101010101" pitchFamily="2" charset="-122"/>
                          <a:cs typeface="Times New Roman" panose="02020603050405020304" pitchFamily="18" charset="0"/>
                        </a:rPr>
                        <a:t>Sound</a:t>
                      </a:r>
                      <a:endParaRPr kumimoji="1" lang="en-US" altLang="zh-CN" sz="2000" b="0" i="0" u="none" strike="noStrike" cap="none" normalizeH="0" baseline="0">
                        <a:ln>
                          <a:noFill/>
                        </a:ln>
                        <a:solidFill>
                          <a:srgbClr val="33CCFF"/>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55000"/>
                        <a:buFont typeface="Wingdings" panose="05000000000000000000" pitchFamily="2" charset="2"/>
                        <a:defRPr kumimoji="1" sz="2400">
                          <a:solidFill>
                            <a:schemeClr val="tx1"/>
                          </a:solidFill>
                          <a:latin typeface="Times New Roman" panose="02020603050405020304" pitchFamily="18" charset="0"/>
                          <a:ea typeface="宋体" panose="02010600030101010101" pitchFamily="2" charset="-122"/>
                        </a:defRPr>
                      </a:lvl2pPr>
                      <a:lvl3pPr marL="1085850" indent="-228600">
                        <a:spcBef>
                          <a:spcPct val="20000"/>
                        </a:spcBef>
                        <a:buClr>
                          <a:schemeClr val="accent2"/>
                        </a:buClr>
                        <a:buSzPct val="65000"/>
                        <a:buFont typeface="Wingdings" panose="05000000000000000000" pitchFamily="2" charset="2"/>
                        <a:defRPr kumimoji="1" sz="2000">
                          <a:solidFill>
                            <a:schemeClr val="tx1"/>
                          </a:solidFill>
                          <a:latin typeface="Times New Roman" panose="02020603050405020304" pitchFamily="18" charset="0"/>
                          <a:ea typeface="宋体" panose="02010600030101010101" pitchFamily="2" charset="-122"/>
                        </a:defRPr>
                      </a:lvl3pPr>
                      <a:lvl4pPr marL="1428750" indent="-228600">
                        <a:spcBef>
                          <a:spcPct val="20000"/>
                        </a:spcBef>
                        <a:buClr>
                          <a:schemeClr val="accent2"/>
                        </a:buClr>
                        <a:buSzPct val="8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marL="1771650" indent="-228600">
                        <a:spcBef>
                          <a:spcPct val="20000"/>
                        </a:spcBef>
                        <a:buClr>
                          <a:schemeClr val="accent2"/>
                        </a:buClr>
                        <a:buSzPct val="80000"/>
                        <a:buFont typeface="Wingdings" panose="05000000000000000000" pitchFamily="2" charset="2"/>
                        <a:defRPr kumimoji="1" sz="1600">
                          <a:solidFill>
                            <a:schemeClr val="tx1"/>
                          </a:solidFill>
                          <a:latin typeface="Times New Roman" panose="02020603050405020304" pitchFamily="18" charset="0"/>
                          <a:ea typeface="宋体" panose="02010600030101010101" pitchFamily="2" charset="-122"/>
                        </a:defRPr>
                      </a:lvl5pPr>
                      <a:lvl6pPr marL="2228850" indent="-228600" fontAlgn="base">
                        <a:spcBef>
                          <a:spcPct val="20000"/>
                        </a:spcBef>
                        <a:spcAft>
                          <a:spcPct val="0"/>
                        </a:spcAft>
                        <a:buClr>
                          <a:schemeClr val="accent2"/>
                        </a:buClr>
                        <a:buSzPct val="80000"/>
                        <a:buFont typeface="Wingdings" panose="05000000000000000000" pitchFamily="2" charset="2"/>
                        <a:defRPr kumimoji="1" sz="1600">
                          <a:solidFill>
                            <a:schemeClr val="tx1"/>
                          </a:solidFill>
                          <a:latin typeface="Times New Roman" panose="02020603050405020304" pitchFamily="18" charset="0"/>
                          <a:ea typeface="宋体" panose="02010600030101010101" pitchFamily="2" charset="-122"/>
                        </a:defRPr>
                      </a:lvl6pPr>
                      <a:lvl7pPr marL="2686050" indent="-228600" fontAlgn="base">
                        <a:spcBef>
                          <a:spcPct val="20000"/>
                        </a:spcBef>
                        <a:spcAft>
                          <a:spcPct val="0"/>
                        </a:spcAft>
                        <a:buClr>
                          <a:schemeClr val="accent2"/>
                        </a:buClr>
                        <a:buSzPct val="80000"/>
                        <a:buFont typeface="Wingdings" panose="05000000000000000000" pitchFamily="2" charset="2"/>
                        <a:defRPr kumimoji="1" sz="1600">
                          <a:solidFill>
                            <a:schemeClr val="tx1"/>
                          </a:solidFill>
                          <a:latin typeface="Times New Roman" panose="02020603050405020304" pitchFamily="18" charset="0"/>
                          <a:ea typeface="宋体" panose="02010600030101010101" pitchFamily="2" charset="-122"/>
                        </a:defRPr>
                      </a:lvl7pPr>
                      <a:lvl8pPr marL="3143250" indent="-228600" fontAlgn="base">
                        <a:spcBef>
                          <a:spcPct val="20000"/>
                        </a:spcBef>
                        <a:spcAft>
                          <a:spcPct val="0"/>
                        </a:spcAft>
                        <a:buClr>
                          <a:schemeClr val="accent2"/>
                        </a:buClr>
                        <a:buSzPct val="80000"/>
                        <a:buFont typeface="Wingdings" panose="05000000000000000000" pitchFamily="2" charset="2"/>
                        <a:defRPr kumimoji="1" sz="1600">
                          <a:solidFill>
                            <a:schemeClr val="tx1"/>
                          </a:solidFill>
                          <a:latin typeface="Times New Roman" panose="02020603050405020304" pitchFamily="18" charset="0"/>
                          <a:ea typeface="宋体" panose="02010600030101010101" pitchFamily="2" charset="-122"/>
                        </a:defRPr>
                      </a:lvl8pPr>
                      <a:lvl9pPr marL="3600450" indent="-228600" fontAlgn="base">
                        <a:spcBef>
                          <a:spcPct val="20000"/>
                        </a:spcBef>
                        <a:spcAft>
                          <a:spcPct val="0"/>
                        </a:spcAft>
                        <a:buClr>
                          <a:schemeClr val="accent2"/>
                        </a:buClr>
                        <a:buSzPct val="80000"/>
                        <a:buFont typeface="Wingdings" panose="05000000000000000000" pitchFamily="2" charset="2"/>
                        <a:defRPr kumimoji="1" sz="1600">
                          <a:solidFill>
                            <a:schemeClr val="tx1"/>
                          </a:solidFill>
                          <a:latin typeface="Times New Roman" panose="02020603050405020304" pitchFamily="18"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1" lang="en-US" altLang="zh-CN" sz="2000" b="0" i="0" u="none" strike="noStrike" cap="none" normalizeH="0" baseline="0">
                          <a:ln>
                            <a:noFill/>
                          </a:ln>
                          <a:solidFill>
                            <a:srgbClr val="33CCFF"/>
                          </a:solidFill>
                          <a:effectLst/>
                          <a:latin typeface="Times New Roman" panose="02020603050405020304" pitchFamily="18" charset="0"/>
                          <a:ea typeface="宋体" panose="02010600030101010101" pitchFamily="2" charset="-122"/>
                          <a:cs typeface="Times New Roman" panose="02020603050405020304" pitchFamily="18" charset="0"/>
                        </a:rPr>
                        <a:t>CylinderSensor</a:t>
                      </a:r>
                      <a:endParaRPr kumimoji="1" lang="en-US" altLang="zh-CN" sz="2000" b="0" i="0" u="none" strike="noStrike" cap="none" normalizeH="0" baseline="0">
                        <a:ln>
                          <a:noFill/>
                        </a:ln>
                        <a:solidFill>
                          <a:srgbClr val="33CCFF"/>
                        </a:solidFill>
                        <a:effectLst/>
                        <a:latin typeface="Times New Roman" panose="02020603050405020304" pitchFamily="18" charset="0"/>
                        <a:ea typeface="宋体" panose="02010600030101010101" pitchFamily="2" charset="-122"/>
                        <a:cs typeface="Times New Roman" panose="02020603050405020304" pitchFamily="18" charset="0"/>
                      </a:endParaRPr>
                    </a:p>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2000" b="0" i="0" u="none" strike="noStrike" cap="none" normalizeH="0" baseline="0">
                          <a:ln>
                            <a:noFill/>
                          </a:ln>
                          <a:solidFill>
                            <a:srgbClr val="33CCFF"/>
                          </a:solidFill>
                          <a:effectLst/>
                          <a:latin typeface="Times New Roman" panose="02020603050405020304" pitchFamily="18" charset="0"/>
                          <a:ea typeface="宋体" panose="02010600030101010101" pitchFamily="2" charset="-122"/>
                          <a:cs typeface="Times New Roman" panose="02020603050405020304" pitchFamily="18" charset="0"/>
                        </a:rPr>
                        <a:t>PlaneSensor</a:t>
                      </a:r>
                      <a:endParaRPr kumimoji="1" lang="en-US" altLang="zh-CN" sz="2000" b="0" i="0" u="none" strike="noStrike" cap="none" normalizeH="0" baseline="0">
                        <a:ln>
                          <a:noFill/>
                        </a:ln>
                        <a:solidFill>
                          <a:srgbClr val="33CCFF"/>
                        </a:solidFill>
                        <a:effectLst/>
                        <a:latin typeface="Times New Roman" panose="02020603050405020304" pitchFamily="18" charset="0"/>
                        <a:ea typeface="宋体" panose="02010600030101010101" pitchFamily="2" charset="-122"/>
                        <a:cs typeface="Times New Roman" panose="02020603050405020304" pitchFamily="18" charset="0"/>
                      </a:endParaRPr>
                    </a:p>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2000" b="0" i="0" u="none" strike="noStrike" cap="none" normalizeH="0" baseline="0">
                          <a:ln>
                            <a:noFill/>
                          </a:ln>
                          <a:solidFill>
                            <a:srgbClr val="33CCFF"/>
                          </a:solidFill>
                          <a:effectLst/>
                          <a:latin typeface="Times New Roman" panose="02020603050405020304" pitchFamily="18" charset="0"/>
                          <a:ea typeface="宋体" panose="02010600030101010101" pitchFamily="2" charset="-122"/>
                          <a:cs typeface="Times New Roman" panose="02020603050405020304" pitchFamily="18" charset="0"/>
                        </a:rPr>
                        <a:t>ProximitySensor</a:t>
                      </a:r>
                      <a:endParaRPr kumimoji="1" lang="en-US" altLang="zh-CN" sz="2000" b="0" i="0" u="none" strike="noStrike" cap="none" normalizeH="0" baseline="0">
                        <a:ln>
                          <a:noFill/>
                        </a:ln>
                        <a:solidFill>
                          <a:srgbClr val="33CCFF"/>
                        </a:solidFill>
                        <a:effectLst/>
                        <a:latin typeface="Times New Roman" panose="02020603050405020304" pitchFamily="18" charset="0"/>
                        <a:ea typeface="宋体" panose="02010600030101010101" pitchFamily="2" charset="-122"/>
                        <a:cs typeface="Times New Roman" panose="02020603050405020304" pitchFamily="18" charset="0"/>
                      </a:endParaRPr>
                    </a:p>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2000" b="0" i="0" u="none" strike="noStrike" cap="none" normalizeH="0" baseline="0">
                          <a:ln>
                            <a:noFill/>
                          </a:ln>
                          <a:solidFill>
                            <a:srgbClr val="33CCFF"/>
                          </a:solidFill>
                          <a:effectLst/>
                          <a:latin typeface="Times New Roman" panose="02020603050405020304" pitchFamily="18" charset="0"/>
                          <a:ea typeface="宋体" panose="02010600030101010101" pitchFamily="2" charset="-122"/>
                          <a:cs typeface="Times New Roman" panose="02020603050405020304" pitchFamily="18" charset="0"/>
                        </a:rPr>
                        <a:t>SphereSensor</a:t>
                      </a:r>
                      <a:endParaRPr kumimoji="1" lang="en-US" altLang="zh-CN" sz="2000" b="0" i="0" u="none" strike="noStrike" cap="none" normalizeH="0" baseline="0">
                        <a:ln>
                          <a:noFill/>
                        </a:ln>
                        <a:solidFill>
                          <a:srgbClr val="33CCFF"/>
                        </a:solidFill>
                        <a:effectLst/>
                        <a:latin typeface="Times New Roman" panose="02020603050405020304" pitchFamily="18" charset="0"/>
                        <a:ea typeface="宋体" panose="02010600030101010101" pitchFamily="2" charset="-122"/>
                        <a:cs typeface="Times New Roman" panose="02020603050405020304" pitchFamily="18" charset="0"/>
                      </a:endParaRPr>
                    </a:p>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2000" b="0" i="0" u="none" strike="noStrike" cap="none" normalizeH="0" baseline="0">
                          <a:ln>
                            <a:noFill/>
                          </a:ln>
                          <a:solidFill>
                            <a:srgbClr val="33CCFF"/>
                          </a:solidFill>
                          <a:effectLst/>
                          <a:latin typeface="Times New Roman" panose="02020603050405020304" pitchFamily="18" charset="0"/>
                          <a:ea typeface="宋体" panose="02010600030101010101" pitchFamily="2" charset="-122"/>
                          <a:cs typeface="Times New Roman" panose="02020603050405020304" pitchFamily="18" charset="0"/>
                        </a:rPr>
                        <a:t>TimeSensor</a:t>
                      </a:r>
                      <a:endParaRPr kumimoji="1" lang="en-US" altLang="zh-CN" sz="2000" b="0" i="0" u="none" strike="noStrike" cap="none" normalizeH="0" baseline="0">
                        <a:ln>
                          <a:noFill/>
                        </a:ln>
                        <a:solidFill>
                          <a:srgbClr val="33CCFF"/>
                        </a:solidFill>
                        <a:effectLst/>
                        <a:latin typeface="Times New Roman" panose="02020603050405020304" pitchFamily="18" charset="0"/>
                        <a:ea typeface="宋体" panose="02010600030101010101" pitchFamily="2" charset="-122"/>
                        <a:cs typeface="Times New Roman" panose="02020603050405020304" pitchFamily="18" charset="0"/>
                      </a:endParaRPr>
                    </a:p>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2000" b="0" i="0" u="none" strike="noStrike" cap="none" normalizeH="0" baseline="0">
                          <a:ln>
                            <a:noFill/>
                          </a:ln>
                          <a:solidFill>
                            <a:srgbClr val="33CCFF"/>
                          </a:solidFill>
                          <a:effectLst/>
                          <a:latin typeface="Times New Roman" panose="02020603050405020304" pitchFamily="18" charset="0"/>
                          <a:ea typeface="宋体" panose="02010600030101010101" pitchFamily="2" charset="-122"/>
                          <a:cs typeface="Times New Roman" panose="02020603050405020304" pitchFamily="18" charset="0"/>
                        </a:rPr>
                        <a:t>TouchSensor</a:t>
                      </a:r>
                      <a:endParaRPr kumimoji="1" lang="en-US" altLang="zh-CN" sz="2000" b="0" i="0" u="none" strike="noStrike" cap="none" normalizeH="0" baseline="0">
                        <a:ln>
                          <a:noFill/>
                        </a:ln>
                        <a:solidFill>
                          <a:srgbClr val="33CCFF"/>
                        </a:solidFill>
                        <a:effectLst/>
                        <a:latin typeface="Times New Roman" panose="02020603050405020304" pitchFamily="18" charset="0"/>
                        <a:ea typeface="宋体" panose="02010600030101010101" pitchFamily="2" charset="-122"/>
                        <a:cs typeface="Times New Roman" panose="02020603050405020304" pitchFamily="18" charset="0"/>
                      </a:endParaRPr>
                    </a:p>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2000" b="0" i="0" u="none" strike="noStrike" cap="none" normalizeH="0" baseline="0">
                          <a:ln>
                            <a:noFill/>
                          </a:ln>
                          <a:solidFill>
                            <a:srgbClr val="33CCFF"/>
                          </a:solidFill>
                          <a:effectLst/>
                          <a:latin typeface="Times New Roman" panose="02020603050405020304" pitchFamily="18" charset="0"/>
                          <a:ea typeface="宋体" panose="02010600030101010101" pitchFamily="2" charset="-122"/>
                          <a:cs typeface="Times New Roman" panose="02020603050405020304" pitchFamily="18" charset="0"/>
                        </a:rPr>
                        <a:t>VisibilitySensor</a:t>
                      </a:r>
                      <a:endParaRPr kumimoji="1" lang="en-US" altLang="zh-CN" sz="2000" b="0" i="0" u="none" strike="noStrike" cap="none" normalizeH="0" baseline="0">
                        <a:ln>
                          <a:noFill/>
                        </a:ln>
                        <a:solidFill>
                          <a:srgbClr val="33CCFF"/>
                        </a:solidFill>
                        <a:effectLst/>
                        <a:latin typeface="Times New Roman" panose="02020603050405020304" pitchFamily="18" charset="0"/>
                        <a:ea typeface="宋体" panose="02010600030101010101" pitchFamily="2" charset="-122"/>
                        <a:cs typeface="Times New Roman" panose="02020603050405020304" pitchFamily="18" charset="0"/>
                      </a:endParaRPr>
                    </a:p>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2000" b="0" i="0" u="none" strike="noStrike" cap="none" normalizeH="0" baseline="0">
                          <a:ln>
                            <a:noFill/>
                          </a:ln>
                          <a:solidFill>
                            <a:srgbClr val="33CCFF"/>
                          </a:solidFill>
                          <a:effectLst/>
                          <a:latin typeface="Times New Roman" panose="02020603050405020304" pitchFamily="18" charset="0"/>
                          <a:ea typeface="宋体" panose="02010600030101010101" pitchFamily="2" charset="-122"/>
                          <a:cs typeface="Times New Roman" panose="02020603050405020304" pitchFamily="18" charset="0"/>
                        </a:rPr>
                        <a:t>Script</a:t>
                      </a:r>
                      <a:endParaRPr kumimoji="1" lang="en-US" altLang="zh-CN" sz="2000" b="0" i="0" u="none" strike="noStrike" cap="none" normalizeH="0" baseline="0">
                        <a:ln>
                          <a:noFill/>
                        </a:ln>
                        <a:solidFill>
                          <a:srgbClr val="33CCFF"/>
                        </a:solidFill>
                        <a:effectLst/>
                        <a:latin typeface="Times New Roman" panose="02020603050405020304" pitchFamily="18" charset="0"/>
                        <a:ea typeface="宋体" panose="02010600030101010101" pitchFamily="2" charset="-122"/>
                      </a:endParaRPr>
                    </a:p>
                  </a:txBody>
                  <a:tcPr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55000"/>
                        <a:buFont typeface="Wingdings" panose="05000000000000000000" pitchFamily="2" charset="2"/>
                        <a:defRPr kumimoji="1" sz="2400">
                          <a:solidFill>
                            <a:schemeClr val="tx1"/>
                          </a:solidFill>
                          <a:latin typeface="Times New Roman" panose="02020603050405020304" pitchFamily="18" charset="0"/>
                          <a:ea typeface="宋体" panose="02010600030101010101" pitchFamily="2" charset="-122"/>
                        </a:defRPr>
                      </a:lvl2pPr>
                      <a:lvl3pPr marL="1085850" indent="-228600">
                        <a:spcBef>
                          <a:spcPct val="20000"/>
                        </a:spcBef>
                        <a:buClr>
                          <a:schemeClr val="accent2"/>
                        </a:buClr>
                        <a:buSzPct val="65000"/>
                        <a:buFont typeface="Wingdings" panose="05000000000000000000" pitchFamily="2" charset="2"/>
                        <a:defRPr kumimoji="1" sz="2000">
                          <a:solidFill>
                            <a:schemeClr val="tx1"/>
                          </a:solidFill>
                          <a:latin typeface="Times New Roman" panose="02020603050405020304" pitchFamily="18" charset="0"/>
                          <a:ea typeface="宋体" panose="02010600030101010101" pitchFamily="2" charset="-122"/>
                        </a:defRPr>
                      </a:lvl3pPr>
                      <a:lvl4pPr marL="1428750" indent="-228600">
                        <a:spcBef>
                          <a:spcPct val="20000"/>
                        </a:spcBef>
                        <a:buClr>
                          <a:schemeClr val="accent2"/>
                        </a:buClr>
                        <a:buSzPct val="8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marL="1771650" indent="-228600">
                        <a:spcBef>
                          <a:spcPct val="20000"/>
                        </a:spcBef>
                        <a:buClr>
                          <a:schemeClr val="accent2"/>
                        </a:buClr>
                        <a:buSzPct val="80000"/>
                        <a:buFont typeface="Wingdings" panose="05000000000000000000" pitchFamily="2" charset="2"/>
                        <a:defRPr kumimoji="1" sz="1600">
                          <a:solidFill>
                            <a:schemeClr val="tx1"/>
                          </a:solidFill>
                          <a:latin typeface="Times New Roman" panose="02020603050405020304" pitchFamily="18" charset="0"/>
                          <a:ea typeface="宋体" panose="02010600030101010101" pitchFamily="2" charset="-122"/>
                        </a:defRPr>
                      </a:lvl5pPr>
                      <a:lvl6pPr marL="2228850" indent="-228600" fontAlgn="base">
                        <a:spcBef>
                          <a:spcPct val="20000"/>
                        </a:spcBef>
                        <a:spcAft>
                          <a:spcPct val="0"/>
                        </a:spcAft>
                        <a:buClr>
                          <a:schemeClr val="accent2"/>
                        </a:buClr>
                        <a:buSzPct val="80000"/>
                        <a:buFont typeface="Wingdings" panose="05000000000000000000" pitchFamily="2" charset="2"/>
                        <a:defRPr kumimoji="1" sz="1600">
                          <a:solidFill>
                            <a:schemeClr val="tx1"/>
                          </a:solidFill>
                          <a:latin typeface="Times New Roman" panose="02020603050405020304" pitchFamily="18" charset="0"/>
                          <a:ea typeface="宋体" panose="02010600030101010101" pitchFamily="2" charset="-122"/>
                        </a:defRPr>
                      </a:lvl6pPr>
                      <a:lvl7pPr marL="2686050" indent="-228600" fontAlgn="base">
                        <a:spcBef>
                          <a:spcPct val="20000"/>
                        </a:spcBef>
                        <a:spcAft>
                          <a:spcPct val="0"/>
                        </a:spcAft>
                        <a:buClr>
                          <a:schemeClr val="accent2"/>
                        </a:buClr>
                        <a:buSzPct val="80000"/>
                        <a:buFont typeface="Wingdings" panose="05000000000000000000" pitchFamily="2" charset="2"/>
                        <a:defRPr kumimoji="1" sz="1600">
                          <a:solidFill>
                            <a:schemeClr val="tx1"/>
                          </a:solidFill>
                          <a:latin typeface="Times New Roman" panose="02020603050405020304" pitchFamily="18" charset="0"/>
                          <a:ea typeface="宋体" panose="02010600030101010101" pitchFamily="2" charset="-122"/>
                        </a:defRPr>
                      </a:lvl7pPr>
                      <a:lvl8pPr marL="3143250" indent="-228600" fontAlgn="base">
                        <a:spcBef>
                          <a:spcPct val="20000"/>
                        </a:spcBef>
                        <a:spcAft>
                          <a:spcPct val="0"/>
                        </a:spcAft>
                        <a:buClr>
                          <a:schemeClr val="accent2"/>
                        </a:buClr>
                        <a:buSzPct val="80000"/>
                        <a:buFont typeface="Wingdings" panose="05000000000000000000" pitchFamily="2" charset="2"/>
                        <a:defRPr kumimoji="1" sz="1600">
                          <a:solidFill>
                            <a:schemeClr val="tx1"/>
                          </a:solidFill>
                          <a:latin typeface="Times New Roman" panose="02020603050405020304" pitchFamily="18" charset="0"/>
                          <a:ea typeface="宋体" panose="02010600030101010101" pitchFamily="2" charset="-122"/>
                        </a:defRPr>
                      </a:lvl8pPr>
                      <a:lvl9pPr marL="3600450" indent="-228600" fontAlgn="base">
                        <a:spcBef>
                          <a:spcPct val="20000"/>
                        </a:spcBef>
                        <a:spcAft>
                          <a:spcPct val="0"/>
                        </a:spcAft>
                        <a:buClr>
                          <a:schemeClr val="accent2"/>
                        </a:buClr>
                        <a:buSzPct val="80000"/>
                        <a:buFont typeface="Wingdings" panose="05000000000000000000" pitchFamily="2" charset="2"/>
                        <a:defRPr kumimoji="1" sz="1600">
                          <a:solidFill>
                            <a:schemeClr val="tx1"/>
                          </a:solidFill>
                          <a:latin typeface="Times New Roman" panose="02020603050405020304" pitchFamily="18"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1" lang="en-US" altLang="zh-CN" sz="2000" b="0" i="0" u="none" strike="noStrike" cap="none" normalizeH="0" baseline="0">
                          <a:ln>
                            <a:noFill/>
                          </a:ln>
                          <a:solidFill>
                            <a:srgbClr val="33CCFF"/>
                          </a:solidFill>
                          <a:effectLst/>
                          <a:latin typeface="Times New Roman" panose="02020603050405020304" pitchFamily="18" charset="0"/>
                          <a:ea typeface="宋体" panose="02010600030101010101" pitchFamily="2" charset="-122"/>
                          <a:cs typeface="Times New Roman" panose="02020603050405020304" pitchFamily="18" charset="0"/>
                        </a:rPr>
                        <a:t>ColorInterpolator</a:t>
                      </a:r>
                      <a:endParaRPr kumimoji="1" lang="en-US" altLang="zh-CN" sz="2000" b="0" i="0" u="none" strike="noStrike" cap="none" normalizeH="0" baseline="0">
                        <a:ln>
                          <a:noFill/>
                        </a:ln>
                        <a:solidFill>
                          <a:srgbClr val="33CCFF"/>
                        </a:solidFill>
                        <a:effectLst/>
                        <a:latin typeface="Times New Roman" panose="02020603050405020304" pitchFamily="18" charset="0"/>
                        <a:ea typeface="宋体" panose="02010600030101010101" pitchFamily="2" charset="-122"/>
                        <a:cs typeface="Times New Roman" panose="02020603050405020304" pitchFamily="18" charset="0"/>
                      </a:endParaRPr>
                    </a:p>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2000" b="0" i="0" u="none" strike="noStrike" cap="none" normalizeH="0" baseline="0">
                          <a:ln>
                            <a:noFill/>
                          </a:ln>
                          <a:solidFill>
                            <a:srgbClr val="33CCFF"/>
                          </a:solidFill>
                          <a:effectLst/>
                          <a:latin typeface="Times New Roman" panose="02020603050405020304" pitchFamily="18" charset="0"/>
                          <a:ea typeface="宋体" panose="02010600030101010101" pitchFamily="2" charset="-122"/>
                          <a:cs typeface="Times New Roman" panose="02020603050405020304" pitchFamily="18" charset="0"/>
                        </a:rPr>
                        <a:t>CoordinateInterpolator</a:t>
                      </a:r>
                      <a:endParaRPr kumimoji="1" lang="en-US" altLang="zh-CN" sz="2000" b="0" i="0" u="none" strike="noStrike" cap="none" normalizeH="0" baseline="0">
                        <a:ln>
                          <a:noFill/>
                        </a:ln>
                        <a:solidFill>
                          <a:srgbClr val="33CCFF"/>
                        </a:solidFill>
                        <a:effectLst/>
                        <a:latin typeface="Times New Roman" panose="02020603050405020304" pitchFamily="18" charset="0"/>
                        <a:ea typeface="宋体" panose="02010600030101010101" pitchFamily="2" charset="-122"/>
                        <a:cs typeface="Times New Roman" panose="02020603050405020304" pitchFamily="18" charset="0"/>
                      </a:endParaRPr>
                    </a:p>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2000" b="0" i="0" u="none" strike="noStrike" cap="none" normalizeH="0" baseline="0">
                          <a:ln>
                            <a:noFill/>
                          </a:ln>
                          <a:solidFill>
                            <a:srgbClr val="33CCFF"/>
                          </a:solidFill>
                          <a:effectLst/>
                          <a:latin typeface="Times New Roman" panose="02020603050405020304" pitchFamily="18" charset="0"/>
                          <a:ea typeface="宋体" panose="02010600030101010101" pitchFamily="2" charset="-122"/>
                          <a:cs typeface="Times New Roman" panose="02020603050405020304" pitchFamily="18" charset="0"/>
                        </a:rPr>
                        <a:t>NormalInterpolator</a:t>
                      </a:r>
                      <a:endParaRPr kumimoji="1" lang="en-US" altLang="zh-CN" sz="2000" b="0" i="0" u="none" strike="noStrike" cap="none" normalizeH="0" baseline="0">
                        <a:ln>
                          <a:noFill/>
                        </a:ln>
                        <a:solidFill>
                          <a:srgbClr val="33CCFF"/>
                        </a:solidFill>
                        <a:effectLst/>
                        <a:latin typeface="Times New Roman" panose="02020603050405020304" pitchFamily="18" charset="0"/>
                        <a:ea typeface="宋体" panose="02010600030101010101" pitchFamily="2" charset="-122"/>
                        <a:cs typeface="Times New Roman" panose="02020603050405020304" pitchFamily="18" charset="0"/>
                      </a:endParaRPr>
                    </a:p>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2000" b="0" i="0" u="none" strike="noStrike" cap="none" normalizeH="0" baseline="0">
                          <a:ln>
                            <a:noFill/>
                          </a:ln>
                          <a:solidFill>
                            <a:srgbClr val="33CCFF"/>
                          </a:solidFill>
                          <a:effectLst/>
                          <a:latin typeface="Times New Roman" panose="02020603050405020304" pitchFamily="18" charset="0"/>
                          <a:ea typeface="宋体" panose="02010600030101010101" pitchFamily="2" charset="-122"/>
                          <a:cs typeface="Times New Roman" panose="02020603050405020304" pitchFamily="18" charset="0"/>
                        </a:rPr>
                        <a:t>OrientationInterpolator</a:t>
                      </a:r>
                      <a:endParaRPr kumimoji="1" lang="en-US" altLang="zh-CN" sz="2000" b="0" i="0" u="none" strike="noStrike" cap="none" normalizeH="0" baseline="0">
                        <a:ln>
                          <a:noFill/>
                        </a:ln>
                        <a:solidFill>
                          <a:srgbClr val="33CCFF"/>
                        </a:solidFill>
                        <a:effectLst/>
                        <a:latin typeface="Times New Roman" panose="02020603050405020304" pitchFamily="18" charset="0"/>
                        <a:ea typeface="宋体" panose="02010600030101010101" pitchFamily="2" charset="-122"/>
                        <a:cs typeface="Times New Roman" panose="02020603050405020304" pitchFamily="18" charset="0"/>
                      </a:endParaRPr>
                    </a:p>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2000" b="0" i="0" u="none" strike="noStrike" cap="none" normalizeH="0" baseline="0">
                          <a:ln>
                            <a:noFill/>
                          </a:ln>
                          <a:solidFill>
                            <a:srgbClr val="33CCFF"/>
                          </a:solidFill>
                          <a:effectLst/>
                          <a:latin typeface="Times New Roman" panose="02020603050405020304" pitchFamily="18" charset="0"/>
                          <a:ea typeface="宋体" panose="02010600030101010101" pitchFamily="2" charset="-122"/>
                          <a:cs typeface="Times New Roman" panose="02020603050405020304" pitchFamily="18" charset="0"/>
                        </a:rPr>
                        <a:t>PositionInterpolator</a:t>
                      </a:r>
                      <a:endParaRPr kumimoji="1" lang="en-US" altLang="zh-CN" sz="2000" b="0" i="0" u="none" strike="noStrike" cap="none" normalizeH="0" baseline="0">
                        <a:ln>
                          <a:noFill/>
                        </a:ln>
                        <a:solidFill>
                          <a:srgbClr val="33CCFF"/>
                        </a:solidFill>
                        <a:effectLst/>
                        <a:latin typeface="Times New Roman" panose="02020603050405020304" pitchFamily="18" charset="0"/>
                        <a:ea typeface="宋体" panose="02010600030101010101" pitchFamily="2" charset="-122"/>
                        <a:cs typeface="Times New Roman" panose="02020603050405020304" pitchFamily="18" charset="0"/>
                      </a:endParaRPr>
                    </a:p>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2000" b="0" i="0" u="none" strike="noStrike" cap="none" normalizeH="0" baseline="0">
                          <a:ln>
                            <a:noFill/>
                          </a:ln>
                          <a:solidFill>
                            <a:srgbClr val="33CCFF"/>
                          </a:solidFill>
                          <a:effectLst/>
                          <a:latin typeface="Times New Roman" panose="02020603050405020304" pitchFamily="18" charset="0"/>
                          <a:ea typeface="宋体" panose="02010600030101010101" pitchFamily="2" charset="-122"/>
                          <a:cs typeface="Times New Roman" panose="02020603050405020304" pitchFamily="18" charset="0"/>
                        </a:rPr>
                        <a:t>ScalarInterpolator</a:t>
                      </a:r>
                      <a:endParaRPr kumimoji="1" lang="en-US" altLang="zh-CN" sz="2000" b="0" i="0" u="none" strike="noStrike" cap="none" normalizeH="0" baseline="0">
                        <a:ln>
                          <a:noFill/>
                        </a:ln>
                        <a:solidFill>
                          <a:srgbClr val="33CCFF"/>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noFill/>
                  </a:tcPr>
                </a:tc>
              </a:tr>
            </a:tbl>
          </a:graphicData>
        </a:graphic>
      </p:graphicFrame>
    </p:spTree>
  </p:cSld>
  <p:clrMapOvr>
    <a:masterClrMapping/>
  </p:clrMapOvr>
  <p:transition>
    <p:random/>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2466" name="页脚占位符 2"/>
          <p:cNvSpPr txBox="1">
            <a:spLocks noGrp="1"/>
          </p:cNvSpPr>
          <p:nvPr>
            <p:ph type="ftr" sz="quarter" idx="3"/>
          </p:nvPr>
        </p:nvSpPr>
        <p:spPr>
          <a:xfrm>
            <a:off x="3733800" y="6570663"/>
            <a:ext cx="2590800" cy="280987"/>
          </a:xfrm>
          <a:ln/>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r>
              <a:rPr lang="zh-CN" altLang="en-US" sz="1200" dirty="0">
                <a:solidFill>
                  <a:schemeClr val="folHlink"/>
                </a:solidFill>
              </a:rPr>
              <a:t>《虚拟地理环境及其应用》</a:t>
            </a:r>
            <a:endParaRPr lang="zh-CN" altLang="en-US" sz="1200" dirty="0">
              <a:solidFill>
                <a:schemeClr val="folHlink"/>
              </a:solidFill>
            </a:endParaRPr>
          </a:p>
        </p:txBody>
      </p:sp>
      <p:sp>
        <p:nvSpPr>
          <p:cNvPr id="62467" name="Rectangle 17"/>
          <p:cNvSpPr/>
          <p:nvPr/>
        </p:nvSpPr>
        <p:spPr>
          <a:xfrm>
            <a:off x="790575" y="2420938"/>
            <a:ext cx="8029575" cy="2193925"/>
          </a:xfrm>
          <a:prstGeom prst="rect">
            <a:avLst/>
          </a:prstGeom>
          <a:noFill/>
          <a:ln w="9525">
            <a:noFill/>
          </a:ln>
        </p:spPr>
        <p:txBody>
          <a:bodyPr anchor="ctr" anchorCtr="0">
            <a:spAutoFit/>
          </a:bodyPr>
          <a:p>
            <a:pPr eaLnBrk="1" hangingPunct="1"/>
            <a:r>
              <a:rPr lang="zh-CN" altLang="en-US" sz="2200" b="1" dirty="0">
                <a:solidFill>
                  <a:schemeClr val="tx2"/>
                </a:solidFill>
                <a:latin typeface="宋体" panose="02010600030101010101" pitchFamily="2" charset="-122"/>
              </a:rPr>
              <a:t>    但依照规范的节点种类，可以分成群节点（</a:t>
            </a:r>
            <a:r>
              <a:rPr lang="en-US" altLang="zh-CN" sz="2200" b="1" dirty="0">
                <a:solidFill>
                  <a:schemeClr val="tx2"/>
                </a:solidFill>
                <a:latin typeface="宋体" panose="02010600030101010101" pitchFamily="2" charset="-122"/>
              </a:rPr>
              <a:t>Grouping Nodes）</a:t>
            </a:r>
            <a:r>
              <a:rPr lang="zh-CN" altLang="en-US" sz="2200" b="1" dirty="0">
                <a:solidFill>
                  <a:schemeClr val="tx2"/>
                </a:solidFill>
                <a:latin typeface="宋体" panose="02010600030101010101" pitchFamily="2" charset="-122"/>
              </a:rPr>
              <a:t>和子节点(</a:t>
            </a:r>
            <a:r>
              <a:rPr lang="en-US" altLang="zh-CN" sz="2200" b="1" dirty="0">
                <a:solidFill>
                  <a:schemeClr val="tx2"/>
                </a:solidFill>
                <a:latin typeface="宋体" panose="02010600030101010101" pitchFamily="2" charset="-122"/>
              </a:rPr>
              <a:t>Child Nodes)。</a:t>
            </a:r>
            <a:r>
              <a:rPr lang="zh-CN" altLang="en-US" sz="2200" b="1" dirty="0">
                <a:solidFill>
                  <a:schemeClr val="tx2"/>
                </a:solidFill>
                <a:latin typeface="宋体" panose="02010600030101010101" pitchFamily="2" charset="-122"/>
              </a:rPr>
              <a:t>群节点可以将其它的节点放在这个群节点中。例如在范例3-1中，</a:t>
            </a:r>
            <a:r>
              <a:rPr lang="en-US" altLang="zh-CN" sz="2200" b="1" dirty="0">
                <a:solidFill>
                  <a:schemeClr val="tx2"/>
                </a:solidFill>
                <a:latin typeface="宋体" panose="02010600030101010101" pitchFamily="2" charset="-122"/>
              </a:rPr>
              <a:t>Transform</a:t>
            </a:r>
            <a:r>
              <a:rPr lang="zh-CN" altLang="en-US" sz="2200" b="1" dirty="0">
                <a:solidFill>
                  <a:schemeClr val="tx2"/>
                </a:solidFill>
                <a:latin typeface="宋体" panose="02010600030101010101" pitchFamily="2" charset="-122"/>
              </a:rPr>
              <a:t>节点是一个群节点，它包含了</a:t>
            </a:r>
            <a:r>
              <a:rPr lang="en-US" altLang="zh-CN" sz="2200" b="1" dirty="0">
                <a:solidFill>
                  <a:schemeClr val="tx2"/>
                </a:solidFill>
                <a:latin typeface="宋体" panose="02010600030101010101" pitchFamily="2" charset="-122"/>
              </a:rPr>
              <a:t>Shape</a:t>
            </a:r>
            <a:r>
              <a:rPr lang="zh-CN" altLang="en-US" sz="2200" b="1" dirty="0">
                <a:solidFill>
                  <a:schemeClr val="tx2"/>
                </a:solidFill>
                <a:latin typeface="宋体" panose="02010600030101010101" pitchFamily="2" charset="-122"/>
              </a:rPr>
              <a:t>子节点，</a:t>
            </a:r>
            <a:r>
              <a:rPr lang="en-US" altLang="zh-CN" sz="2200" b="1" dirty="0">
                <a:solidFill>
                  <a:schemeClr val="tx2"/>
                </a:solidFill>
                <a:latin typeface="宋体" panose="02010600030101010101" pitchFamily="2" charset="-122"/>
              </a:rPr>
              <a:t>Transform</a:t>
            </a:r>
            <a:r>
              <a:rPr lang="zh-CN" altLang="en-US" sz="2200" b="1" dirty="0">
                <a:solidFill>
                  <a:schemeClr val="tx2"/>
                </a:solidFill>
                <a:latin typeface="宋体" panose="02010600030101010101" pitchFamily="2" charset="-122"/>
              </a:rPr>
              <a:t>节点可以控制在其节点内的子节点的位置、方位和尺寸。而所有的节点都可以视为子节点，包括群节点。群节点只有8个。</a:t>
            </a:r>
            <a:r>
              <a:rPr lang="zh-CN" altLang="en-US" sz="2800" dirty="0">
                <a:solidFill>
                  <a:schemeClr val="tx2"/>
                </a:solidFill>
                <a:latin typeface="Arial Black" panose="020B0A04020102020204" pitchFamily="34" charset="0"/>
              </a:rPr>
              <a:t> </a:t>
            </a:r>
            <a:endParaRPr lang="zh-CN" altLang="en-US" sz="2800" dirty="0">
              <a:solidFill>
                <a:schemeClr val="tx2"/>
              </a:solidFill>
              <a:latin typeface="Arial Black" panose="020B0A04020102020204" pitchFamily="34" charset="0"/>
            </a:endParaRPr>
          </a:p>
        </p:txBody>
      </p:sp>
    </p:spTree>
  </p:cSld>
  <p:clrMapOvr>
    <a:masterClrMapping/>
  </p:clrMapOvr>
  <p:transition>
    <p:random/>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3490" name="页脚占位符 3"/>
          <p:cNvSpPr txBox="1">
            <a:spLocks noGrp="1"/>
          </p:cNvSpPr>
          <p:nvPr>
            <p:ph type="ftr" sz="quarter" idx="3"/>
          </p:nvPr>
        </p:nvSpPr>
        <p:spPr>
          <a:xfrm>
            <a:off x="3733800" y="6570663"/>
            <a:ext cx="2590800" cy="280987"/>
          </a:xfrm>
          <a:ln/>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r>
              <a:rPr lang="zh-CN" altLang="en-US" sz="1200" dirty="0">
                <a:solidFill>
                  <a:schemeClr val="folHlink"/>
                </a:solidFill>
              </a:rPr>
              <a:t>《虚拟地理环境及其应用》</a:t>
            </a:r>
            <a:endParaRPr lang="zh-CN" altLang="en-US" sz="1200" dirty="0">
              <a:solidFill>
                <a:schemeClr val="folHlink"/>
              </a:solidFill>
            </a:endParaRPr>
          </a:p>
        </p:txBody>
      </p:sp>
      <p:sp>
        <p:nvSpPr>
          <p:cNvPr id="64514" name="Rectangle 2"/>
          <p:cNvSpPr/>
          <p:nvPr/>
        </p:nvSpPr>
        <p:spPr>
          <a:xfrm>
            <a:off x="900113" y="2346325"/>
            <a:ext cx="7416800" cy="3749675"/>
          </a:xfrm>
          <a:prstGeom prst="rect">
            <a:avLst/>
          </a:prstGeom>
          <a:noFill/>
          <a:ln w="9525">
            <a:noFill/>
          </a:ln>
        </p:spPr>
        <p:txBody>
          <a:bodyPr anchor="ctr" anchorCtr="0">
            <a:spAutoFit/>
          </a:bodyPr>
          <a:p>
            <a:pPr indent="276225" eaLnBrk="1" hangingPunct="1"/>
            <a:r>
              <a:rPr lang="zh-CN" altLang="en-US" sz="2000" b="1" dirty="0">
                <a:solidFill>
                  <a:schemeClr val="tx2"/>
                </a:solidFill>
                <a:latin typeface="宋体" panose="02010600030101010101" pitchFamily="2" charset="-122"/>
              </a:rPr>
              <a:t>3.5 字段和字段值-------字段的语法和字段值的形态</a:t>
            </a:r>
            <a:endParaRPr lang="zh-CN" altLang="en-US" sz="2000" b="1" dirty="0">
              <a:solidFill>
                <a:schemeClr val="tx2"/>
              </a:solidFill>
              <a:latin typeface="宋体" panose="02010600030101010101" pitchFamily="2" charset="-122"/>
            </a:endParaRPr>
          </a:p>
          <a:p>
            <a:pPr indent="276225" eaLnBrk="1" hangingPunct="1">
              <a:buChar char="•"/>
            </a:pPr>
            <a:r>
              <a:rPr lang="zh-CN" altLang="en-US" sz="2000" b="1" dirty="0">
                <a:solidFill>
                  <a:schemeClr val="tx2"/>
                </a:solidFill>
                <a:latin typeface="宋体" panose="02010600030101010101" pitchFamily="2" charset="-122"/>
              </a:rPr>
              <a:t>一个节点是由字段和字段值组成，用来描述节点的属性。</a:t>
            </a:r>
            <a:endParaRPr lang="zh-CN" altLang="en-US" sz="2000" b="1" dirty="0">
              <a:solidFill>
                <a:schemeClr val="tx2"/>
              </a:solidFill>
              <a:latin typeface="宋体" panose="02010600030101010101" pitchFamily="2" charset="-122"/>
            </a:endParaRPr>
          </a:p>
          <a:p>
            <a:pPr indent="276225" eaLnBrk="1" hangingPunct="1">
              <a:buChar char="•"/>
            </a:pPr>
            <a:r>
              <a:rPr lang="zh-CN" altLang="en-US" sz="2000" b="1" dirty="0">
                <a:solidFill>
                  <a:schemeClr val="tx2"/>
                </a:solidFill>
                <a:latin typeface="宋体" panose="02010600030101010101" pitchFamily="2" charset="-122"/>
              </a:rPr>
              <a:t>字段可以分成两类，一类是字段只包含一个单独值，开头的名称为</a:t>
            </a:r>
            <a:r>
              <a:rPr lang="en-US" altLang="zh-CN" sz="2000" b="1" dirty="0">
                <a:solidFill>
                  <a:schemeClr val="tx2"/>
                </a:solidFill>
                <a:latin typeface="宋体" panose="02010600030101010101" pitchFamily="2" charset="-122"/>
              </a:rPr>
              <a:t>SF（Single valued fields）;</a:t>
            </a:r>
            <a:r>
              <a:rPr lang="zh-CN" altLang="en-US" sz="2000" b="1" dirty="0">
                <a:solidFill>
                  <a:schemeClr val="tx2"/>
                </a:solidFill>
                <a:latin typeface="宋体" panose="02010600030101010101" pitchFamily="2" charset="-122"/>
              </a:rPr>
              <a:t>另一类是包含多重值，开头名称为</a:t>
            </a:r>
            <a:r>
              <a:rPr lang="en-US" altLang="zh-CN" sz="2000" b="1" dirty="0">
                <a:solidFill>
                  <a:schemeClr val="tx2"/>
                </a:solidFill>
                <a:latin typeface="宋体" panose="02010600030101010101" pitchFamily="2" charset="-122"/>
              </a:rPr>
              <a:t>MF(Multiple valued fields)。</a:t>
            </a:r>
            <a:r>
              <a:rPr lang="zh-CN" altLang="en-US" sz="2000" b="1" dirty="0">
                <a:solidFill>
                  <a:schemeClr val="tx2"/>
                </a:solidFill>
                <a:latin typeface="宋体" panose="02010600030101010101" pitchFamily="2" charset="-122"/>
              </a:rPr>
              <a:t>多重值的字段值有顺序的写在中括号[ ]里，在方括号里输入参数时，以逗号、空格分开几个参数值。如果字段没有任何值，只需列出中括号[ ]；如果只有一个值就将中括号[ ]省略。例如，有一个字段值类型为</a:t>
            </a:r>
            <a:r>
              <a:rPr lang="en-US" altLang="zh-CN" sz="2000" b="1" dirty="0">
                <a:solidFill>
                  <a:schemeClr val="tx2"/>
                </a:solidFill>
                <a:latin typeface="宋体" panose="02010600030101010101" pitchFamily="2" charset="-122"/>
              </a:rPr>
              <a:t>MFInt32</a:t>
            </a:r>
            <a:r>
              <a:rPr lang="zh-CN" altLang="en-US" sz="2000" b="1" dirty="0">
                <a:solidFill>
                  <a:schemeClr val="tx2"/>
                </a:solidFill>
                <a:latin typeface="宋体" panose="02010600030101010101" pitchFamily="2" charset="-122"/>
              </a:rPr>
              <a:t>的多重字段名为</a:t>
            </a:r>
            <a:r>
              <a:rPr lang="en-US" altLang="zh-CN" sz="2000" b="1" dirty="0">
                <a:solidFill>
                  <a:schemeClr val="tx2"/>
                </a:solidFill>
                <a:latin typeface="宋体" panose="02010600030101010101" pitchFamily="2" charset="-122"/>
              </a:rPr>
              <a:t>fieldname,</a:t>
            </a:r>
            <a:r>
              <a:rPr lang="zh-CN" altLang="en-US" sz="2000" b="1" dirty="0">
                <a:solidFill>
                  <a:schemeClr val="tx2"/>
                </a:solidFill>
                <a:latin typeface="宋体" panose="02010600030101010101" pitchFamily="2" charset="-122"/>
              </a:rPr>
              <a:t>并且只含有一个字段值1，有以下表达方式：</a:t>
            </a:r>
            <a:r>
              <a:rPr lang="en-US" altLang="zh-CN" sz="2000" b="1" dirty="0">
                <a:solidFill>
                  <a:schemeClr val="tx2"/>
                </a:solidFill>
                <a:latin typeface="宋体" panose="02010600030101010101" pitchFamily="2" charset="-122"/>
              </a:rPr>
              <a:t>fieldname    1   </a:t>
            </a:r>
            <a:r>
              <a:rPr lang="zh-CN" altLang="en-US" sz="2000" b="1" dirty="0">
                <a:solidFill>
                  <a:schemeClr val="tx2"/>
                </a:solidFill>
                <a:latin typeface="宋体" panose="02010600030101010101" pitchFamily="2" charset="-122"/>
              </a:rPr>
              <a:t>或      </a:t>
            </a:r>
            <a:r>
              <a:rPr lang="en-US" altLang="zh-CN" sz="2000" b="1" dirty="0">
                <a:solidFill>
                  <a:schemeClr val="tx2"/>
                </a:solidFill>
                <a:latin typeface="宋体" panose="02010600030101010101" pitchFamily="2" charset="-122"/>
              </a:rPr>
              <a:t>fieldname    [1]      </a:t>
            </a:r>
            <a:r>
              <a:rPr lang="zh-CN" altLang="en-US" sz="2000" b="1" dirty="0">
                <a:solidFill>
                  <a:schemeClr val="tx2"/>
                </a:solidFill>
                <a:latin typeface="宋体" panose="02010600030101010101" pitchFamily="2" charset="-122"/>
              </a:rPr>
              <a:t>或</a:t>
            </a:r>
            <a:r>
              <a:rPr lang="en-US" altLang="zh-CN" sz="2000" b="1" dirty="0">
                <a:solidFill>
                  <a:schemeClr val="tx2"/>
                </a:solidFill>
                <a:latin typeface="宋体" panose="02010600030101010101" pitchFamily="2" charset="-122"/>
              </a:rPr>
              <a:t>fieldname    [1,]</a:t>
            </a:r>
            <a:r>
              <a:rPr lang="zh-CN" altLang="en-US" sz="2000" b="1" dirty="0">
                <a:solidFill>
                  <a:schemeClr val="tx2"/>
                </a:solidFill>
                <a:latin typeface="宋体" panose="02010600030101010101" pitchFamily="2" charset="-122"/>
              </a:rPr>
              <a:t>字段类型简介(事件的类型与字段的类型是完全一致的)</a:t>
            </a:r>
            <a:endParaRPr lang="zh-CN" altLang="en-US" sz="2000" b="1" dirty="0">
              <a:solidFill>
                <a:schemeClr val="tx2"/>
              </a:solidFill>
              <a:latin typeface="宋体" panose="02010600030101010101" pitchFamily="2" charset="-122"/>
            </a:endParaRPr>
          </a:p>
        </p:txBody>
      </p:sp>
      <p:sp>
        <p:nvSpPr>
          <p:cNvPr id="63492" name="Rectangle 3"/>
          <p:cNvSpPr/>
          <p:nvPr/>
        </p:nvSpPr>
        <p:spPr>
          <a:xfrm>
            <a:off x="1403350" y="928688"/>
            <a:ext cx="2698750" cy="457200"/>
          </a:xfrm>
          <a:prstGeom prst="rect">
            <a:avLst/>
          </a:prstGeom>
          <a:noFill/>
          <a:ln w="9525">
            <a:noFill/>
          </a:ln>
        </p:spPr>
        <p:txBody>
          <a:bodyPr wrap="none">
            <a:spAutoFit/>
          </a:bodyPr>
          <a:p>
            <a:pPr eaLnBrk="1" hangingPunct="1"/>
            <a:r>
              <a:rPr lang="zh-CN" altLang="en-US" b="1" dirty="0">
                <a:solidFill>
                  <a:schemeClr val="tx2"/>
                </a:solidFill>
                <a:latin typeface="Times New Roman" panose="02020603050405020304" pitchFamily="18" charset="0"/>
              </a:rPr>
              <a:t>五、 字段和字段值</a:t>
            </a:r>
            <a:endParaRPr lang="zh-CN" altLang="en-US" b="1" dirty="0">
              <a:solidFill>
                <a:schemeClr val="tx2"/>
              </a:solidFill>
              <a:latin typeface="Times New Roman" panose="02020603050405020304" pitchFamily="18" charset="0"/>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645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514"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4514" name="页脚占位符 3"/>
          <p:cNvSpPr txBox="1">
            <a:spLocks noGrp="1"/>
          </p:cNvSpPr>
          <p:nvPr>
            <p:ph type="ftr" sz="quarter" idx="3"/>
          </p:nvPr>
        </p:nvSpPr>
        <p:spPr>
          <a:xfrm>
            <a:off x="3733800" y="6570663"/>
            <a:ext cx="2590800" cy="280987"/>
          </a:xfrm>
          <a:ln/>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r>
              <a:rPr lang="zh-CN" altLang="en-US" sz="1200" dirty="0">
                <a:solidFill>
                  <a:schemeClr val="folHlink"/>
                </a:solidFill>
              </a:rPr>
              <a:t>《虚拟地理环境及其应用》</a:t>
            </a:r>
            <a:endParaRPr lang="zh-CN" altLang="en-US" sz="1200" dirty="0">
              <a:solidFill>
                <a:schemeClr val="folHlink"/>
              </a:solidFill>
            </a:endParaRPr>
          </a:p>
        </p:txBody>
      </p:sp>
      <p:sp>
        <p:nvSpPr>
          <p:cNvPr id="64515" name="Rectangle 2"/>
          <p:cNvSpPr/>
          <p:nvPr/>
        </p:nvSpPr>
        <p:spPr>
          <a:xfrm>
            <a:off x="790575" y="1817688"/>
            <a:ext cx="7885113" cy="4613275"/>
          </a:xfrm>
          <a:prstGeom prst="rect">
            <a:avLst/>
          </a:prstGeom>
          <a:noFill/>
          <a:ln w="9525">
            <a:noFill/>
          </a:ln>
        </p:spPr>
        <p:txBody>
          <a:bodyPr anchor="ctr" anchorCtr="0">
            <a:spAutoFit/>
          </a:bodyPr>
          <a:p>
            <a:pPr indent="276225" algn="ctr" eaLnBrk="1" hangingPunct="1"/>
            <a:endParaRPr lang="en-US" altLang="zh-CN" b="1" dirty="0">
              <a:solidFill>
                <a:schemeClr val="tx2"/>
              </a:solidFill>
              <a:latin typeface="宋体" panose="02010600030101010101" pitchFamily="2" charset="-122"/>
            </a:endParaRPr>
          </a:p>
          <a:p>
            <a:pPr indent="276225" eaLnBrk="1" hangingPunct="1"/>
            <a:r>
              <a:rPr lang="zh-CN" altLang="en-US" sz="1600" b="1" dirty="0">
                <a:solidFill>
                  <a:schemeClr val="tx2"/>
                </a:solidFill>
                <a:latin typeface="宋体" panose="02010600030101010101" pitchFamily="2" charset="-122"/>
              </a:rPr>
              <a:t>定义节点名称最大的功能就是增加重用性。</a:t>
            </a:r>
            <a:endParaRPr lang="zh-CN" altLang="en-US" sz="1600" b="1" dirty="0">
              <a:solidFill>
                <a:schemeClr val="tx2"/>
              </a:solidFill>
              <a:latin typeface="宋体" panose="02010600030101010101" pitchFamily="2" charset="-122"/>
            </a:endParaRPr>
          </a:p>
          <a:p>
            <a:pPr indent="276225" eaLnBrk="1" hangingPunct="1"/>
            <a:r>
              <a:rPr lang="en-US" altLang="zh-CN" sz="1600" b="1" dirty="0">
                <a:solidFill>
                  <a:schemeClr val="tx2"/>
                </a:solidFill>
                <a:latin typeface="宋体" panose="02010600030101010101" pitchFamily="2" charset="-122"/>
              </a:rPr>
              <a:t>DEF</a:t>
            </a:r>
            <a:r>
              <a:rPr lang="zh-CN" altLang="en-US" sz="1600" b="1" dirty="0">
                <a:solidFill>
                  <a:schemeClr val="tx2"/>
                </a:solidFill>
                <a:latin typeface="宋体" panose="02010600030101010101" pitchFamily="2" charset="-122"/>
              </a:rPr>
              <a:t>的标准语法如下：</a:t>
            </a:r>
            <a:endParaRPr lang="zh-CN" altLang="en-US" sz="1600" b="1" dirty="0">
              <a:solidFill>
                <a:schemeClr val="tx2"/>
              </a:solidFill>
              <a:latin typeface="宋体" panose="02010600030101010101" pitchFamily="2" charset="-122"/>
            </a:endParaRPr>
          </a:p>
          <a:p>
            <a:pPr indent="276225" eaLnBrk="1" hangingPunct="1"/>
            <a:r>
              <a:rPr lang="en-US" altLang="zh-CN" sz="1600" b="1" dirty="0">
                <a:solidFill>
                  <a:schemeClr val="tx2"/>
                </a:solidFill>
                <a:latin typeface="宋体" panose="02010600030101010101" pitchFamily="2" charset="-122"/>
              </a:rPr>
              <a:t>DEF   node—name    node—type [………..]</a:t>
            </a:r>
            <a:endParaRPr lang="en-US" altLang="zh-CN" sz="1600" b="1" dirty="0">
              <a:solidFill>
                <a:schemeClr val="tx2"/>
              </a:solidFill>
              <a:latin typeface="宋体" panose="02010600030101010101" pitchFamily="2" charset="-122"/>
            </a:endParaRPr>
          </a:p>
          <a:p>
            <a:pPr indent="276225" eaLnBrk="1" hangingPunct="1"/>
            <a:r>
              <a:rPr lang="en-US" altLang="zh-CN" sz="1600" b="1" dirty="0">
                <a:solidFill>
                  <a:schemeClr val="tx2"/>
                </a:solidFill>
                <a:latin typeface="宋体" panose="02010600030101010101" pitchFamily="2" charset="-122"/>
              </a:rPr>
              <a:t>node—name</a:t>
            </a:r>
            <a:r>
              <a:rPr lang="zh-CN" altLang="en-US" sz="1600" b="1" dirty="0">
                <a:solidFill>
                  <a:schemeClr val="tx2"/>
                </a:solidFill>
                <a:latin typeface="宋体" panose="02010600030101010101" pitchFamily="2" charset="-122"/>
              </a:rPr>
              <a:t>为所要定义的节点的名称。在</a:t>
            </a:r>
            <a:r>
              <a:rPr lang="en-US" altLang="zh-CN" sz="1600" b="1" dirty="0">
                <a:solidFill>
                  <a:schemeClr val="tx2"/>
                </a:solidFill>
                <a:latin typeface="宋体" panose="02010600030101010101" pitchFamily="2" charset="-122"/>
              </a:rPr>
              <a:t>VRML</a:t>
            </a:r>
            <a:r>
              <a:rPr lang="zh-CN" altLang="en-US" sz="1600" b="1" dirty="0">
                <a:solidFill>
                  <a:schemeClr val="tx2"/>
                </a:solidFill>
                <a:latin typeface="宋体" panose="02010600030101010101" pitchFamily="2" charset="-122"/>
              </a:rPr>
              <a:t>的文件中可以定义任意个节点名称，但是不能在同</a:t>
            </a:r>
            <a:r>
              <a:rPr lang="en-US" altLang="zh-CN" sz="1600" b="1" dirty="0">
                <a:solidFill>
                  <a:schemeClr val="tx2"/>
                </a:solidFill>
                <a:latin typeface="宋体" panose="02010600030101010101" pitchFamily="2" charset="-122"/>
              </a:rPr>
              <a:t>VRML</a:t>
            </a:r>
            <a:r>
              <a:rPr lang="zh-CN" altLang="en-US" sz="1600" b="1" dirty="0">
                <a:solidFill>
                  <a:schemeClr val="tx2"/>
                </a:solidFill>
                <a:latin typeface="宋体" panose="02010600030101010101" pitchFamily="2" charset="-122"/>
              </a:rPr>
              <a:t>的文件中重复定义相同的名称。节点名称有大小写的区别，如“</a:t>
            </a:r>
            <a:r>
              <a:rPr lang="en-US" altLang="zh-CN" sz="1600" b="1" dirty="0">
                <a:solidFill>
                  <a:schemeClr val="tx2"/>
                </a:solidFill>
                <a:latin typeface="宋体" panose="02010600030101010101" pitchFamily="2" charset="-122"/>
              </a:rPr>
              <a:t>VRML”</a:t>
            </a:r>
            <a:r>
              <a:rPr lang="zh-CN" altLang="en-US" sz="1600" b="1" dirty="0">
                <a:solidFill>
                  <a:schemeClr val="tx2"/>
                </a:solidFill>
                <a:latin typeface="宋体" panose="02010600030101010101" pitchFamily="2" charset="-122"/>
              </a:rPr>
              <a:t>和“</a:t>
            </a:r>
            <a:r>
              <a:rPr lang="en-US" altLang="zh-CN" sz="1600" b="1" dirty="0">
                <a:solidFill>
                  <a:schemeClr val="tx2"/>
                </a:solidFill>
                <a:latin typeface="宋体" panose="02010600030101010101" pitchFamily="2" charset="-122"/>
              </a:rPr>
              <a:t>vrml”</a:t>
            </a:r>
            <a:r>
              <a:rPr lang="zh-CN" altLang="en-US" sz="1600" b="1" dirty="0">
                <a:solidFill>
                  <a:schemeClr val="tx2"/>
                </a:solidFill>
                <a:latin typeface="宋体" panose="02010600030101010101" pitchFamily="2" charset="-122"/>
              </a:rPr>
              <a:t>对</a:t>
            </a:r>
            <a:r>
              <a:rPr lang="en-US" altLang="zh-CN" sz="1600" b="1" dirty="0">
                <a:solidFill>
                  <a:schemeClr val="tx2"/>
                </a:solidFill>
                <a:latin typeface="宋体" panose="02010600030101010101" pitchFamily="2" charset="-122"/>
              </a:rPr>
              <a:t>VRML</a:t>
            </a:r>
            <a:r>
              <a:rPr lang="zh-CN" altLang="en-US" sz="1600" b="1" dirty="0">
                <a:solidFill>
                  <a:schemeClr val="tx2"/>
                </a:solidFill>
                <a:latin typeface="宋体" panose="02010600030101010101" pitchFamily="2" charset="-122"/>
              </a:rPr>
              <a:t>语言来说是不一样的。字符可以是字母、数字和下化线。节点名称的开头不可以是数字，也不能使用</a:t>
            </a:r>
            <a:r>
              <a:rPr lang="en-US" altLang="zh-CN" sz="1600" b="1" dirty="0">
                <a:solidFill>
                  <a:schemeClr val="tx2"/>
                </a:solidFill>
                <a:latin typeface="宋体" panose="02010600030101010101" pitchFamily="2" charset="-122"/>
              </a:rPr>
              <a:t>VRML</a:t>
            </a:r>
            <a:r>
              <a:rPr lang="zh-CN" altLang="en-US" sz="1600" b="1" dirty="0">
                <a:solidFill>
                  <a:schemeClr val="tx2"/>
                </a:solidFill>
                <a:latin typeface="宋体" panose="02010600030101010101" pitchFamily="2" charset="-122"/>
              </a:rPr>
              <a:t>的关键字。</a:t>
            </a:r>
            <a:r>
              <a:rPr lang="en-US" altLang="zh-CN" sz="1600" b="1" dirty="0">
                <a:solidFill>
                  <a:schemeClr val="tx2"/>
                </a:solidFill>
                <a:latin typeface="宋体" panose="02010600030101010101" pitchFamily="2" charset="-122"/>
              </a:rPr>
              <a:t>VRML</a:t>
            </a:r>
            <a:r>
              <a:rPr lang="zh-CN" altLang="en-US" sz="1600" b="1" dirty="0">
                <a:solidFill>
                  <a:schemeClr val="tx2"/>
                </a:solidFill>
                <a:latin typeface="宋体" panose="02010600030101010101" pitchFamily="2" charset="-122"/>
              </a:rPr>
              <a:t>的关键字共有14个，如下：</a:t>
            </a:r>
            <a:endParaRPr lang="zh-CN" altLang="en-US" sz="1600" b="1" dirty="0">
              <a:solidFill>
                <a:schemeClr val="tx2"/>
              </a:solidFill>
              <a:latin typeface="宋体" panose="02010600030101010101" pitchFamily="2" charset="-122"/>
            </a:endParaRPr>
          </a:p>
          <a:p>
            <a:pPr indent="276225" eaLnBrk="1" hangingPunct="1"/>
            <a:r>
              <a:rPr lang="zh-CN" altLang="en-US" sz="1600" b="1" dirty="0">
                <a:solidFill>
                  <a:schemeClr val="tx2"/>
                </a:solidFill>
                <a:latin typeface="宋体" panose="02010600030101010101" pitchFamily="2" charset="-122"/>
              </a:rPr>
              <a:t>  </a:t>
            </a:r>
            <a:r>
              <a:rPr lang="en-US" altLang="zh-CN" sz="1600" b="1" dirty="0">
                <a:solidFill>
                  <a:schemeClr val="tx2"/>
                </a:solidFill>
                <a:latin typeface="宋体" panose="02010600030101010101" pitchFamily="2" charset="-122"/>
              </a:rPr>
              <a:t>DEF      USE      ROUTE      NULL     TRUE     FALSE     TO    </a:t>
            </a:r>
            <a:endParaRPr lang="en-US" altLang="zh-CN" sz="1600" b="1" dirty="0">
              <a:solidFill>
                <a:schemeClr val="tx2"/>
              </a:solidFill>
              <a:latin typeface="宋体" panose="02010600030101010101" pitchFamily="2" charset="-122"/>
            </a:endParaRPr>
          </a:p>
          <a:p>
            <a:pPr indent="276225" eaLnBrk="1" hangingPunct="1"/>
            <a:r>
              <a:rPr lang="en-US" altLang="zh-CN" sz="1600" b="1" dirty="0">
                <a:solidFill>
                  <a:schemeClr val="tx2"/>
                </a:solidFill>
                <a:latin typeface="宋体" panose="02010600030101010101" pitchFamily="2" charset="-122"/>
              </a:rPr>
              <a:t>  IS       PROTO   EXTEPROTO  eventin    eventout   field       exposedfield</a:t>
            </a:r>
            <a:endParaRPr lang="en-US" altLang="zh-CN" sz="1600" b="1" dirty="0">
              <a:solidFill>
                <a:schemeClr val="tx2"/>
              </a:solidFill>
              <a:latin typeface="宋体" panose="02010600030101010101" pitchFamily="2" charset="-122"/>
            </a:endParaRPr>
          </a:p>
          <a:p>
            <a:pPr indent="276225" eaLnBrk="1" hangingPunct="1"/>
            <a:r>
              <a:rPr lang="en-US" altLang="zh-CN" sz="1600" b="1" dirty="0">
                <a:solidFill>
                  <a:schemeClr val="tx2"/>
                </a:solidFill>
                <a:latin typeface="宋体" panose="02010600030101010101" pitchFamily="2" charset="-122"/>
              </a:rPr>
              <a:t>USE</a:t>
            </a:r>
            <a:r>
              <a:rPr lang="zh-CN" altLang="en-US" sz="1600" b="1" dirty="0">
                <a:solidFill>
                  <a:schemeClr val="tx2"/>
                </a:solidFill>
                <a:latin typeface="宋体" panose="02010600030101010101" pitchFamily="2" charset="-122"/>
              </a:rPr>
              <a:t>的标准语法：</a:t>
            </a:r>
            <a:endParaRPr lang="zh-CN" altLang="en-US" sz="1600" b="1" dirty="0">
              <a:solidFill>
                <a:schemeClr val="tx2"/>
              </a:solidFill>
              <a:latin typeface="宋体" panose="02010600030101010101" pitchFamily="2" charset="-122"/>
            </a:endParaRPr>
          </a:p>
          <a:p>
            <a:pPr indent="276225" eaLnBrk="1" hangingPunct="1"/>
            <a:r>
              <a:rPr lang="en-US" altLang="zh-CN" sz="1600" b="1" dirty="0">
                <a:solidFill>
                  <a:schemeClr val="tx2"/>
                </a:solidFill>
                <a:latin typeface="宋体" panose="02010600030101010101" pitchFamily="2" charset="-122"/>
              </a:rPr>
              <a:t>USE    node—name </a:t>
            </a:r>
            <a:endParaRPr lang="en-US" altLang="zh-CN" sz="1600" b="1" dirty="0">
              <a:solidFill>
                <a:schemeClr val="tx2"/>
              </a:solidFill>
              <a:latin typeface="宋体" panose="02010600030101010101" pitchFamily="2" charset="-122"/>
            </a:endParaRPr>
          </a:p>
          <a:p>
            <a:pPr indent="276225" eaLnBrk="1" hangingPunct="1"/>
            <a:r>
              <a:rPr lang="zh-CN" altLang="en-US" sz="1600" b="1" dirty="0">
                <a:solidFill>
                  <a:schemeClr val="tx2"/>
                </a:solidFill>
                <a:latin typeface="宋体" panose="02010600030101010101" pitchFamily="2" charset="-122"/>
              </a:rPr>
              <a:t>如果在一个文件中定义了一个节点名称，可以在相同的文件中使用</a:t>
            </a:r>
            <a:r>
              <a:rPr lang="en-US" altLang="zh-CN" sz="1600" b="1" dirty="0">
                <a:solidFill>
                  <a:schemeClr val="tx2"/>
                </a:solidFill>
                <a:latin typeface="宋体" panose="02010600030101010101" pitchFamily="2" charset="-122"/>
              </a:rPr>
              <a:t>USE</a:t>
            </a:r>
            <a:r>
              <a:rPr lang="zh-CN" altLang="en-US" sz="1600" b="1" dirty="0">
                <a:solidFill>
                  <a:schemeClr val="tx2"/>
                </a:solidFill>
                <a:latin typeface="宋体" panose="02010600030101010101" pitchFamily="2" charset="-122"/>
              </a:rPr>
              <a:t>来重用已经定义的节点名称。原来被定义名称的节点称做源节点（</a:t>
            </a:r>
            <a:r>
              <a:rPr lang="en-US" altLang="zh-CN" sz="1600" b="1" dirty="0">
                <a:solidFill>
                  <a:schemeClr val="tx2"/>
                </a:solidFill>
                <a:latin typeface="宋体" panose="02010600030101010101" pitchFamily="2" charset="-122"/>
              </a:rPr>
              <a:t>original  node），</a:t>
            </a:r>
            <a:r>
              <a:rPr lang="zh-CN" altLang="en-US" sz="1600" b="1" dirty="0">
                <a:solidFill>
                  <a:schemeClr val="tx2"/>
                </a:solidFill>
                <a:latin typeface="宋体" panose="02010600030101010101" pitchFamily="2" charset="-122"/>
              </a:rPr>
              <a:t>每次被重用的节点则叫做实例（</a:t>
            </a:r>
            <a:r>
              <a:rPr lang="en-US" altLang="zh-CN" sz="1600" b="1" dirty="0">
                <a:solidFill>
                  <a:schemeClr val="tx2"/>
                </a:solidFill>
                <a:latin typeface="宋体" panose="02010600030101010101" pitchFamily="2" charset="-122"/>
              </a:rPr>
              <a:t>instance）。</a:t>
            </a:r>
            <a:r>
              <a:rPr lang="zh-CN" altLang="en-US" sz="1600" b="1" dirty="0">
                <a:solidFill>
                  <a:schemeClr val="tx2"/>
                </a:solidFill>
                <a:latin typeface="宋体" panose="02010600030101010101" pitchFamily="2" charset="-122"/>
              </a:rPr>
              <a:t>所有使用实例的地方，都可以具有和源节点相同的属性，如果要改变所有实例的属性，只要改变源节点的属性即可。</a:t>
            </a:r>
            <a:endParaRPr lang="zh-CN" altLang="en-US" sz="1600" b="1" dirty="0">
              <a:solidFill>
                <a:schemeClr val="tx2"/>
              </a:solidFill>
              <a:latin typeface="宋体" panose="02010600030101010101" pitchFamily="2" charset="-122"/>
            </a:endParaRPr>
          </a:p>
        </p:txBody>
      </p:sp>
      <p:sp>
        <p:nvSpPr>
          <p:cNvPr id="64516" name="Rectangle 3"/>
          <p:cNvSpPr/>
          <p:nvPr/>
        </p:nvSpPr>
        <p:spPr>
          <a:xfrm>
            <a:off x="1403350" y="908050"/>
            <a:ext cx="7178675" cy="457200"/>
          </a:xfrm>
          <a:prstGeom prst="rect">
            <a:avLst/>
          </a:prstGeom>
          <a:noFill/>
          <a:ln w="9525">
            <a:noFill/>
          </a:ln>
        </p:spPr>
        <p:txBody>
          <a:bodyPr wrap="none">
            <a:spAutoFit/>
          </a:bodyPr>
          <a:p>
            <a:pPr eaLnBrk="1" hangingPunct="1"/>
            <a:r>
              <a:rPr lang="zh-CN" altLang="en-US" b="1" dirty="0">
                <a:solidFill>
                  <a:schemeClr val="tx2"/>
                </a:solidFill>
                <a:latin typeface="Times New Roman" panose="02020603050405020304" pitchFamily="18" charset="0"/>
              </a:rPr>
              <a:t>六、定义节点名称（</a:t>
            </a:r>
            <a:r>
              <a:rPr lang="en-US" altLang="zh-CN" b="1" dirty="0">
                <a:solidFill>
                  <a:schemeClr val="tx2"/>
                </a:solidFill>
                <a:latin typeface="Times New Roman" panose="02020603050405020304" pitchFamily="18" charset="0"/>
              </a:rPr>
              <a:t>DEF）</a:t>
            </a:r>
            <a:r>
              <a:rPr lang="zh-CN" altLang="en-US" b="1" dirty="0">
                <a:solidFill>
                  <a:schemeClr val="tx2"/>
                </a:solidFill>
                <a:latin typeface="Times New Roman" panose="02020603050405020304" pitchFamily="18" charset="0"/>
              </a:rPr>
              <a:t>和重用节点名称（</a:t>
            </a:r>
            <a:r>
              <a:rPr lang="en-US" altLang="zh-CN" b="1" dirty="0">
                <a:solidFill>
                  <a:schemeClr val="tx2"/>
                </a:solidFill>
                <a:latin typeface="Times New Roman" panose="02020603050405020304" pitchFamily="18" charset="0"/>
              </a:rPr>
              <a:t>USE）</a:t>
            </a:r>
            <a:endParaRPr lang="zh-CN" altLang="en-US" b="1" dirty="0">
              <a:solidFill>
                <a:schemeClr val="tx2"/>
              </a:solidFill>
              <a:latin typeface="Times New Roman" panose="02020603050405020304" pitchFamily="18" charset="0"/>
            </a:endParaRPr>
          </a:p>
        </p:txBody>
      </p:sp>
    </p:spTree>
  </p:cSld>
  <p:clrMapOvr>
    <a:masterClrMapping/>
  </p:clrMapOvr>
  <p:transition>
    <p:random/>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5538" name="页脚占位符 3"/>
          <p:cNvSpPr txBox="1">
            <a:spLocks noGrp="1"/>
          </p:cNvSpPr>
          <p:nvPr>
            <p:ph type="ftr" sz="quarter" idx="3"/>
          </p:nvPr>
        </p:nvSpPr>
        <p:spPr>
          <a:xfrm>
            <a:off x="3733800" y="6570663"/>
            <a:ext cx="2590800" cy="280987"/>
          </a:xfrm>
          <a:ln/>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r>
              <a:rPr lang="zh-CN" altLang="en-US" sz="1200" dirty="0">
                <a:solidFill>
                  <a:schemeClr val="folHlink"/>
                </a:solidFill>
              </a:rPr>
              <a:t>《虚拟地理环境及其应用》</a:t>
            </a:r>
            <a:endParaRPr lang="zh-CN" altLang="en-US" sz="1200" dirty="0">
              <a:solidFill>
                <a:schemeClr val="folHlink"/>
              </a:solidFill>
            </a:endParaRPr>
          </a:p>
        </p:txBody>
      </p:sp>
      <p:sp>
        <p:nvSpPr>
          <p:cNvPr id="65539" name="Rectangle 2"/>
          <p:cNvSpPr/>
          <p:nvPr/>
        </p:nvSpPr>
        <p:spPr>
          <a:xfrm>
            <a:off x="611188" y="1700213"/>
            <a:ext cx="8243887" cy="3843337"/>
          </a:xfrm>
          <a:prstGeom prst="rect">
            <a:avLst/>
          </a:prstGeom>
          <a:noFill/>
          <a:ln w="9525">
            <a:noFill/>
          </a:ln>
        </p:spPr>
        <p:txBody>
          <a:bodyPr anchor="ctr" anchorCtr="0">
            <a:spAutoFit/>
          </a:bodyPr>
          <a:p>
            <a:pPr indent="276225" eaLnBrk="1" hangingPunct="1"/>
            <a:endParaRPr lang="zh-CN" altLang="en-US" sz="2800" b="1" dirty="0">
              <a:solidFill>
                <a:schemeClr val="tx2"/>
              </a:solidFill>
              <a:latin typeface="宋体" panose="02010600030101010101" pitchFamily="2" charset="-122"/>
            </a:endParaRPr>
          </a:p>
          <a:p>
            <a:pPr indent="276225" eaLnBrk="1" hangingPunct="1"/>
            <a:r>
              <a:rPr lang="zh-CN" altLang="en-US" sz="2800" b="1" dirty="0">
                <a:solidFill>
                  <a:schemeClr val="tx2"/>
                </a:solidFill>
                <a:latin typeface="宋体" panose="02010600030101010101" pitchFamily="2" charset="-122"/>
              </a:rPr>
              <a:t>事件（</a:t>
            </a:r>
            <a:r>
              <a:rPr lang="en-US" altLang="zh-CN" sz="2800" b="1" dirty="0">
                <a:solidFill>
                  <a:schemeClr val="tx2"/>
                </a:solidFill>
                <a:latin typeface="宋体" panose="02010600030101010101" pitchFamily="2" charset="-122"/>
              </a:rPr>
              <a:t>Event）</a:t>
            </a:r>
            <a:endParaRPr lang="en-US" altLang="zh-CN" sz="2800" b="1" dirty="0">
              <a:solidFill>
                <a:schemeClr val="tx2"/>
              </a:solidFill>
              <a:latin typeface="宋体" panose="02010600030101010101" pitchFamily="2" charset="-122"/>
            </a:endParaRPr>
          </a:p>
          <a:p>
            <a:pPr indent="276225" eaLnBrk="1" hangingPunct="1"/>
            <a:r>
              <a:rPr lang="en-US" altLang="zh-CN" sz="2800" b="1" dirty="0">
                <a:solidFill>
                  <a:schemeClr val="tx2"/>
                </a:solidFill>
                <a:latin typeface="宋体" panose="02010600030101010101" pitchFamily="2" charset="-122"/>
              </a:rPr>
              <a:t>    </a:t>
            </a:r>
            <a:r>
              <a:rPr lang="zh-CN" altLang="en-US" sz="2800" b="1" dirty="0">
                <a:solidFill>
                  <a:schemeClr val="tx2"/>
                </a:solidFill>
                <a:latin typeface="宋体" panose="02010600030101010101" pitchFamily="2" charset="-122"/>
              </a:rPr>
              <a:t>节点可以通过接收事件而改变。大部分的节点有能力处理进入事件（</a:t>
            </a:r>
            <a:r>
              <a:rPr lang="en-US" altLang="zh-CN" sz="2800" b="1" dirty="0">
                <a:solidFill>
                  <a:schemeClr val="tx2"/>
                </a:solidFill>
                <a:latin typeface="宋体" panose="02010600030101010101" pitchFamily="2" charset="-122"/>
              </a:rPr>
              <a:t>eventin）。</a:t>
            </a:r>
            <a:r>
              <a:rPr lang="zh-CN" altLang="en-US" sz="2800" b="1" dirty="0">
                <a:solidFill>
                  <a:schemeClr val="tx2"/>
                </a:solidFill>
                <a:latin typeface="宋体" panose="02010600030101010101" pitchFamily="2" charset="-122"/>
              </a:rPr>
              <a:t>通过接收</a:t>
            </a:r>
            <a:r>
              <a:rPr lang="en-US" altLang="zh-CN" sz="2800" b="1" dirty="0">
                <a:solidFill>
                  <a:schemeClr val="tx2"/>
                </a:solidFill>
                <a:latin typeface="宋体" panose="02010600030101010101" pitchFamily="2" charset="-122"/>
              </a:rPr>
              <a:t>eventin </a:t>
            </a:r>
            <a:r>
              <a:rPr lang="zh-CN" altLang="en-US" sz="2800" b="1" dirty="0">
                <a:solidFill>
                  <a:schemeClr val="tx2"/>
                </a:solidFill>
                <a:latin typeface="宋体" panose="02010600030101010101" pitchFamily="2" charset="-122"/>
              </a:rPr>
              <a:t>的指示，节点可以改变目前的状态，例如节点的颜色可以改变，</a:t>
            </a:r>
            <a:r>
              <a:rPr lang="en-US" altLang="zh-CN" sz="2800" b="1" dirty="0">
                <a:solidFill>
                  <a:schemeClr val="tx2"/>
                </a:solidFill>
                <a:latin typeface="宋体" panose="02010600030101010101" pitchFamily="2" charset="-122"/>
              </a:rPr>
              <a:t>set_color。</a:t>
            </a:r>
            <a:r>
              <a:rPr lang="zh-CN" altLang="en-US" sz="2800" b="1" dirty="0">
                <a:solidFill>
                  <a:schemeClr val="tx2"/>
                </a:solidFill>
                <a:latin typeface="宋体" panose="02010600030101010101" pitchFamily="2" charset="-122"/>
              </a:rPr>
              <a:t>当一个节点改变了，它会对改变的状态有所反应，送出一些发生事件（</a:t>
            </a:r>
            <a:r>
              <a:rPr lang="en-US" altLang="zh-CN" sz="2800" b="1" dirty="0">
                <a:solidFill>
                  <a:schemeClr val="tx2"/>
                </a:solidFill>
                <a:latin typeface="宋体" panose="02010600030101010101" pitchFamily="2" charset="-122"/>
              </a:rPr>
              <a:t>eventout）</a:t>
            </a:r>
            <a:r>
              <a:rPr lang="zh-CN" altLang="en-US" sz="2800" b="1" dirty="0">
                <a:solidFill>
                  <a:schemeClr val="tx2"/>
                </a:solidFill>
                <a:latin typeface="宋体" panose="02010600030101010101" pitchFamily="2" charset="-122"/>
              </a:rPr>
              <a:t>例如</a:t>
            </a:r>
            <a:r>
              <a:rPr lang="en-US" altLang="zh-CN" sz="2800" b="1" dirty="0">
                <a:solidFill>
                  <a:schemeClr val="tx2"/>
                </a:solidFill>
                <a:latin typeface="宋体" panose="02010600030101010101" pitchFamily="2" charset="-122"/>
              </a:rPr>
              <a:t>Color_changed。</a:t>
            </a:r>
            <a:endParaRPr lang="en-US" altLang="zh-CN" sz="2800" b="1" dirty="0">
              <a:solidFill>
                <a:schemeClr val="tx2"/>
              </a:solidFill>
              <a:latin typeface="宋体" panose="02010600030101010101" pitchFamily="2" charset="-122"/>
            </a:endParaRPr>
          </a:p>
          <a:p>
            <a:pPr indent="276225" eaLnBrk="1" hangingPunct="1"/>
            <a:r>
              <a:rPr lang="en-US" altLang="zh-CN" sz="2200" b="1" dirty="0">
                <a:solidFill>
                  <a:schemeClr val="tx2"/>
                </a:solidFill>
                <a:latin typeface="宋体" panose="02010600030101010101" pitchFamily="2" charset="-122"/>
              </a:rPr>
              <a:t>    </a:t>
            </a:r>
            <a:endParaRPr lang="en-US" altLang="zh-CN" sz="2200" b="1" dirty="0">
              <a:solidFill>
                <a:schemeClr val="tx2"/>
              </a:solidFill>
              <a:latin typeface="宋体" panose="02010600030101010101" pitchFamily="2" charset="-122"/>
            </a:endParaRPr>
          </a:p>
        </p:txBody>
      </p:sp>
      <p:sp>
        <p:nvSpPr>
          <p:cNvPr id="65540" name="Rectangle 3"/>
          <p:cNvSpPr/>
          <p:nvPr/>
        </p:nvSpPr>
        <p:spPr>
          <a:xfrm>
            <a:off x="1476375" y="836613"/>
            <a:ext cx="2393950" cy="457200"/>
          </a:xfrm>
          <a:prstGeom prst="rect">
            <a:avLst/>
          </a:prstGeom>
          <a:noFill/>
          <a:ln w="9525">
            <a:noFill/>
          </a:ln>
        </p:spPr>
        <p:txBody>
          <a:bodyPr wrap="none">
            <a:spAutoFit/>
          </a:bodyPr>
          <a:p>
            <a:pPr eaLnBrk="1" hangingPunct="1"/>
            <a:r>
              <a:rPr lang="zh-CN" altLang="en-US" b="1" dirty="0">
                <a:solidFill>
                  <a:schemeClr val="tx2"/>
                </a:solidFill>
                <a:latin typeface="Times New Roman" panose="02020603050405020304" pitchFamily="18" charset="0"/>
              </a:rPr>
              <a:t>七、 事件和路由</a:t>
            </a:r>
            <a:endParaRPr lang="zh-CN" altLang="en-US" b="1" dirty="0">
              <a:solidFill>
                <a:schemeClr val="tx2"/>
              </a:solidFill>
              <a:latin typeface="Times New Roman" panose="02020603050405020304" pitchFamily="18" charset="0"/>
            </a:endParaRPr>
          </a:p>
        </p:txBody>
      </p:sp>
    </p:spTree>
  </p:cSld>
  <p:clrMapOvr>
    <a:masterClrMapping/>
  </p:clrMapOvr>
  <p:transition>
    <p:random/>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6562" name="Rectangle 3"/>
          <p:cNvSpPr>
            <a:spLocks noGrp="1"/>
          </p:cNvSpPr>
          <p:nvPr>
            <p:ph type="subTitle" idx="1"/>
          </p:nvPr>
        </p:nvSpPr>
        <p:spPr>
          <a:xfrm>
            <a:off x="2195513" y="4221163"/>
            <a:ext cx="6551612" cy="1384300"/>
          </a:xfrm>
          <a:ln/>
        </p:spPr>
        <p:txBody>
          <a:bodyPr vert="horz" wrap="square" lIns="91440" tIns="45720" rIns="91440" bIns="45720" anchor="t" anchorCtr="0"/>
          <a:p>
            <a:pPr marL="812800" indent="-812800" eaLnBrk="1" hangingPunct="1">
              <a:buSzTx/>
            </a:pPr>
            <a:r>
              <a:rPr kumimoji="1" lang="en-US" altLang="zh-CN" sz="3600" b="1" kern="1200" dirty="0">
                <a:latin typeface="+mn-lt"/>
                <a:ea typeface="+mn-ea"/>
                <a:cs typeface="+mn-cs"/>
              </a:rPr>
              <a:t>4.4 </a:t>
            </a:r>
            <a:r>
              <a:rPr kumimoji="1" lang="zh-CN" altLang="en-US" sz="3600" b="1" kern="1200" dirty="0">
                <a:latin typeface="+mn-lt"/>
                <a:ea typeface="+mn-ea"/>
                <a:cs typeface="+mn-cs"/>
              </a:rPr>
              <a:t>构建虚拟对象的几何模型</a:t>
            </a:r>
            <a:endParaRPr kumimoji="1" lang="zh-CN" altLang="en-US" sz="3600" b="1" kern="1200" dirty="0">
              <a:latin typeface="+mn-lt"/>
              <a:ea typeface="+mn-ea"/>
              <a:cs typeface="+mn-cs"/>
            </a:endParaRPr>
          </a:p>
          <a:p>
            <a:pPr marL="812800" indent="-812800" eaLnBrk="1" hangingPunct="1">
              <a:buSzTx/>
            </a:pPr>
            <a:r>
              <a:rPr kumimoji="1" lang="zh-CN" altLang="en-US" sz="3600" b="1" kern="1200" dirty="0">
                <a:latin typeface="+mn-lt"/>
                <a:ea typeface="+mn-ea"/>
                <a:cs typeface="+mn-cs"/>
              </a:rPr>
              <a:t>（</a:t>
            </a:r>
            <a:r>
              <a:rPr kumimoji="1" lang="en-US" altLang="zh-CN" sz="3600" b="1" kern="1200" dirty="0">
                <a:latin typeface="+mn-lt"/>
                <a:ea typeface="+mn-ea"/>
                <a:cs typeface="+mn-cs"/>
              </a:rPr>
              <a:t>Geometry  Nodes）</a:t>
            </a:r>
            <a:endParaRPr kumimoji="1" lang="en-US" altLang="zh-CN" sz="3600" b="1" kern="1200" dirty="0">
              <a:latin typeface="+mn-lt"/>
              <a:ea typeface="+mn-ea"/>
              <a:cs typeface="+mn-cs"/>
            </a:endParaRPr>
          </a:p>
        </p:txBody>
      </p:sp>
      <p:pic>
        <p:nvPicPr>
          <p:cNvPr id="66563" name="Picture 4"/>
          <p:cNvPicPr>
            <a:picLocks noChangeAspect="1"/>
          </p:cNvPicPr>
          <p:nvPr/>
        </p:nvPicPr>
        <p:blipFill>
          <a:blip r:embed="rId1"/>
          <a:stretch>
            <a:fillRect/>
          </a:stretch>
        </p:blipFill>
        <p:spPr>
          <a:xfrm>
            <a:off x="228600" y="304800"/>
            <a:ext cx="3590925" cy="2809875"/>
          </a:xfrm>
          <a:prstGeom prst="rect">
            <a:avLst/>
          </a:prstGeom>
          <a:noFill/>
          <a:ln w="9525">
            <a:noFill/>
          </a:ln>
        </p:spPr>
      </p:pic>
      <p:pic>
        <p:nvPicPr>
          <p:cNvPr id="75781" name="GP012.MOV">
            <a:hlinkClick r:id="" action="ppaction://media"/>
          </p:cNvPr>
          <p:cNvPicPr>
            <a:picLocks noRot="1" noChangeAspect="1"/>
          </p:cNvPicPr>
          <p:nvPr>
            <a:videoFile r:link="rId2"/>
            <p:extLst>
              <p:ext uri="{DAA4B4D4-6D71-4841-9C94-3DE7FCFB9230}">
                <p14:media xmlns:p14="http://schemas.microsoft.com/office/powerpoint/2010/main" r:link="rId3"/>
              </p:ext>
            </p:extLst>
          </p:nvPr>
        </p:nvPicPr>
        <p:blipFill>
          <a:blip r:embed="rId4"/>
          <a:stretch>
            <a:fillRect/>
          </a:stretch>
        </p:blipFill>
        <p:spPr>
          <a:xfrm>
            <a:off x="468313" y="549275"/>
            <a:ext cx="3048000" cy="2286000"/>
          </a:xfrm>
          <a:prstGeom prst="rect">
            <a:avLst/>
          </a:prstGeom>
          <a:noFill/>
          <a:ln w="9525">
            <a:noFill/>
          </a:ln>
        </p:spPr>
      </p:pic>
    </p:spTree>
  </p:cSld>
  <p:clrMapOvr>
    <a:masterClrMapping/>
  </p:clrMapOvr>
  <p:transition>
    <p:random/>
  </p:transition>
  <p:timing>
    <p:tnLst>
      <p:par>
        <p:cTn id="1" dur="indefinite" restart="never" nodeType="tmRoot">
          <p:childTnLst>
            <p:seq concurrent="1" nextAc="seek">
              <p:cTn id="2" restart="whenNotActive" fill="hold" evtFilter="cancelBubble" nodeType="interactiveSeq">
                <p:stCondLst>
                  <p:cond evt="onClick" delay="0">
                    <p:tgtEl>
                      <p:spTgt spid="75781"/>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75781"/>
                                        </p:tgtEl>
                                      </p:cBhvr>
                                    </p:cmd>
                                  </p:childTnLst>
                                </p:cTn>
                              </p:par>
                            </p:childTnLst>
                          </p:cTn>
                        </p:par>
                      </p:childTnLst>
                    </p:cTn>
                  </p:par>
                </p:childTnLst>
              </p:cTn>
              <p:nextCondLst>
                <p:cond evt="onClick" delay="0">
                  <p:tgtEl>
                    <p:spTgt spid="75781"/>
                  </p:tgtEl>
                </p:cond>
              </p:nextCondLst>
            </p:seq>
            <p:video>
              <p:cMediaNode>
                <p:cTn id="7" fill="hold" display="0">
                  <p:stCondLst>
                    <p:cond delay="indefinite"/>
                  </p:stCondLst>
                  <p:endCondLst>
                    <p:cond evt="onNext" delay="0">
                      <p:tgtEl>
                        <p:sldTgt/>
                      </p:tgtEl>
                    </p:cond>
                    <p:cond evt="onPrev" delay="0">
                      <p:tgtEl>
                        <p:sldTgt/>
                      </p:tgtEl>
                    </p:cond>
                  </p:endCondLst>
                </p:cTn>
                <p:tgtEl>
                  <p:spTgt spid="75781"/>
                </p:tgtEl>
              </p:cMediaNode>
            </p:video>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7586" name="页脚占位符 3"/>
          <p:cNvSpPr txBox="1">
            <a:spLocks noGrp="1"/>
          </p:cNvSpPr>
          <p:nvPr>
            <p:ph type="ftr" sz="quarter" idx="3"/>
          </p:nvPr>
        </p:nvSpPr>
        <p:spPr>
          <a:xfrm>
            <a:off x="3733800" y="6570663"/>
            <a:ext cx="2590800" cy="280987"/>
          </a:xfrm>
          <a:ln/>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r>
              <a:rPr lang="zh-CN" altLang="en-US" sz="1200" dirty="0">
                <a:solidFill>
                  <a:schemeClr val="folHlink"/>
                </a:solidFill>
              </a:rPr>
              <a:t>《虚拟地理环境及其应用》</a:t>
            </a:r>
            <a:endParaRPr lang="zh-CN" altLang="en-US" sz="1200" dirty="0">
              <a:solidFill>
                <a:schemeClr val="folHlink"/>
              </a:solidFill>
            </a:endParaRPr>
          </a:p>
        </p:txBody>
      </p:sp>
      <p:sp>
        <p:nvSpPr>
          <p:cNvPr id="67587" name="Rectangle 3"/>
          <p:cNvSpPr/>
          <p:nvPr/>
        </p:nvSpPr>
        <p:spPr>
          <a:xfrm>
            <a:off x="1042988" y="2492375"/>
            <a:ext cx="7632700" cy="3106738"/>
          </a:xfrm>
          <a:prstGeom prst="rect">
            <a:avLst/>
          </a:prstGeom>
          <a:noFill/>
          <a:ln w="9525">
            <a:noFill/>
          </a:ln>
        </p:spPr>
        <p:txBody>
          <a:bodyPr anchor="ctr" anchorCtr="0">
            <a:spAutoFit/>
          </a:bodyPr>
          <a:p>
            <a:pPr indent="276225"/>
            <a:endParaRPr lang="en-US" altLang="zh-CN" sz="2200" b="1" dirty="0">
              <a:latin typeface="宋体" panose="02010600030101010101" pitchFamily="2" charset="-122"/>
            </a:endParaRPr>
          </a:p>
          <a:p>
            <a:pPr indent="276225"/>
            <a:r>
              <a:rPr lang="en-US" altLang="zh-CN" sz="2200" b="1" dirty="0">
                <a:latin typeface="宋体" panose="02010600030101010101" pitchFamily="2" charset="-122"/>
              </a:rPr>
              <a:t>   Shape</a:t>
            </a:r>
            <a:r>
              <a:rPr lang="zh-CN" altLang="en-US" sz="2200" b="1" dirty="0">
                <a:latin typeface="宋体" panose="02010600030101010101" pitchFamily="2" charset="-122"/>
              </a:rPr>
              <a:t>节点的功能是构建一个虚拟对象的轮廓，即模型。它包括两个字段，分别是</a:t>
            </a:r>
            <a:r>
              <a:rPr lang="en-US" altLang="zh-CN" sz="2200" b="1" dirty="0">
                <a:latin typeface="宋体" panose="02010600030101010101" pitchFamily="2" charset="-122"/>
              </a:rPr>
              <a:t>Appearance(</a:t>
            </a:r>
            <a:r>
              <a:rPr lang="zh-CN" altLang="en-US" sz="2200" b="1" dirty="0">
                <a:latin typeface="宋体" panose="02010600030101010101" pitchFamily="2" charset="-122"/>
              </a:rPr>
              <a:t>外观)节点和</a:t>
            </a:r>
            <a:r>
              <a:rPr lang="en-US" altLang="zh-CN" sz="2200" b="1" dirty="0">
                <a:latin typeface="宋体" panose="02010600030101010101" pitchFamily="2" charset="-122"/>
              </a:rPr>
              <a:t>Geometry（</a:t>
            </a:r>
            <a:r>
              <a:rPr lang="zh-CN" altLang="en-US" sz="2200" b="1" dirty="0">
                <a:latin typeface="宋体" panose="02010600030101010101" pitchFamily="2" charset="-122"/>
              </a:rPr>
              <a:t>几何）节点两种节点字段。</a:t>
            </a:r>
            <a:endParaRPr lang="zh-CN" altLang="en-US" sz="2200" b="1" dirty="0">
              <a:latin typeface="宋体" panose="02010600030101010101" pitchFamily="2" charset="-122"/>
            </a:endParaRPr>
          </a:p>
          <a:p>
            <a:pPr indent="276225"/>
            <a:r>
              <a:rPr lang="en-US" altLang="zh-CN" sz="2200" b="1" dirty="0">
                <a:latin typeface="宋体" panose="02010600030101010101" pitchFamily="2" charset="-122"/>
              </a:rPr>
              <a:t>Shape   Node   Syntax(Shape </a:t>
            </a:r>
            <a:r>
              <a:rPr lang="zh-CN" altLang="en-US" sz="2200" b="1" dirty="0">
                <a:latin typeface="宋体" panose="02010600030101010101" pitchFamily="2" charset="-122"/>
              </a:rPr>
              <a:t>节点语法)</a:t>
            </a:r>
            <a:endParaRPr lang="zh-CN" altLang="en-US" sz="2200" b="1" dirty="0">
              <a:latin typeface="宋体" panose="02010600030101010101" pitchFamily="2" charset="-122"/>
            </a:endParaRPr>
          </a:p>
          <a:p>
            <a:pPr indent="276225"/>
            <a:r>
              <a:rPr lang="en-US" altLang="zh-CN" sz="2200" b="1" dirty="0">
                <a:latin typeface="宋体" panose="02010600030101010101" pitchFamily="2" charset="-122"/>
              </a:rPr>
              <a:t>Shape  {</a:t>
            </a:r>
            <a:endParaRPr lang="en-US" altLang="zh-CN" sz="2200" b="1" dirty="0">
              <a:latin typeface="宋体" panose="02010600030101010101" pitchFamily="2" charset="-122"/>
            </a:endParaRPr>
          </a:p>
          <a:p>
            <a:pPr indent="276225"/>
            <a:r>
              <a:rPr lang="en-US" altLang="zh-CN" sz="2200" b="1" dirty="0">
                <a:latin typeface="宋体" panose="02010600030101010101" pitchFamily="2" charset="-122"/>
              </a:rPr>
              <a:t>ExposedField   SFNode   appearance    NULL</a:t>
            </a:r>
            <a:endParaRPr lang="en-US" altLang="zh-CN" sz="2200" b="1" dirty="0">
              <a:latin typeface="宋体" panose="02010600030101010101" pitchFamily="2" charset="-122"/>
            </a:endParaRPr>
          </a:p>
          <a:p>
            <a:pPr indent="276225"/>
            <a:r>
              <a:rPr lang="en-US" altLang="zh-CN" sz="2200" b="1" dirty="0">
                <a:latin typeface="宋体" panose="02010600030101010101" pitchFamily="2" charset="-122"/>
              </a:rPr>
              <a:t>ExposedField   SFNode   geomitry      NULL</a:t>
            </a:r>
            <a:endParaRPr lang="en-US" altLang="zh-CN" sz="2200" b="1" dirty="0">
              <a:latin typeface="宋体" panose="02010600030101010101" pitchFamily="2" charset="-122"/>
            </a:endParaRPr>
          </a:p>
          <a:p>
            <a:pPr indent="276225"/>
            <a:r>
              <a:rPr lang="en-US" altLang="zh-CN" sz="2200" b="1" dirty="0">
                <a:latin typeface="宋体" panose="02010600030101010101" pitchFamily="2" charset="-122"/>
              </a:rPr>
              <a:t>       }</a:t>
            </a:r>
            <a:endParaRPr lang="en-US" altLang="zh-CN" sz="2200" b="1" dirty="0">
              <a:latin typeface="宋体" panose="02010600030101010101" pitchFamily="2" charset="-122"/>
            </a:endParaRPr>
          </a:p>
        </p:txBody>
      </p:sp>
      <p:sp>
        <p:nvSpPr>
          <p:cNvPr id="67588" name="Rectangle 4"/>
          <p:cNvSpPr/>
          <p:nvPr/>
        </p:nvSpPr>
        <p:spPr>
          <a:xfrm>
            <a:off x="1476375" y="908050"/>
            <a:ext cx="3343275" cy="457200"/>
          </a:xfrm>
          <a:prstGeom prst="rect">
            <a:avLst/>
          </a:prstGeom>
          <a:noFill/>
          <a:ln w="9525">
            <a:noFill/>
          </a:ln>
        </p:spPr>
        <p:txBody>
          <a:bodyPr wrap="none">
            <a:spAutoFit/>
          </a:bodyPr>
          <a:p>
            <a:r>
              <a:rPr lang="zh-CN" altLang="en-US" b="1" dirty="0">
                <a:latin typeface="Times New Roman" panose="02020603050405020304" pitchFamily="18" charset="0"/>
              </a:rPr>
              <a:t>（</a:t>
            </a:r>
            <a:r>
              <a:rPr lang="en-US" altLang="zh-CN" b="1" dirty="0">
                <a:latin typeface="Times New Roman" panose="02020603050405020304" pitchFamily="18" charset="0"/>
              </a:rPr>
              <a:t>1</a:t>
            </a:r>
            <a:r>
              <a:rPr lang="zh-CN" altLang="en-US" b="1" dirty="0">
                <a:latin typeface="Times New Roman" panose="02020603050405020304" pitchFamily="18" charset="0"/>
              </a:rPr>
              <a:t>） 模型节点---</a:t>
            </a:r>
            <a:r>
              <a:rPr lang="en-US" altLang="zh-CN" b="1" dirty="0">
                <a:latin typeface="Times New Roman" panose="02020603050405020304" pitchFamily="18" charset="0"/>
              </a:rPr>
              <a:t>Shape</a:t>
            </a:r>
            <a:endParaRPr lang="en-US" altLang="zh-CN" b="1" dirty="0">
              <a:latin typeface="Times New Roman" panose="02020603050405020304" pitchFamily="18" charset="0"/>
            </a:endParaRPr>
          </a:p>
        </p:txBody>
      </p:sp>
    </p:spTree>
  </p:cSld>
  <p:clrMapOvr>
    <a:masterClrMapping/>
  </p:clrMapOvr>
  <p:transition>
    <p:random/>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8610" name="页脚占位符 3"/>
          <p:cNvSpPr txBox="1">
            <a:spLocks noGrp="1"/>
          </p:cNvSpPr>
          <p:nvPr>
            <p:ph type="ftr" sz="quarter" idx="3"/>
          </p:nvPr>
        </p:nvSpPr>
        <p:spPr>
          <a:xfrm>
            <a:off x="3733800" y="6570663"/>
            <a:ext cx="2590800" cy="280987"/>
          </a:xfrm>
          <a:ln/>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r>
              <a:rPr lang="zh-CN" altLang="en-US" sz="1200" dirty="0">
                <a:solidFill>
                  <a:schemeClr val="folHlink"/>
                </a:solidFill>
              </a:rPr>
              <a:t>《虚拟地理环境及其应用》</a:t>
            </a:r>
            <a:endParaRPr lang="zh-CN" altLang="en-US" sz="1200" dirty="0">
              <a:solidFill>
                <a:schemeClr val="folHlink"/>
              </a:solidFill>
            </a:endParaRPr>
          </a:p>
        </p:txBody>
      </p:sp>
      <p:sp>
        <p:nvSpPr>
          <p:cNvPr id="68611" name="Rectangle 2"/>
          <p:cNvSpPr/>
          <p:nvPr/>
        </p:nvSpPr>
        <p:spPr>
          <a:xfrm>
            <a:off x="685800" y="2057400"/>
            <a:ext cx="8023225" cy="4111625"/>
          </a:xfrm>
          <a:prstGeom prst="rect">
            <a:avLst/>
          </a:prstGeom>
          <a:noFill/>
          <a:ln w="9525">
            <a:noFill/>
          </a:ln>
        </p:spPr>
        <p:txBody>
          <a:bodyPr anchor="ctr" anchorCtr="0">
            <a:spAutoFit/>
          </a:bodyPr>
          <a:p>
            <a:pPr indent="276225"/>
            <a:r>
              <a:rPr lang="en-US" altLang="zh-CN" sz="2200" b="1" dirty="0">
                <a:latin typeface="宋体" panose="02010600030101010101" pitchFamily="2" charset="-122"/>
              </a:rPr>
              <a:t>    Box</a:t>
            </a:r>
            <a:r>
              <a:rPr lang="zh-CN" altLang="en-US" sz="2200" b="1" dirty="0">
                <a:latin typeface="宋体" panose="02010600030101010101" pitchFamily="2" charset="-122"/>
              </a:rPr>
              <a:t>节点可以构建一个箱型的几何对象，它是</a:t>
            </a:r>
            <a:r>
              <a:rPr lang="en-US" altLang="zh-CN" sz="2200" b="1" dirty="0">
                <a:latin typeface="宋体" panose="02010600030101010101" pitchFamily="2" charset="-122"/>
              </a:rPr>
              <a:t>Shape</a:t>
            </a:r>
            <a:r>
              <a:rPr lang="zh-CN" altLang="en-US" sz="2200" b="1" dirty="0">
                <a:latin typeface="宋体" panose="02010600030101010101" pitchFamily="2" charset="-122"/>
              </a:rPr>
              <a:t>节点的</a:t>
            </a:r>
            <a:r>
              <a:rPr lang="en-US" altLang="zh-CN" sz="2200" b="1" dirty="0">
                <a:latin typeface="宋体" panose="02010600030101010101" pitchFamily="2" charset="-122"/>
              </a:rPr>
              <a:t>Geometry</a:t>
            </a:r>
            <a:r>
              <a:rPr lang="zh-CN" altLang="en-US" sz="2200" b="1" dirty="0">
                <a:latin typeface="宋体" panose="02010600030101010101" pitchFamily="2" charset="-122"/>
              </a:rPr>
              <a:t>节点之一，其字段只有一个，就是</a:t>
            </a:r>
            <a:r>
              <a:rPr lang="en-US" altLang="zh-CN" sz="2200" b="1" dirty="0">
                <a:latin typeface="宋体" panose="02010600030101010101" pitchFamily="2" charset="-122"/>
              </a:rPr>
              <a:t>size，</a:t>
            </a:r>
            <a:r>
              <a:rPr lang="zh-CN" altLang="en-US" sz="2200" b="1" dirty="0">
                <a:latin typeface="宋体" panose="02010600030101010101" pitchFamily="2" charset="-122"/>
              </a:rPr>
              <a:t>用于控制箱形的尺寸（长、高、宽），长、高、宽分别位于</a:t>
            </a:r>
            <a:r>
              <a:rPr lang="en-US" altLang="zh-CN" sz="2200" b="1" dirty="0">
                <a:latin typeface="宋体" panose="02010600030101010101" pitchFamily="2" charset="-122"/>
              </a:rPr>
              <a:t>X</a:t>
            </a:r>
            <a:r>
              <a:rPr lang="zh-CN" altLang="en-US" sz="2200" b="1" dirty="0">
                <a:latin typeface="宋体" panose="02010600030101010101" pitchFamily="2" charset="-122"/>
              </a:rPr>
              <a:t>轴、</a:t>
            </a:r>
            <a:r>
              <a:rPr lang="en-US" altLang="zh-CN" sz="2200" b="1" dirty="0">
                <a:latin typeface="宋体" panose="02010600030101010101" pitchFamily="2" charset="-122"/>
              </a:rPr>
              <a:t>Y</a:t>
            </a:r>
            <a:r>
              <a:rPr lang="zh-CN" altLang="en-US" sz="2200" b="1" dirty="0">
                <a:latin typeface="宋体" panose="02010600030101010101" pitchFamily="2" charset="-122"/>
              </a:rPr>
              <a:t>轴、和</a:t>
            </a:r>
            <a:r>
              <a:rPr lang="en-US" altLang="zh-CN" sz="2200" b="1" dirty="0">
                <a:latin typeface="宋体" panose="02010600030101010101" pitchFamily="2" charset="-122"/>
              </a:rPr>
              <a:t>Z</a:t>
            </a:r>
            <a:r>
              <a:rPr lang="zh-CN" altLang="en-US" sz="2200" b="1" dirty="0">
                <a:latin typeface="宋体" panose="02010600030101010101" pitchFamily="2" charset="-122"/>
              </a:rPr>
              <a:t>轴。如果没有设置箱形对象的位置，它的几何中心默认位置在原点（0，0，0），长、高、宽的默认值为（2，2，2）。</a:t>
            </a:r>
            <a:endParaRPr lang="zh-CN" altLang="en-US" sz="2200" b="1" dirty="0">
              <a:latin typeface="宋体" panose="02010600030101010101" pitchFamily="2" charset="-122"/>
            </a:endParaRPr>
          </a:p>
          <a:p>
            <a:pPr indent="276225"/>
            <a:r>
              <a:rPr lang="en-US" altLang="zh-CN" sz="2200" b="1" dirty="0">
                <a:latin typeface="宋体" panose="02010600030101010101" pitchFamily="2" charset="-122"/>
              </a:rPr>
              <a:t>Box  {</a:t>
            </a:r>
            <a:endParaRPr lang="en-US" altLang="zh-CN" sz="2200" b="1" dirty="0">
              <a:latin typeface="宋体" panose="02010600030101010101" pitchFamily="2" charset="-122"/>
            </a:endParaRPr>
          </a:p>
          <a:p>
            <a:pPr indent="276225"/>
            <a:r>
              <a:rPr lang="en-US" altLang="zh-CN" sz="2200" b="1" dirty="0">
                <a:latin typeface="宋体" panose="02010600030101010101" pitchFamily="2" charset="-122"/>
              </a:rPr>
              <a:t>     Field      SFVec3f      size      2 2 2   #(0, +∞) </a:t>
            </a:r>
            <a:endParaRPr lang="en-US" altLang="zh-CN" sz="2200" b="1" dirty="0">
              <a:latin typeface="宋体" panose="02010600030101010101" pitchFamily="2" charset="-122"/>
            </a:endParaRPr>
          </a:p>
          <a:p>
            <a:pPr indent="276225"/>
            <a:r>
              <a:rPr lang="en-US" altLang="zh-CN" sz="2200" b="1" dirty="0">
                <a:latin typeface="宋体" panose="02010600030101010101" pitchFamily="2" charset="-122"/>
              </a:rPr>
              <a:t>     }</a:t>
            </a:r>
            <a:endParaRPr lang="en-US" altLang="zh-CN" sz="2200" b="1" dirty="0">
              <a:latin typeface="宋体" panose="02010600030101010101" pitchFamily="2" charset="-122"/>
            </a:endParaRPr>
          </a:p>
          <a:p>
            <a:pPr indent="276225"/>
            <a:r>
              <a:rPr lang="zh-CN" altLang="en-US" sz="2200" b="1" dirty="0">
                <a:latin typeface="宋体" panose="02010600030101010101" pitchFamily="2" charset="-122"/>
              </a:rPr>
              <a:t>示例4-1</a:t>
            </a:r>
            <a:endParaRPr lang="zh-CN" altLang="en-US" sz="2200" b="1" dirty="0">
              <a:latin typeface="宋体" panose="02010600030101010101" pitchFamily="2" charset="-122"/>
            </a:endParaRPr>
          </a:p>
          <a:p>
            <a:pPr indent="276225"/>
            <a:endParaRPr lang="zh-CN" altLang="en-US" sz="2200" b="1" dirty="0">
              <a:latin typeface="宋体" panose="02010600030101010101" pitchFamily="2" charset="-122"/>
            </a:endParaRPr>
          </a:p>
          <a:p>
            <a:pPr indent="276225"/>
            <a:endParaRPr lang="zh-CN" altLang="en-US" sz="2200" b="1" dirty="0">
              <a:latin typeface="宋体" panose="02010600030101010101" pitchFamily="2" charset="-122"/>
            </a:endParaRPr>
          </a:p>
        </p:txBody>
      </p:sp>
      <p:sp>
        <p:nvSpPr>
          <p:cNvPr id="68612" name="Rectangle 3"/>
          <p:cNvSpPr/>
          <p:nvPr/>
        </p:nvSpPr>
        <p:spPr>
          <a:xfrm>
            <a:off x="1403350" y="981075"/>
            <a:ext cx="3663950" cy="457200"/>
          </a:xfrm>
          <a:prstGeom prst="rect">
            <a:avLst/>
          </a:prstGeom>
          <a:noFill/>
          <a:ln w="9525">
            <a:noFill/>
          </a:ln>
        </p:spPr>
        <p:txBody>
          <a:bodyPr wrap="none">
            <a:spAutoFit/>
          </a:bodyPr>
          <a:p>
            <a:r>
              <a:rPr lang="zh-CN" altLang="en-US" b="1" dirty="0">
                <a:latin typeface="Times New Roman" panose="02020603050405020304" pitchFamily="18" charset="0"/>
              </a:rPr>
              <a:t>（</a:t>
            </a:r>
            <a:r>
              <a:rPr lang="en-US" altLang="zh-CN" b="1" dirty="0">
                <a:latin typeface="Times New Roman" panose="02020603050405020304" pitchFamily="18" charset="0"/>
              </a:rPr>
              <a:t>2</a:t>
            </a:r>
            <a:r>
              <a:rPr lang="zh-CN" altLang="en-US" b="1" dirty="0">
                <a:latin typeface="Times New Roman" panose="02020603050405020304" pitchFamily="18" charset="0"/>
              </a:rPr>
              <a:t>） 几何箱形节点—</a:t>
            </a:r>
            <a:r>
              <a:rPr lang="en-US" altLang="zh-CN" b="1" dirty="0">
                <a:latin typeface="Times New Roman" panose="02020603050405020304" pitchFamily="18" charset="0"/>
              </a:rPr>
              <a:t>Box</a:t>
            </a:r>
            <a:endParaRPr lang="en-US" altLang="zh-CN" b="1" dirty="0">
              <a:latin typeface="Times New Roman" panose="02020603050405020304" pitchFamily="18" charset="0"/>
            </a:endParaRPr>
          </a:p>
        </p:txBody>
      </p:sp>
      <p:sp>
        <p:nvSpPr>
          <p:cNvPr id="68613" name="Rectangle 4"/>
          <p:cNvSpPr/>
          <p:nvPr/>
        </p:nvSpPr>
        <p:spPr>
          <a:xfrm>
            <a:off x="476250" y="1552575"/>
            <a:ext cx="184150" cy="427038"/>
          </a:xfrm>
          <a:prstGeom prst="rect">
            <a:avLst/>
          </a:prstGeom>
          <a:noFill/>
          <a:ln w="9525">
            <a:noFill/>
          </a:ln>
        </p:spPr>
        <p:txBody>
          <a:bodyPr wrap="none">
            <a:spAutoFit/>
          </a:bodyPr>
          <a:p>
            <a:endParaRPr lang="en-US" altLang="zh-CN" sz="2200" b="1" dirty="0">
              <a:latin typeface="宋体" panose="02010600030101010101" pitchFamily="2" charset="-122"/>
            </a:endParaRPr>
          </a:p>
        </p:txBody>
      </p:sp>
    </p:spTree>
  </p:cSld>
  <p:clrMapOvr>
    <a:masterClrMapping/>
  </p:clrMapOvr>
  <p:transition>
    <p:random/>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9634" name="页脚占位符 3"/>
          <p:cNvSpPr txBox="1">
            <a:spLocks noGrp="1"/>
          </p:cNvSpPr>
          <p:nvPr>
            <p:ph type="ftr" sz="quarter" idx="3"/>
          </p:nvPr>
        </p:nvSpPr>
        <p:spPr>
          <a:xfrm>
            <a:off x="3733800" y="6570663"/>
            <a:ext cx="2590800" cy="280987"/>
          </a:xfrm>
          <a:ln/>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r>
              <a:rPr lang="zh-CN" altLang="en-US" sz="1200" dirty="0">
                <a:solidFill>
                  <a:schemeClr val="folHlink"/>
                </a:solidFill>
              </a:rPr>
              <a:t>《虚拟地理环境及其应用》</a:t>
            </a:r>
            <a:endParaRPr lang="zh-CN" altLang="en-US" sz="1200" dirty="0">
              <a:solidFill>
                <a:schemeClr val="folHlink"/>
              </a:solidFill>
            </a:endParaRPr>
          </a:p>
        </p:txBody>
      </p:sp>
      <p:sp>
        <p:nvSpPr>
          <p:cNvPr id="69635" name="Rectangle 2"/>
          <p:cNvSpPr/>
          <p:nvPr/>
        </p:nvSpPr>
        <p:spPr>
          <a:xfrm>
            <a:off x="827088" y="2076450"/>
            <a:ext cx="7705725" cy="4446588"/>
          </a:xfrm>
          <a:prstGeom prst="rect">
            <a:avLst/>
          </a:prstGeom>
          <a:noFill/>
          <a:ln w="9525">
            <a:noFill/>
          </a:ln>
        </p:spPr>
        <p:txBody>
          <a:bodyPr>
            <a:spAutoFit/>
          </a:bodyPr>
          <a:p>
            <a:r>
              <a:rPr lang="en-US" altLang="zh-CN" sz="2200" b="1" dirty="0">
                <a:latin typeface="Times New Roman" panose="02020603050405020304" pitchFamily="18" charset="0"/>
              </a:rPr>
              <a:t>         Cone(</a:t>
            </a:r>
            <a:r>
              <a:rPr lang="zh-CN" altLang="en-US" sz="2200" b="1" dirty="0">
                <a:latin typeface="Times New Roman" panose="02020603050405020304" pitchFamily="18" charset="0"/>
              </a:rPr>
              <a:t>圆锥体)节点所描述的是一个圆锥体。</a:t>
            </a:r>
            <a:r>
              <a:rPr lang="en-US" altLang="zh-CN" sz="2200" b="1" dirty="0">
                <a:latin typeface="Times New Roman" panose="02020603050405020304" pitchFamily="18" charset="0"/>
              </a:rPr>
              <a:t>Cone</a:t>
            </a:r>
            <a:r>
              <a:rPr lang="zh-CN" altLang="en-US" sz="2200" b="1" dirty="0">
                <a:latin typeface="Times New Roman" panose="02020603050405020304" pitchFamily="18" charset="0"/>
              </a:rPr>
              <a:t>节点是</a:t>
            </a:r>
            <a:r>
              <a:rPr lang="en-US" altLang="zh-CN" sz="2200" b="1" dirty="0">
                <a:latin typeface="Times New Roman" panose="02020603050405020304" pitchFamily="18" charset="0"/>
              </a:rPr>
              <a:t>Shape</a:t>
            </a:r>
            <a:r>
              <a:rPr lang="zh-CN" altLang="en-US" sz="2200" b="1" dirty="0">
                <a:latin typeface="Times New Roman" panose="02020603050405020304" pitchFamily="18" charset="0"/>
              </a:rPr>
              <a:t>节点的</a:t>
            </a:r>
            <a:r>
              <a:rPr lang="en-US" altLang="zh-CN" sz="2200" b="1" dirty="0">
                <a:latin typeface="Times New Roman" panose="02020603050405020304" pitchFamily="18" charset="0"/>
              </a:rPr>
              <a:t>Geometry</a:t>
            </a:r>
            <a:r>
              <a:rPr lang="zh-CN" altLang="en-US" sz="2200" b="1" dirty="0">
                <a:latin typeface="Times New Roman" panose="02020603050405020304" pitchFamily="18" charset="0"/>
              </a:rPr>
              <a:t>节点之一。其尺寸由</a:t>
            </a:r>
            <a:r>
              <a:rPr lang="en-US" altLang="zh-CN" sz="2200" b="1" dirty="0">
                <a:latin typeface="Times New Roman" panose="02020603050405020304" pitchFamily="18" charset="0"/>
              </a:rPr>
              <a:t>bottomRadius（</a:t>
            </a:r>
            <a:r>
              <a:rPr lang="zh-CN" altLang="en-US" sz="2200" b="1" dirty="0">
                <a:latin typeface="Times New Roman" panose="02020603050405020304" pitchFamily="18" charset="0"/>
              </a:rPr>
              <a:t>底部半径）和</a:t>
            </a:r>
            <a:r>
              <a:rPr lang="en-US" altLang="zh-CN" sz="2200" b="1" dirty="0">
                <a:latin typeface="Times New Roman" panose="02020603050405020304" pitchFamily="18" charset="0"/>
              </a:rPr>
              <a:t>height（</a:t>
            </a:r>
            <a:r>
              <a:rPr lang="zh-CN" altLang="en-US" sz="2200" b="1" dirty="0">
                <a:latin typeface="Times New Roman" panose="02020603050405020304" pitchFamily="18" charset="0"/>
              </a:rPr>
              <a:t>高）这两个字段控制。另外还有两个布尔值的字段分别为</a:t>
            </a:r>
            <a:r>
              <a:rPr lang="en-US" altLang="zh-CN" sz="2200" b="1" dirty="0">
                <a:latin typeface="Times New Roman" panose="02020603050405020304" pitchFamily="18" charset="0"/>
              </a:rPr>
              <a:t>side</a:t>
            </a:r>
            <a:r>
              <a:rPr lang="zh-CN" altLang="en-US" sz="2200" b="1" dirty="0">
                <a:latin typeface="Times New Roman" panose="02020603050405020304" pitchFamily="18" charset="0"/>
              </a:rPr>
              <a:t>和</a:t>
            </a:r>
            <a:r>
              <a:rPr lang="en-US" altLang="zh-CN" sz="2200" b="1" dirty="0">
                <a:latin typeface="Times New Roman" panose="02020603050405020304" pitchFamily="18" charset="0"/>
              </a:rPr>
              <a:t>bottom，</a:t>
            </a:r>
            <a:r>
              <a:rPr lang="zh-CN" altLang="en-US" sz="2200" b="1" dirty="0">
                <a:latin typeface="Times New Roman" panose="02020603050405020304" pitchFamily="18" charset="0"/>
              </a:rPr>
              <a:t>它们控制圆锥体四周和底部是否要创建。而它的默认位置，顶点在(0,</a:t>
            </a:r>
            <a:r>
              <a:rPr lang="en-US" altLang="zh-CN" sz="2200" b="1" dirty="0">
                <a:latin typeface="Times New Roman" panose="02020603050405020304" pitchFamily="18" charset="0"/>
              </a:rPr>
              <a:t>height/2,0)，</a:t>
            </a:r>
            <a:r>
              <a:rPr lang="zh-CN" altLang="en-US" sz="2200" b="1" dirty="0">
                <a:latin typeface="Times New Roman" panose="02020603050405020304" pitchFamily="18" charset="0"/>
              </a:rPr>
              <a:t>底部的圆心在(0, -</a:t>
            </a:r>
            <a:r>
              <a:rPr lang="en-US" altLang="zh-CN" sz="2200" b="1" dirty="0">
                <a:latin typeface="Times New Roman" panose="02020603050405020304" pitchFamily="18" charset="0"/>
              </a:rPr>
              <a:t>height/2,0)。</a:t>
            </a:r>
            <a:endParaRPr lang="en-US" altLang="zh-CN" sz="2200" b="1" dirty="0">
              <a:latin typeface="Times New Roman" panose="02020603050405020304" pitchFamily="18" charset="0"/>
            </a:endParaRPr>
          </a:p>
          <a:p>
            <a:r>
              <a:rPr lang="en-US" altLang="zh-CN" sz="2200" b="1" dirty="0">
                <a:latin typeface="Times New Roman" panose="02020603050405020304" pitchFamily="18" charset="0"/>
              </a:rPr>
              <a:t>Cone  Node  Syntax</a:t>
            </a:r>
            <a:endParaRPr lang="en-US" altLang="zh-CN" sz="2200" b="1" dirty="0">
              <a:latin typeface="Times New Roman" panose="02020603050405020304" pitchFamily="18" charset="0"/>
            </a:endParaRPr>
          </a:p>
          <a:p>
            <a:r>
              <a:rPr lang="en-US" altLang="zh-CN" sz="2200" b="1" dirty="0">
                <a:latin typeface="Times New Roman" panose="02020603050405020304" pitchFamily="18" charset="0"/>
              </a:rPr>
              <a:t>   Cone  {</a:t>
            </a:r>
            <a:endParaRPr lang="en-US" altLang="zh-CN" sz="2200" b="1" dirty="0">
              <a:latin typeface="Times New Roman" panose="02020603050405020304" pitchFamily="18" charset="0"/>
            </a:endParaRPr>
          </a:p>
          <a:p>
            <a:r>
              <a:rPr lang="en-US" altLang="zh-CN" sz="2200" b="1" dirty="0">
                <a:latin typeface="Times New Roman" panose="02020603050405020304" pitchFamily="18" charset="0"/>
              </a:rPr>
              <a:t>         Field    SFFloat    bottomradius     1    #(0, +∞)</a:t>
            </a:r>
            <a:endParaRPr lang="en-US" altLang="zh-CN" sz="2200" b="1" dirty="0">
              <a:latin typeface="Times New Roman" panose="02020603050405020304" pitchFamily="18" charset="0"/>
            </a:endParaRPr>
          </a:p>
          <a:p>
            <a:r>
              <a:rPr lang="en-US" altLang="zh-CN" sz="2200" b="1" dirty="0">
                <a:latin typeface="Times New Roman" panose="02020603050405020304" pitchFamily="18" charset="0"/>
              </a:rPr>
              <a:t>         Field    SFFloat    height           2    #(0, +∞)</a:t>
            </a:r>
            <a:endParaRPr lang="en-US" altLang="zh-CN" sz="2200" b="1" dirty="0">
              <a:latin typeface="Times New Roman" panose="02020603050405020304" pitchFamily="18" charset="0"/>
            </a:endParaRPr>
          </a:p>
          <a:p>
            <a:r>
              <a:rPr lang="en-US" altLang="zh-CN" sz="2200" b="1" dirty="0">
                <a:latin typeface="Times New Roman" panose="02020603050405020304" pitchFamily="18" charset="0"/>
              </a:rPr>
              <a:t>         Field    SFBool    side             TRUE</a:t>
            </a:r>
            <a:endParaRPr lang="en-US" altLang="zh-CN" sz="2200" b="1" dirty="0">
              <a:latin typeface="Times New Roman" panose="02020603050405020304" pitchFamily="18" charset="0"/>
            </a:endParaRPr>
          </a:p>
          <a:p>
            <a:r>
              <a:rPr lang="en-US" altLang="zh-CN" sz="2200" b="1" dirty="0">
                <a:latin typeface="Times New Roman" panose="02020603050405020304" pitchFamily="18" charset="0"/>
              </a:rPr>
              <a:t>         Field    SFBool    bottom           TRUE</a:t>
            </a:r>
            <a:endParaRPr lang="en-US" altLang="zh-CN" sz="2200" b="1" dirty="0">
              <a:latin typeface="Times New Roman" panose="02020603050405020304" pitchFamily="18" charset="0"/>
            </a:endParaRPr>
          </a:p>
          <a:p>
            <a:r>
              <a:rPr lang="en-US" altLang="zh-CN" sz="2200" b="1" dirty="0">
                <a:latin typeface="Times New Roman" panose="02020603050405020304" pitchFamily="18" charset="0"/>
              </a:rPr>
              <a:t>             }                                   </a:t>
            </a:r>
            <a:r>
              <a:rPr lang="zh-CN" altLang="en-US" sz="2200" b="1" dirty="0">
                <a:latin typeface="宋体" panose="02010600030101010101" pitchFamily="2" charset="-122"/>
              </a:rPr>
              <a:t>示例4-2</a:t>
            </a:r>
            <a:endParaRPr lang="en-US" altLang="zh-CN" sz="2200" b="1" dirty="0">
              <a:latin typeface="宋体" panose="02010600030101010101" pitchFamily="2" charset="-122"/>
            </a:endParaRPr>
          </a:p>
        </p:txBody>
      </p:sp>
      <p:sp>
        <p:nvSpPr>
          <p:cNvPr id="69636" name="Rectangle 4"/>
          <p:cNvSpPr/>
          <p:nvPr/>
        </p:nvSpPr>
        <p:spPr>
          <a:xfrm>
            <a:off x="1403350" y="981075"/>
            <a:ext cx="4138613" cy="457200"/>
          </a:xfrm>
          <a:prstGeom prst="rect">
            <a:avLst/>
          </a:prstGeom>
          <a:noFill/>
          <a:ln w="9525">
            <a:noFill/>
          </a:ln>
        </p:spPr>
        <p:txBody>
          <a:bodyPr wrap="none">
            <a:spAutoFit/>
          </a:bodyPr>
          <a:p>
            <a:r>
              <a:rPr lang="zh-CN" altLang="en-US" b="1" dirty="0">
                <a:latin typeface="Times New Roman" panose="02020603050405020304" pitchFamily="18" charset="0"/>
              </a:rPr>
              <a:t>（</a:t>
            </a:r>
            <a:r>
              <a:rPr lang="en-US" altLang="zh-CN" b="1" dirty="0">
                <a:latin typeface="Times New Roman" panose="02020603050405020304" pitchFamily="18" charset="0"/>
              </a:rPr>
              <a:t>3</a:t>
            </a:r>
            <a:r>
              <a:rPr lang="zh-CN" altLang="en-US" b="1" dirty="0">
                <a:latin typeface="Times New Roman" panose="02020603050405020304" pitchFamily="18" charset="0"/>
              </a:rPr>
              <a:t>） 几何圆锥体节点—</a:t>
            </a:r>
            <a:r>
              <a:rPr lang="en-US" altLang="zh-CN" b="1" dirty="0">
                <a:latin typeface="Times New Roman" panose="02020603050405020304" pitchFamily="18" charset="0"/>
              </a:rPr>
              <a:t>Cone</a:t>
            </a:r>
            <a:endParaRPr lang="en-US" altLang="zh-CN" b="1" dirty="0">
              <a:latin typeface="Times New Roman" panose="02020603050405020304" pitchFamily="18" charset="0"/>
            </a:endParaRPr>
          </a:p>
        </p:txBody>
      </p:sp>
    </p:spTree>
  </p:cSld>
  <p:clrMapOvr>
    <a:masterClrMapping/>
  </p:clrMapOvr>
  <p:transition>
    <p:random/>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0658" name="页脚占位符 3"/>
          <p:cNvSpPr txBox="1">
            <a:spLocks noGrp="1"/>
          </p:cNvSpPr>
          <p:nvPr>
            <p:ph type="ftr" sz="quarter" idx="3"/>
          </p:nvPr>
        </p:nvSpPr>
        <p:spPr>
          <a:xfrm>
            <a:off x="3733800" y="6570663"/>
            <a:ext cx="2590800" cy="280987"/>
          </a:xfrm>
          <a:ln/>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r>
              <a:rPr lang="zh-CN" altLang="en-US" sz="1200" dirty="0">
                <a:solidFill>
                  <a:schemeClr val="folHlink"/>
                </a:solidFill>
              </a:rPr>
              <a:t>《虚拟地理环境及其应用》</a:t>
            </a:r>
            <a:endParaRPr lang="zh-CN" altLang="en-US" sz="1200" dirty="0">
              <a:solidFill>
                <a:schemeClr val="folHlink"/>
              </a:solidFill>
            </a:endParaRPr>
          </a:p>
        </p:txBody>
      </p:sp>
      <p:sp>
        <p:nvSpPr>
          <p:cNvPr id="70659" name="Rectangle 2"/>
          <p:cNvSpPr/>
          <p:nvPr/>
        </p:nvSpPr>
        <p:spPr>
          <a:xfrm>
            <a:off x="684213" y="1335088"/>
            <a:ext cx="8064500" cy="4781550"/>
          </a:xfrm>
          <a:prstGeom prst="rect">
            <a:avLst/>
          </a:prstGeom>
          <a:noFill/>
          <a:ln w="9525">
            <a:noFill/>
          </a:ln>
        </p:spPr>
        <p:txBody>
          <a:bodyPr anchor="ctr" anchorCtr="0">
            <a:spAutoFit/>
          </a:bodyPr>
          <a:p>
            <a:endParaRPr lang="en-US" altLang="zh-CN" sz="2200" b="1" dirty="0">
              <a:latin typeface="Times New Roman" panose="02020603050405020304" pitchFamily="18" charset="0"/>
            </a:endParaRPr>
          </a:p>
          <a:p>
            <a:r>
              <a:rPr lang="en-US" altLang="zh-CN" sz="2200" b="1" dirty="0">
                <a:latin typeface="Times New Roman" panose="02020603050405020304" pitchFamily="18" charset="0"/>
              </a:rPr>
              <a:t>        Cylinder</a:t>
            </a:r>
            <a:r>
              <a:rPr lang="zh-CN" altLang="en-US" sz="2200" b="1" dirty="0">
                <a:latin typeface="Times New Roman" panose="02020603050405020304" pitchFamily="18" charset="0"/>
              </a:rPr>
              <a:t>节点用于构建一个圆柱体，控制外型大小的字段有两个，分别是</a:t>
            </a:r>
            <a:r>
              <a:rPr lang="en-US" altLang="zh-CN" sz="2200" b="1" dirty="0">
                <a:latin typeface="Times New Roman" panose="02020603050405020304" pitchFamily="18" charset="0"/>
              </a:rPr>
              <a:t>height</a:t>
            </a:r>
            <a:r>
              <a:rPr lang="zh-CN" altLang="en-US" sz="2200" b="1" dirty="0">
                <a:latin typeface="Times New Roman" panose="02020603050405020304" pitchFamily="18" charset="0"/>
              </a:rPr>
              <a:t>和</a:t>
            </a:r>
            <a:r>
              <a:rPr lang="en-US" altLang="zh-CN" sz="2200" b="1" dirty="0">
                <a:latin typeface="Times New Roman" panose="02020603050405020304" pitchFamily="18" charset="0"/>
              </a:rPr>
              <a:t>radius，</a:t>
            </a:r>
            <a:r>
              <a:rPr lang="zh-CN" altLang="en-US" sz="2200" b="1" dirty="0">
                <a:latin typeface="Times New Roman" panose="02020603050405020304" pitchFamily="18" charset="0"/>
              </a:rPr>
              <a:t>另外还有3个布尔值的字段分别是</a:t>
            </a:r>
            <a:r>
              <a:rPr lang="en-US" altLang="zh-CN" sz="2200" b="1" dirty="0">
                <a:latin typeface="Times New Roman" panose="02020603050405020304" pitchFamily="18" charset="0"/>
              </a:rPr>
              <a:t>bottom,side</a:t>
            </a:r>
            <a:r>
              <a:rPr lang="zh-CN" altLang="en-US" sz="2200" b="1" dirty="0">
                <a:latin typeface="Times New Roman" panose="02020603050405020304" pitchFamily="18" charset="0"/>
              </a:rPr>
              <a:t>和</a:t>
            </a:r>
            <a:r>
              <a:rPr lang="en-US" altLang="zh-CN" sz="2200" b="1" dirty="0">
                <a:latin typeface="Times New Roman" panose="02020603050405020304" pitchFamily="18" charset="0"/>
              </a:rPr>
              <a:t>top，</a:t>
            </a:r>
            <a:r>
              <a:rPr lang="zh-CN" altLang="en-US" sz="2200" b="1" dirty="0">
                <a:latin typeface="Times New Roman" panose="02020603050405020304" pitchFamily="18" charset="0"/>
              </a:rPr>
              <a:t>分别确定底部、四周和顶部是否创建。若没有给定任何的起始位置，它的几何中心位置在原点（0，0，0）。</a:t>
            </a:r>
            <a:endParaRPr lang="zh-CN" altLang="en-US" sz="2200" b="1" dirty="0">
              <a:latin typeface="Times New Roman" panose="02020603050405020304" pitchFamily="18" charset="0"/>
            </a:endParaRPr>
          </a:p>
          <a:p>
            <a:r>
              <a:rPr lang="en-US" altLang="zh-CN" sz="2200" b="1" dirty="0">
                <a:latin typeface="Times New Roman" panose="02020603050405020304" pitchFamily="18" charset="0"/>
              </a:rPr>
              <a:t>Cylinder  Node   Syntax</a:t>
            </a:r>
            <a:endParaRPr lang="en-US" altLang="zh-CN" sz="2200" b="1" dirty="0">
              <a:latin typeface="Times New Roman" panose="02020603050405020304" pitchFamily="18" charset="0"/>
            </a:endParaRPr>
          </a:p>
          <a:p>
            <a:r>
              <a:rPr lang="en-US" altLang="zh-CN" sz="2200" b="1" dirty="0">
                <a:latin typeface="Times New Roman" panose="02020603050405020304" pitchFamily="18" charset="0"/>
              </a:rPr>
              <a:t>  Cylinder{</a:t>
            </a:r>
            <a:endParaRPr lang="en-US" altLang="zh-CN" sz="2200" b="1" dirty="0">
              <a:latin typeface="Times New Roman" panose="02020603050405020304" pitchFamily="18" charset="0"/>
            </a:endParaRPr>
          </a:p>
          <a:p>
            <a:r>
              <a:rPr lang="en-US" altLang="zh-CN" sz="2200" b="1" dirty="0">
                <a:latin typeface="Times New Roman" panose="02020603050405020304" pitchFamily="18" charset="0"/>
              </a:rPr>
              <a:t>        Field     SFBool     bottom     TRUE </a:t>
            </a:r>
            <a:endParaRPr lang="en-US" altLang="zh-CN" sz="2200" b="1" dirty="0">
              <a:latin typeface="Times New Roman" panose="02020603050405020304" pitchFamily="18" charset="0"/>
            </a:endParaRPr>
          </a:p>
          <a:p>
            <a:r>
              <a:rPr lang="en-US" altLang="zh-CN" sz="2200" b="1" dirty="0">
                <a:latin typeface="Times New Roman" panose="02020603050405020304" pitchFamily="18" charset="0"/>
              </a:rPr>
              <a:t>        Field     SFBool     side        TRUE</a:t>
            </a:r>
            <a:endParaRPr lang="en-US" altLang="zh-CN" sz="2200" b="1" dirty="0">
              <a:latin typeface="Times New Roman" panose="02020603050405020304" pitchFamily="18" charset="0"/>
            </a:endParaRPr>
          </a:p>
          <a:p>
            <a:r>
              <a:rPr lang="en-US" altLang="zh-CN" sz="2200" b="1" dirty="0">
                <a:latin typeface="Times New Roman" panose="02020603050405020304" pitchFamily="18" charset="0"/>
              </a:rPr>
              <a:t>        Field     SFBool     top         TRUE</a:t>
            </a:r>
            <a:endParaRPr lang="en-US" altLang="zh-CN" sz="2200" b="1" dirty="0">
              <a:latin typeface="Times New Roman" panose="02020603050405020304" pitchFamily="18" charset="0"/>
            </a:endParaRPr>
          </a:p>
          <a:p>
            <a:r>
              <a:rPr lang="en-US" altLang="zh-CN" sz="2200" b="1" dirty="0">
                <a:latin typeface="Times New Roman" panose="02020603050405020304" pitchFamily="18" charset="0"/>
              </a:rPr>
              <a:t>        Field     SFFloat     height   2  #(0, +∞)</a:t>
            </a:r>
            <a:endParaRPr lang="en-US" altLang="zh-CN" sz="2200" b="1" dirty="0">
              <a:latin typeface="Times New Roman" panose="02020603050405020304" pitchFamily="18" charset="0"/>
            </a:endParaRPr>
          </a:p>
          <a:p>
            <a:r>
              <a:rPr lang="en-US" altLang="zh-CN" sz="2200" b="1" dirty="0">
                <a:latin typeface="Times New Roman" panose="02020603050405020304" pitchFamily="18" charset="0"/>
              </a:rPr>
              <a:t>        Field     SFFloat     radius   1  #(0, +∞)</a:t>
            </a:r>
            <a:endParaRPr lang="en-US" altLang="zh-CN" sz="2200" b="1" dirty="0">
              <a:latin typeface="Times New Roman" panose="02020603050405020304" pitchFamily="18" charset="0"/>
            </a:endParaRPr>
          </a:p>
          <a:p>
            <a:r>
              <a:rPr lang="en-US" altLang="zh-CN" sz="2200" b="1" dirty="0">
                <a:latin typeface="Times New Roman" panose="02020603050405020304" pitchFamily="18" charset="0"/>
              </a:rPr>
              <a:t>                }                                                   </a:t>
            </a:r>
            <a:r>
              <a:rPr lang="zh-CN" altLang="en-US" sz="2200" b="1" dirty="0">
                <a:latin typeface="宋体" panose="02010600030101010101" pitchFamily="2" charset="-122"/>
              </a:rPr>
              <a:t>示例4-3</a:t>
            </a:r>
            <a:r>
              <a:rPr lang="en-US" altLang="zh-CN" sz="2200" b="1" dirty="0">
                <a:latin typeface="Times New Roman" panose="02020603050405020304" pitchFamily="18" charset="0"/>
              </a:rPr>
              <a:t> </a:t>
            </a:r>
            <a:endParaRPr lang="en-US" altLang="zh-CN" sz="2200" b="1" dirty="0">
              <a:latin typeface="Times New Roman" panose="02020603050405020304" pitchFamily="18" charset="0"/>
            </a:endParaRPr>
          </a:p>
        </p:txBody>
      </p:sp>
      <p:sp>
        <p:nvSpPr>
          <p:cNvPr id="70660" name="Rectangle 3"/>
          <p:cNvSpPr/>
          <p:nvPr/>
        </p:nvSpPr>
        <p:spPr>
          <a:xfrm>
            <a:off x="1403350" y="836613"/>
            <a:ext cx="4611688" cy="457200"/>
          </a:xfrm>
          <a:prstGeom prst="rect">
            <a:avLst/>
          </a:prstGeom>
          <a:noFill/>
          <a:ln w="9525">
            <a:noFill/>
          </a:ln>
        </p:spPr>
        <p:txBody>
          <a:bodyPr wrap="none">
            <a:spAutoFit/>
          </a:bodyPr>
          <a:p>
            <a:r>
              <a:rPr lang="zh-CN" altLang="en-US" b="1" dirty="0">
                <a:latin typeface="Times New Roman" panose="02020603050405020304" pitchFamily="18" charset="0"/>
              </a:rPr>
              <a:t>（4 ）几何圆柱体节点---</a:t>
            </a:r>
            <a:r>
              <a:rPr lang="en-US" altLang="zh-CN" b="1" dirty="0">
                <a:latin typeface="Times New Roman" panose="02020603050405020304" pitchFamily="18" charset="0"/>
              </a:rPr>
              <a:t>Cylinder</a:t>
            </a:r>
            <a:endParaRPr lang="en-US" altLang="zh-CN" b="1" dirty="0">
              <a:latin typeface="Times New Roman" panose="02020603050405020304" pitchFamily="18" charset="0"/>
            </a:endParaRPr>
          </a:p>
        </p:txBody>
      </p:sp>
    </p:spTree>
  </p:cSld>
  <p:clrMapOvr>
    <a:masterClrMapping/>
  </p:clrMapOvr>
  <p:transition>
    <p:random/>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682" name="页脚占位符 3"/>
          <p:cNvSpPr txBox="1">
            <a:spLocks noGrp="1"/>
          </p:cNvSpPr>
          <p:nvPr>
            <p:ph type="ftr" sz="quarter" idx="3"/>
          </p:nvPr>
        </p:nvSpPr>
        <p:spPr>
          <a:xfrm>
            <a:off x="3733800" y="6570663"/>
            <a:ext cx="2590800" cy="280987"/>
          </a:xfrm>
          <a:ln/>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r>
              <a:rPr lang="zh-CN" altLang="en-US" sz="1200" dirty="0">
                <a:solidFill>
                  <a:schemeClr val="folHlink"/>
                </a:solidFill>
              </a:rPr>
              <a:t>《虚拟地理环境及其应用》</a:t>
            </a:r>
            <a:endParaRPr lang="zh-CN" altLang="en-US" sz="1200" dirty="0">
              <a:solidFill>
                <a:schemeClr val="folHlink"/>
              </a:solidFill>
            </a:endParaRPr>
          </a:p>
        </p:txBody>
      </p:sp>
      <p:sp>
        <p:nvSpPr>
          <p:cNvPr id="71683" name="Rectangle 2"/>
          <p:cNvSpPr/>
          <p:nvPr/>
        </p:nvSpPr>
        <p:spPr>
          <a:xfrm>
            <a:off x="539750" y="2252663"/>
            <a:ext cx="8208963" cy="2436812"/>
          </a:xfrm>
          <a:prstGeom prst="rect">
            <a:avLst/>
          </a:prstGeom>
          <a:noFill/>
          <a:ln w="9525">
            <a:noFill/>
          </a:ln>
        </p:spPr>
        <p:txBody>
          <a:bodyPr anchor="ctr" anchorCtr="0">
            <a:spAutoFit/>
          </a:bodyPr>
          <a:p>
            <a:pPr indent="276225"/>
            <a:endParaRPr lang="en-US" altLang="zh-CN" sz="2200" b="1" dirty="0">
              <a:latin typeface="Times New Roman" panose="02020603050405020304" pitchFamily="18" charset="0"/>
            </a:endParaRPr>
          </a:p>
          <a:p>
            <a:pPr indent="276225"/>
            <a:r>
              <a:rPr lang="en-US" altLang="zh-CN" sz="2200" b="1" dirty="0">
                <a:latin typeface="Times New Roman" panose="02020603050405020304" pitchFamily="18" charset="0"/>
              </a:rPr>
              <a:t>    Sphere</a:t>
            </a:r>
            <a:r>
              <a:rPr lang="zh-CN" altLang="en-US" sz="2200" b="1" dirty="0">
                <a:latin typeface="Times New Roman" panose="02020603050405020304" pitchFamily="18" charset="0"/>
              </a:rPr>
              <a:t>用于构建球体，它只有一个字段，就是控制半径的</a:t>
            </a:r>
            <a:r>
              <a:rPr lang="en-US" altLang="zh-CN" sz="2200" b="1" dirty="0">
                <a:latin typeface="Times New Roman" panose="02020603050405020304" pitchFamily="18" charset="0"/>
              </a:rPr>
              <a:t>radius</a:t>
            </a:r>
            <a:r>
              <a:rPr lang="zh-CN" altLang="en-US" sz="2200" b="1" dirty="0">
                <a:latin typeface="Times New Roman" panose="02020603050405020304" pitchFamily="18" charset="0"/>
              </a:rPr>
              <a:t>字段，其默认几何中心位置在原点（0，0，0）。</a:t>
            </a:r>
            <a:endParaRPr lang="zh-CN" altLang="en-US" sz="2200" b="1" dirty="0">
              <a:latin typeface="Times New Roman" panose="02020603050405020304" pitchFamily="18" charset="0"/>
            </a:endParaRPr>
          </a:p>
          <a:p>
            <a:pPr indent="276225"/>
            <a:r>
              <a:rPr lang="en-US" altLang="zh-CN" sz="2200" b="1" dirty="0">
                <a:latin typeface="Times New Roman" panose="02020603050405020304" pitchFamily="18" charset="0"/>
              </a:rPr>
              <a:t>Sphere {</a:t>
            </a:r>
            <a:endParaRPr lang="en-US" altLang="zh-CN" sz="2200" b="1" dirty="0">
              <a:latin typeface="Times New Roman" panose="02020603050405020304" pitchFamily="18" charset="0"/>
            </a:endParaRPr>
          </a:p>
          <a:p>
            <a:pPr indent="276225"/>
            <a:r>
              <a:rPr lang="en-US" altLang="zh-CN" sz="2200" b="1" dirty="0">
                <a:latin typeface="Times New Roman" panose="02020603050405020304" pitchFamily="18" charset="0"/>
              </a:rPr>
              <a:t>     Field         SFFloat       radius       1        #(0, +∞)</a:t>
            </a:r>
            <a:endParaRPr lang="en-US" altLang="zh-CN" sz="2200" b="1" dirty="0">
              <a:latin typeface="Times New Roman" panose="02020603050405020304" pitchFamily="18" charset="0"/>
            </a:endParaRPr>
          </a:p>
          <a:p>
            <a:pPr indent="276225"/>
            <a:r>
              <a:rPr lang="en-US" altLang="zh-CN" sz="2200" b="1" dirty="0">
                <a:latin typeface="Times New Roman" panose="02020603050405020304" pitchFamily="18" charset="0"/>
              </a:rPr>
              <a:t>            }</a:t>
            </a:r>
            <a:endParaRPr lang="en-US" altLang="zh-CN" sz="2200" b="1" dirty="0">
              <a:latin typeface="Times New Roman" panose="02020603050405020304" pitchFamily="18" charset="0"/>
            </a:endParaRPr>
          </a:p>
          <a:p>
            <a:pPr indent="276225"/>
            <a:r>
              <a:rPr lang="zh-CN" altLang="en-US" sz="2200" b="1" dirty="0">
                <a:latin typeface="宋体" panose="02010600030101010101" pitchFamily="2" charset="-122"/>
              </a:rPr>
              <a:t>示例4-4</a:t>
            </a:r>
            <a:endParaRPr lang="zh-CN" altLang="en-US" sz="2200" b="1" dirty="0">
              <a:latin typeface="宋体" panose="02010600030101010101" pitchFamily="2" charset="-122"/>
            </a:endParaRPr>
          </a:p>
        </p:txBody>
      </p:sp>
      <p:sp>
        <p:nvSpPr>
          <p:cNvPr id="71684" name="Rectangle 3"/>
          <p:cNvSpPr/>
          <p:nvPr/>
        </p:nvSpPr>
        <p:spPr>
          <a:xfrm>
            <a:off x="1403350" y="1052513"/>
            <a:ext cx="4070350" cy="457200"/>
          </a:xfrm>
          <a:prstGeom prst="rect">
            <a:avLst/>
          </a:prstGeom>
          <a:noFill/>
          <a:ln w="9525">
            <a:noFill/>
          </a:ln>
        </p:spPr>
        <p:txBody>
          <a:bodyPr wrap="none">
            <a:spAutoFit/>
          </a:bodyPr>
          <a:p>
            <a:r>
              <a:rPr lang="zh-CN" altLang="en-US" b="1" dirty="0">
                <a:latin typeface="Times New Roman" panose="02020603050405020304" pitchFamily="18" charset="0"/>
              </a:rPr>
              <a:t>（5 ）几何球体节点—</a:t>
            </a:r>
            <a:r>
              <a:rPr lang="en-US" altLang="zh-CN" b="1" dirty="0">
                <a:latin typeface="Times New Roman" panose="02020603050405020304" pitchFamily="18" charset="0"/>
              </a:rPr>
              <a:t>Sphere</a:t>
            </a:r>
            <a:endParaRPr lang="en-US" altLang="zh-CN" b="1" dirty="0">
              <a:latin typeface="Times New Roman" panose="02020603050405020304" pitchFamily="18" charset="0"/>
            </a:endParaRPr>
          </a:p>
        </p:txBody>
      </p:sp>
    </p:spTree>
  </p:cSld>
  <p:clrMapOvr>
    <a:masterClrMapping/>
  </p:clrMapOvr>
  <p:transition>
    <p:random/>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2706" name="页脚占位符 3"/>
          <p:cNvSpPr txBox="1">
            <a:spLocks noGrp="1"/>
          </p:cNvSpPr>
          <p:nvPr>
            <p:ph type="ftr" sz="quarter" idx="3"/>
          </p:nvPr>
        </p:nvSpPr>
        <p:spPr>
          <a:xfrm>
            <a:off x="3733800" y="6570663"/>
            <a:ext cx="2590800" cy="280987"/>
          </a:xfrm>
          <a:ln/>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r>
              <a:rPr lang="zh-CN" altLang="en-US" sz="1200" dirty="0">
                <a:solidFill>
                  <a:schemeClr val="folHlink"/>
                </a:solidFill>
              </a:rPr>
              <a:t>《虚拟地理环境及其应用》</a:t>
            </a:r>
            <a:endParaRPr lang="zh-CN" altLang="en-US" sz="1200" dirty="0">
              <a:solidFill>
                <a:schemeClr val="folHlink"/>
              </a:solidFill>
            </a:endParaRPr>
          </a:p>
        </p:txBody>
      </p:sp>
      <p:sp>
        <p:nvSpPr>
          <p:cNvPr id="72707" name="Rectangle 2"/>
          <p:cNvSpPr/>
          <p:nvPr/>
        </p:nvSpPr>
        <p:spPr>
          <a:xfrm>
            <a:off x="539750" y="2071688"/>
            <a:ext cx="8208963" cy="2801937"/>
          </a:xfrm>
          <a:prstGeom prst="rect">
            <a:avLst/>
          </a:prstGeom>
          <a:noFill/>
          <a:ln w="9525">
            <a:noFill/>
          </a:ln>
        </p:spPr>
        <p:txBody>
          <a:bodyPr anchor="ctr" anchorCtr="0">
            <a:spAutoFit/>
          </a:bodyPr>
          <a:p>
            <a:pPr indent="276225"/>
            <a:endParaRPr lang="zh-CN" altLang="en-US" sz="2200" b="1" dirty="0">
              <a:latin typeface="Times New Roman" panose="02020603050405020304" pitchFamily="18" charset="0"/>
            </a:endParaRPr>
          </a:p>
          <a:p>
            <a:pPr indent="276225"/>
            <a:endParaRPr lang="en-US" altLang="zh-CN" sz="2200" b="1" dirty="0">
              <a:latin typeface="Times New Roman" panose="02020603050405020304" pitchFamily="18" charset="0"/>
            </a:endParaRPr>
          </a:p>
          <a:p>
            <a:pPr indent="276225"/>
            <a:r>
              <a:rPr lang="en-US" altLang="zh-CN" sz="2200" b="1" dirty="0">
                <a:latin typeface="Times New Roman" panose="02020603050405020304" pitchFamily="18" charset="0"/>
              </a:rPr>
              <a:t>    ElevationGrid</a:t>
            </a:r>
            <a:r>
              <a:rPr lang="zh-CN" altLang="en-US" sz="2200" b="1" dirty="0">
                <a:latin typeface="Times New Roman" panose="02020603050405020304" pitchFamily="18" charset="0"/>
              </a:rPr>
              <a:t>节点是在</a:t>
            </a:r>
            <a:r>
              <a:rPr lang="en-US" altLang="zh-CN" sz="2200" b="1" dirty="0">
                <a:latin typeface="Times New Roman" panose="02020603050405020304" pitchFamily="18" charset="0"/>
              </a:rPr>
              <a:t>VRML</a:t>
            </a:r>
            <a:r>
              <a:rPr lang="zh-CN" altLang="en-US" sz="2200" b="1" dirty="0">
                <a:latin typeface="Times New Roman" panose="02020603050405020304" pitchFamily="18" charset="0"/>
              </a:rPr>
              <a:t>中可以用来描述地表特征的节点，高山、丘陵和平地的地表不规则变化都可以用</a:t>
            </a:r>
            <a:r>
              <a:rPr lang="en-US" altLang="zh-CN" sz="2200" b="1" dirty="0">
                <a:latin typeface="Times New Roman" panose="02020603050405020304" pitchFamily="18" charset="0"/>
              </a:rPr>
              <a:t>ElevationGrid</a:t>
            </a:r>
            <a:r>
              <a:rPr lang="zh-CN" altLang="en-US" sz="2200" b="1" dirty="0">
                <a:latin typeface="Times New Roman" panose="02020603050405020304" pitchFamily="18" charset="0"/>
              </a:rPr>
              <a:t>节点来构建。</a:t>
            </a:r>
            <a:r>
              <a:rPr lang="en-US" altLang="zh-CN" sz="2200" b="1" dirty="0">
                <a:latin typeface="Times New Roman" panose="02020603050405020304" pitchFamily="18" charset="0"/>
              </a:rPr>
              <a:t>ElevationGrid</a:t>
            </a:r>
            <a:r>
              <a:rPr lang="zh-CN" altLang="en-US" sz="2200" b="1" dirty="0">
                <a:latin typeface="Times New Roman" panose="02020603050405020304" pitchFamily="18" charset="0"/>
              </a:rPr>
              <a:t>节点先将某一个要描述的地表区域分割成很多网格，定义网格的个数，在定义网格的长和宽，最后定义网格的高度，就可以描述出想要表达的地表形状，所以</a:t>
            </a:r>
            <a:r>
              <a:rPr lang="en-US" altLang="zh-CN" sz="2200" b="1" dirty="0">
                <a:latin typeface="Times New Roman" panose="02020603050405020304" pitchFamily="18" charset="0"/>
              </a:rPr>
              <a:t>ElevationGrid</a:t>
            </a:r>
            <a:r>
              <a:rPr lang="zh-CN" altLang="en-US" sz="2200" b="1" dirty="0">
                <a:latin typeface="Times New Roman" panose="02020603050405020304" pitchFamily="18" charset="0"/>
              </a:rPr>
              <a:t>节点很适合应用于立体地形图的构建。</a:t>
            </a:r>
            <a:r>
              <a:rPr lang="zh-CN" altLang="en-US" dirty="0">
                <a:latin typeface="Times New Roman" panose="02020603050405020304" pitchFamily="18" charset="0"/>
              </a:rPr>
              <a:t> </a:t>
            </a:r>
            <a:endParaRPr lang="zh-CN" altLang="en-US" dirty="0">
              <a:latin typeface="Times New Roman" panose="02020603050405020304" pitchFamily="18" charset="0"/>
            </a:endParaRPr>
          </a:p>
        </p:txBody>
      </p:sp>
      <p:sp>
        <p:nvSpPr>
          <p:cNvPr id="72708" name="Rectangle 3"/>
          <p:cNvSpPr/>
          <p:nvPr/>
        </p:nvSpPr>
        <p:spPr>
          <a:xfrm>
            <a:off x="1403350" y="908050"/>
            <a:ext cx="5016500" cy="457200"/>
          </a:xfrm>
          <a:prstGeom prst="rect">
            <a:avLst/>
          </a:prstGeom>
          <a:noFill/>
          <a:ln w="9525">
            <a:noFill/>
          </a:ln>
        </p:spPr>
        <p:txBody>
          <a:bodyPr wrap="none">
            <a:spAutoFit/>
          </a:bodyPr>
          <a:p>
            <a:r>
              <a:rPr lang="zh-CN" altLang="en-US" b="1" dirty="0">
                <a:latin typeface="Times New Roman" panose="02020603050405020304" pitchFamily="18" charset="0"/>
              </a:rPr>
              <a:t>（6）地表网格节点—</a:t>
            </a:r>
            <a:r>
              <a:rPr lang="en-US" altLang="zh-CN" b="1" dirty="0">
                <a:latin typeface="Times New Roman" panose="02020603050405020304" pitchFamily="18" charset="0"/>
              </a:rPr>
              <a:t>ElevationGrid</a:t>
            </a:r>
            <a:r>
              <a:rPr lang="en-US" altLang="zh-CN" dirty="0">
                <a:latin typeface="Times New Roman" panose="02020603050405020304" pitchFamily="18" charset="0"/>
              </a:rPr>
              <a:t> </a:t>
            </a:r>
            <a:endParaRPr lang="en-US" altLang="zh-CN" dirty="0">
              <a:latin typeface="Times New Roman" panose="02020603050405020304" pitchFamily="18" charset="0"/>
            </a:endParaRPr>
          </a:p>
        </p:txBody>
      </p:sp>
    </p:spTree>
  </p:cSld>
  <p:clrMapOvr>
    <a:masterClrMapping/>
  </p:clrMapOvr>
  <p:transition>
    <p:random/>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3730" name="页脚占位符 3"/>
          <p:cNvSpPr txBox="1">
            <a:spLocks noGrp="1"/>
          </p:cNvSpPr>
          <p:nvPr>
            <p:ph type="ftr" sz="quarter" idx="3"/>
          </p:nvPr>
        </p:nvSpPr>
        <p:spPr>
          <a:xfrm>
            <a:off x="3733800" y="6570663"/>
            <a:ext cx="2590800" cy="280987"/>
          </a:xfrm>
          <a:ln/>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r>
              <a:rPr lang="zh-CN" altLang="en-US" sz="1200" dirty="0">
                <a:solidFill>
                  <a:schemeClr val="folHlink"/>
                </a:solidFill>
              </a:rPr>
              <a:t>《虚拟地理环境及其应用》</a:t>
            </a:r>
            <a:endParaRPr lang="zh-CN" altLang="en-US" sz="1200" dirty="0">
              <a:solidFill>
                <a:schemeClr val="folHlink"/>
              </a:solidFill>
            </a:endParaRPr>
          </a:p>
        </p:txBody>
      </p:sp>
      <p:sp>
        <p:nvSpPr>
          <p:cNvPr id="73731" name="Rectangle 2"/>
          <p:cNvSpPr/>
          <p:nvPr/>
        </p:nvSpPr>
        <p:spPr>
          <a:xfrm>
            <a:off x="1187450" y="1951038"/>
            <a:ext cx="5813425" cy="4489450"/>
          </a:xfrm>
          <a:prstGeom prst="rect">
            <a:avLst/>
          </a:prstGeom>
          <a:noFill/>
          <a:ln w="9525">
            <a:noFill/>
          </a:ln>
        </p:spPr>
        <p:txBody>
          <a:bodyPr wrap="none" anchor="ctr" anchorCtr="0">
            <a:spAutoFit/>
          </a:bodyPr>
          <a:p>
            <a:pPr indent="666750"/>
            <a:r>
              <a:rPr lang="en-US" altLang="zh-CN" sz="1600" dirty="0">
                <a:solidFill>
                  <a:schemeClr val="accent2"/>
                </a:solidFill>
                <a:latin typeface="Times New Roman" panose="02020603050405020304" pitchFamily="18" charset="0"/>
              </a:rPr>
              <a:t>ElevationGrid  Node  Syntax</a:t>
            </a:r>
            <a:endParaRPr lang="en-US" altLang="zh-CN" sz="1600" dirty="0">
              <a:solidFill>
                <a:schemeClr val="accent2"/>
              </a:solidFill>
              <a:latin typeface="Times New Roman" panose="02020603050405020304" pitchFamily="18" charset="0"/>
            </a:endParaRPr>
          </a:p>
          <a:p>
            <a:pPr indent="666750"/>
            <a:r>
              <a:rPr lang="en-US" altLang="zh-CN" sz="1600" dirty="0">
                <a:solidFill>
                  <a:schemeClr val="accent2"/>
                </a:solidFill>
                <a:latin typeface="Times New Roman" panose="02020603050405020304" pitchFamily="18" charset="0"/>
              </a:rPr>
              <a:t>ElevationGrid   {</a:t>
            </a:r>
            <a:endParaRPr lang="en-US" altLang="zh-CN" sz="1600" dirty="0">
              <a:solidFill>
                <a:schemeClr val="accent2"/>
              </a:solidFill>
              <a:latin typeface="Times New Roman" panose="02020603050405020304" pitchFamily="18" charset="0"/>
            </a:endParaRPr>
          </a:p>
          <a:p>
            <a:pPr indent="666750"/>
            <a:r>
              <a:rPr lang="en-US" altLang="zh-CN" sz="1600" dirty="0">
                <a:solidFill>
                  <a:schemeClr val="accent2"/>
                </a:solidFill>
                <a:latin typeface="Times New Roman" panose="02020603050405020304" pitchFamily="18" charset="0"/>
              </a:rPr>
              <a:t>      Field          SFInt32     xdimension        0         #[0, +∞]</a:t>
            </a:r>
            <a:endParaRPr lang="en-US" altLang="zh-CN" sz="1600" dirty="0">
              <a:solidFill>
                <a:schemeClr val="accent2"/>
              </a:solidFill>
              <a:latin typeface="Times New Roman" panose="02020603050405020304" pitchFamily="18" charset="0"/>
            </a:endParaRPr>
          </a:p>
          <a:p>
            <a:pPr indent="666750"/>
            <a:r>
              <a:rPr lang="en-US" altLang="zh-CN" sz="1600" dirty="0">
                <a:solidFill>
                  <a:schemeClr val="accent2"/>
                </a:solidFill>
                <a:latin typeface="Times New Roman" panose="02020603050405020304" pitchFamily="18" charset="0"/>
              </a:rPr>
              <a:t>      Field          SFInt32     zdimension        0         #[0, +∞]</a:t>
            </a:r>
            <a:endParaRPr lang="en-US" altLang="zh-CN" sz="1600" dirty="0">
              <a:solidFill>
                <a:schemeClr val="accent2"/>
              </a:solidFill>
              <a:latin typeface="Times New Roman" panose="02020603050405020304" pitchFamily="18" charset="0"/>
            </a:endParaRPr>
          </a:p>
          <a:p>
            <a:pPr indent="666750"/>
            <a:r>
              <a:rPr lang="en-US" altLang="zh-CN" sz="1600" dirty="0">
                <a:solidFill>
                  <a:schemeClr val="accent2"/>
                </a:solidFill>
                <a:latin typeface="Times New Roman" panose="02020603050405020304" pitchFamily="18" charset="0"/>
              </a:rPr>
              <a:t>      Field          SFFloat     xspacing          1.0        #[0, +∞]</a:t>
            </a:r>
            <a:endParaRPr lang="en-US" altLang="zh-CN" sz="1600" dirty="0">
              <a:solidFill>
                <a:schemeClr val="accent2"/>
              </a:solidFill>
              <a:latin typeface="Times New Roman" panose="02020603050405020304" pitchFamily="18" charset="0"/>
            </a:endParaRPr>
          </a:p>
          <a:p>
            <a:pPr indent="666750"/>
            <a:r>
              <a:rPr lang="en-US" altLang="zh-CN" sz="1600" dirty="0">
                <a:solidFill>
                  <a:schemeClr val="accent2"/>
                </a:solidFill>
                <a:latin typeface="Times New Roman" panose="02020603050405020304" pitchFamily="18" charset="0"/>
              </a:rPr>
              <a:t>      Field         SFFloat     zspacing          1.0         #[0, +∞]</a:t>
            </a:r>
            <a:endParaRPr lang="en-US" altLang="zh-CN" sz="1600" dirty="0">
              <a:solidFill>
                <a:schemeClr val="accent2"/>
              </a:solidFill>
              <a:latin typeface="Times New Roman" panose="02020603050405020304" pitchFamily="18" charset="0"/>
            </a:endParaRPr>
          </a:p>
          <a:p>
            <a:pPr indent="666750"/>
            <a:r>
              <a:rPr lang="en-US" altLang="zh-CN" sz="1600" dirty="0">
                <a:solidFill>
                  <a:schemeClr val="accent2"/>
                </a:solidFill>
                <a:latin typeface="Times New Roman" panose="02020603050405020304" pitchFamily="18" charset="0"/>
              </a:rPr>
              <a:t>      Field           MFFloat    height            [ ]          #(-∞,+∞)</a:t>
            </a:r>
            <a:endParaRPr lang="en-US" altLang="zh-CN" sz="1600" dirty="0">
              <a:solidFill>
                <a:schemeClr val="accent2"/>
              </a:solidFill>
              <a:latin typeface="Times New Roman" panose="02020603050405020304" pitchFamily="18" charset="0"/>
            </a:endParaRPr>
          </a:p>
          <a:p>
            <a:pPr indent="666750"/>
            <a:r>
              <a:rPr lang="en-US" altLang="zh-CN" sz="1600" dirty="0">
                <a:solidFill>
                  <a:schemeClr val="accent2"/>
                </a:solidFill>
                <a:latin typeface="Times New Roman" panose="02020603050405020304" pitchFamily="18" charset="0"/>
              </a:rPr>
              <a:t>      Exposedfield     SFNode    color             NULL  </a:t>
            </a:r>
            <a:endParaRPr lang="en-US" altLang="zh-CN" sz="1600" dirty="0">
              <a:solidFill>
                <a:schemeClr val="accent2"/>
              </a:solidFill>
              <a:latin typeface="Times New Roman" panose="02020603050405020304" pitchFamily="18" charset="0"/>
            </a:endParaRPr>
          </a:p>
          <a:p>
            <a:pPr indent="666750"/>
            <a:r>
              <a:rPr lang="en-US" altLang="zh-CN" sz="1600" dirty="0">
                <a:solidFill>
                  <a:schemeClr val="accent2"/>
                </a:solidFill>
                <a:latin typeface="Times New Roman" panose="02020603050405020304" pitchFamily="18" charset="0"/>
              </a:rPr>
              <a:t>      Field            SFBool    colorpervertex     TRUE</a:t>
            </a:r>
            <a:endParaRPr lang="en-US" altLang="zh-CN" sz="1600" dirty="0">
              <a:solidFill>
                <a:schemeClr val="accent2"/>
              </a:solidFill>
              <a:latin typeface="Times New Roman" panose="02020603050405020304" pitchFamily="18" charset="0"/>
            </a:endParaRPr>
          </a:p>
          <a:p>
            <a:pPr indent="666750"/>
            <a:r>
              <a:rPr lang="en-US" altLang="zh-CN" sz="1600" dirty="0">
                <a:solidFill>
                  <a:schemeClr val="accent2"/>
                </a:solidFill>
                <a:latin typeface="Times New Roman" panose="02020603050405020304" pitchFamily="18" charset="0"/>
              </a:rPr>
              <a:t>      Field            SFBool    ccw              TRUE</a:t>
            </a:r>
            <a:endParaRPr lang="en-US" altLang="zh-CN" sz="1600" dirty="0">
              <a:solidFill>
                <a:schemeClr val="accent2"/>
              </a:solidFill>
              <a:latin typeface="Times New Roman" panose="02020603050405020304" pitchFamily="18" charset="0"/>
            </a:endParaRPr>
          </a:p>
          <a:p>
            <a:pPr indent="666750"/>
            <a:r>
              <a:rPr lang="en-US" altLang="zh-CN" sz="1600" dirty="0">
                <a:solidFill>
                  <a:schemeClr val="accent2"/>
                </a:solidFill>
                <a:latin typeface="Times New Roman" panose="02020603050405020304" pitchFamily="18" charset="0"/>
              </a:rPr>
              <a:t>      Field            SFBool    solid              TRUE</a:t>
            </a:r>
            <a:endParaRPr lang="en-US" altLang="zh-CN" sz="1600" dirty="0">
              <a:solidFill>
                <a:schemeClr val="accent2"/>
              </a:solidFill>
              <a:latin typeface="Times New Roman" panose="02020603050405020304" pitchFamily="18" charset="0"/>
            </a:endParaRPr>
          </a:p>
          <a:p>
            <a:pPr indent="666750"/>
            <a:r>
              <a:rPr lang="en-US" altLang="zh-CN" sz="1600" dirty="0">
                <a:solidFill>
                  <a:schemeClr val="accent2"/>
                </a:solidFill>
                <a:latin typeface="Times New Roman" panose="02020603050405020304" pitchFamily="18" charset="0"/>
              </a:rPr>
              <a:t>      Exposedfield      SFNode   normal             NULL</a:t>
            </a:r>
            <a:endParaRPr lang="en-US" altLang="zh-CN" sz="1600" dirty="0">
              <a:solidFill>
                <a:schemeClr val="accent2"/>
              </a:solidFill>
              <a:latin typeface="Times New Roman" panose="02020603050405020304" pitchFamily="18" charset="0"/>
            </a:endParaRPr>
          </a:p>
          <a:p>
            <a:pPr indent="666750"/>
            <a:r>
              <a:rPr lang="en-US" altLang="zh-CN" sz="1600" dirty="0">
                <a:solidFill>
                  <a:schemeClr val="accent2"/>
                </a:solidFill>
                <a:latin typeface="Times New Roman" panose="02020603050405020304" pitchFamily="18" charset="0"/>
              </a:rPr>
              <a:t>      Field            SFBool    normalpervertex      TRUE</a:t>
            </a:r>
            <a:endParaRPr lang="en-US" altLang="zh-CN" sz="1600" dirty="0">
              <a:solidFill>
                <a:schemeClr val="accent2"/>
              </a:solidFill>
              <a:latin typeface="Times New Roman" panose="02020603050405020304" pitchFamily="18" charset="0"/>
            </a:endParaRPr>
          </a:p>
          <a:p>
            <a:pPr indent="666750"/>
            <a:r>
              <a:rPr lang="en-US" altLang="zh-CN" sz="1600" dirty="0">
                <a:solidFill>
                  <a:schemeClr val="accent2"/>
                </a:solidFill>
                <a:latin typeface="Times New Roman" panose="02020603050405020304" pitchFamily="18" charset="0"/>
              </a:rPr>
              <a:t>      Field            SFLoat    creaseangle           0         #[0, +∞]</a:t>
            </a:r>
            <a:endParaRPr lang="en-US" altLang="zh-CN" sz="1600" dirty="0">
              <a:solidFill>
                <a:schemeClr val="accent2"/>
              </a:solidFill>
              <a:latin typeface="Times New Roman" panose="02020603050405020304" pitchFamily="18" charset="0"/>
            </a:endParaRPr>
          </a:p>
          <a:p>
            <a:pPr indent="666750"/>
            <a:r>
              <a:rPr lang="en-US" altLang="zh-CN" sz="1600" dirty="0">
                <a:solidFill>
                  <a:schemeClr val="accent2"/>
                </a:solidFill>
                <a:latin typeface="Times New Roman" panose="02020603050405020304" pitchFamily="18" charset="0"/>
              </a:rPr>
              <a:t>      Exposedfield      SFNode    texcoord            NULL</a:t>
            </a:r>
            <a:endParaRPr lang="en-US" altLang="zh-CN" sz="1600" dirty="0">
              <a:solidFill>
                <a:schemeClr val="accent2"/>
              </a:solidFill>
              <a:latin typeface="Times New Roman" panose="02020603050405020304" pitchFamily="18" charset="0"/>
            </a:endParaRPr>
          </a:p>
          <a:p>
            <a:pPr indent="666750"/>
            <a:r>
              <a:rPr lang="en-US" altLang="zh-CN" sz="1600" dirty="0">
                <a:solidFill>
                  <a:schemeClr val="accent2"/>
                </a:solidFill>
                <a:latin typeface="Times New Roman" panose="02020603050405020304" pitchFamily="18" charset="0"/>
              </a:rPr>
              <a:t>      Eventin          MFFloat    set_height</a:t>
            </a:r>
            <a:r>
              <a:rPr lang="en-US" altLang="zh-CN" dirty="0">
                <a:latin typeface="Times New Roman" panose="02020603050405020304" pitchFamily="18" charset="0"/>
              </a:rPr>
              <a:t> </a:t>
            </a:r>
            <a:endParaRPr lang="en-US" altLang="zh-CN" dirty="0">
              <a:latin typeface="Times New Roman" panose="02020603050405020304" pitchFamily="18" charset="0"/>
            </a:endParaRPr>
          </a:p>
          <a:p>
            <a:pPr indent="666750"/>
            <a:r>
              <a:rPr lang="en-US" altLang="zh-CN" dirty="0">
                <a:latin typeface="Times New Roman" panose="02020603050405020304" pitchFamily="18" charset="0"/>
              </a:rPr>
              <a:t>                  }        </a:t>
            </a:r>
            <a:endParaRPr lang="en-US" altLang="zh-CN" dirty="0">
              <a:latin typeface="Times New Roman" panose="02020603050405020304" pitchFamily="18" charset="0"/>
            </a:endParaRPr>
          </a:p>
        </p:txBody>
      </p:sp>
      <p:sp>
        <p:nvSpPr>
          <p:cNvPr id="73732" name="Rectangle 3"/>
          <p:cNvSpPr/>
          <p:nvPr/>
        </p:nvSpPr>
        <p:spPr>
          <a:xfrm>
            <a:off x="1403350" y="981075"/>
            <a:ext cx="4178300" cy="457200"/>
          </a:xfrm>
          <a:prstGeom prst="rect">
            <a:avLst/>
          </a:prstGeom>
          <a:noFill/>
          <a:ln w="9525">
            <a:noFill/>
          </a:ln>
        </p:spPr>
        <p:txBody>
          <a:bodyPr wrap="none">
            <a:spAutoFit/>
          </a:bodyPr>
          <a:p>
            <a:pPr eaLnBrk="1" hangingPunct="1"/>
            <a:r>
              <a:rPr lang="zh-CN" altLang="en-US" b="1" dirty="0">
                <a:latin typeface="Times New Roman" panose="02020603050405020304" pitchFamily="18" charset="0"/>
              </a:rPr>
              <a:t>地表网格节点—</a:t>
            </a:r>
            <a:r>
              <a:rPr lang="en-US" altLang="zh-CN" b="1" dirty="0">
                <a:latin typeface="Times New Roman" panose="02020603050405020304" pitchFamily="18" charset="0"/>
              </a:rPr>
              <a:t>ElevationGrid</a:t>
            </a:r>
            <a:endParaRPr lang="zh-CN" altLang="en-US" b="1" dirty="0">
              <a:latin typeface="Times New Roman" panose="02020603050405020304" pitchFamily="18" charset="0"/>
            </a:endParaRPr>
          </a:p>
        </p:txBody>
      </p:sp>
    </p:spTree>
  </p:cSld>
  <p:clrMapOvr>
    <a:masterClrMapping/>
  </p:clrMapOvr>
  <p:transition>
    <p:random/>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4754" name="页脚占位符 3"/>
          <p:cNvSpPr txBox="1">
            <a:spLocks noGrp="1"/>
          </p:cNvSpPr>
          <p:nvPr>
            <p:ph type="ftr" sz="quarter" idx="3"/>
          </p:nvPr>
        </p:nvSpPr>
        <p:spPr>
          <a:xfrm>
            <a:off x="3733800" y="6570663"/>
            <a:ext cx="2590800" cy="280987"/>
          </a:xfrm>
          <a:ln/>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r>
              <a:rPr lang="zh-CN" altLang="en-US" sz="1200" dirty="0">
                <a:solidFill>
                  <a:schemeClr val="folHlink"/>
                </a:solidFill>
              </a:rPr>
              <a:t>《虚拟地理环境及其应用》</a:t>
            </a:r>
            <a:endParaRPr lang="zh-CN" altLang="en-US" sz="1200" dirty="0">
              <a:solidFill>
                <a:schemeClr val="folHlink"/>
              </a:solidFill>
            </a:endParaRPr>
          </a:p>
        </p:txBody>
      </p:sp>
      <p:sp>
        <p:nvSpPr>
          <p:cNvPr id="74755" name="Rectangle 2"/>
          <p:cNvSpPr/>
          <p:nvPr/>
        </p:nvSpPr>
        <p:spPr>
          <a:xfrm>
            <a:off x="539750" y="2276475"/>
            <a:ext cx="7991475" cy="3662363"/>
          </a:xfrm>
          <a:prstGeom prst="rect">
            <a:avLst/>
          </a:prstGeom>
          <a:noFill/>
          <a:ln w="9525">
            <a:noFill/>
          </a:ln>
        </p:spPr>
        <p:txBody>
          <a:bodyPr anchor="ctr" anchorCtr="0">
            <a:spAutoFit/>
          </a:bodyPr>
          <a:p>
            <a:pPr indent="266700"/>
            <a:r>
              <a:rPr lang="zh-CN" altLang="en-US" sz="1800" b="1" dirty="0">
                <a:latin typeface="Times New Roman" panose="02020603050405020304" pitchFamily="18" charset="0"/>
              </a:rPr>
              <a:t>字段说明：</a:t>
            </a:r>
            <a:endParaRPr lang="zh-CN" altLang="en-US" sz="1800" b="1" dirty="0">
              <a:latin typeface="Times New Roman" panose="02020603050405020304" pitchFamily="18" charset="0"/>
            </a:endParaRPr>
          </a:p>
          <a:p>
            <a:pPr indent="266700"/>
            <a:r>
              <a:rPr lang="en-US" altLang="zh-CN" sz="1800" b="1" dirty="0">
                <a:latin typeface="Times New Roman" panose="02020603050405020304" pitchFamily="18" charset="0"/>
              </a:rPr>
              <a:t>xdimension   </a:t>
            </a:r>
            <a:r>
              <a:rPr lang="zh-CN" altLang="en-US" sz="1800" b="1" dirty="0">
                <a:latin typeface="Times New Roman" panose="02020603050405020304" pitchFamily="18" charset="0"/>
              </a:rPr>
              <a:t>用于定义在</a:t>
            </a:r>
            <a:r>
              <a:rPr lang="en-US" altLang="zh-CN" sz="1800" b="1" dirty="0">
                <a:latin typeface="Times New Roman" panose="02020603050405020304" pitchFamily="18" charset="0"/>
              </a:rPr>
              <a:t>X</a:t>
            </a:r>
            <a:r>
              <a:rPr lang="zh-CN" altLang="en-US" sz="1800" b="1" dirty="0">
                <a:latin typeface="Times New Roman" panose="02020603050405020304" pitchFamily="18" charset="0"/>
              </a:rPr>
              <a:t>轴方向的顶点个数</a:t>
            </a:r>
            <a:endParaRPr lang="zh-CN" altLang="en-US" sz="1800" b="1" dirty="0">
              <a:latin typeface="Times New Roman" panose="02020603050405020304" pitchFamily="18" charset="0"/>
            </a:endParaRPr>
          </a:p>
          <a:p>
            <a:pPr indent="266700"/>
            <a:r>
              <a:rPr lang="en-US" altLang="zh-CN" sz="1800" b="1" dirty="0">
                <a:latin typeface="Times New Roman" panose="02020603050405020304" pitchFamily="18" charset="0"/>
              </a:rPr>
              <a:t>xspacing     </a:t>
            </a:r>
            <a:r>
              <a:rPr lang="zh-CN" altLang="en-US" sz="1800" b="1" dirty="0">
                <a:latin typeface="Times New Roman" panose="02020603050405020304" pitchFamily="18" charset="0"/>
              </a:rPr>
              <a:t>用于定义在</a:t>
            </a:r>
            <a:r>
              <a:rPr lang="en-US" altLang="zh-CN" sz="1800" b="1" dirty="0">
                <a:latin typeface="Times New Roman" panose="02020603050405020304" pitchFamily="18" charset="0"/>
              </a:rPr>
              <a:t>X</a:t>
            </a:r>
            <a:r>
              <a:rPr lang="zh-CN" altLang="en-US" sz="1800" b="1" dirty="0">
                <a:latin typeface="Times New Roman" panose="02020603050405020304" pitchFamily="18" charset="0"/>
              </a:rPr>
              <a:t>轴方向每个顶点间的距离</a:t>
            </a:r>
            <a:endParaRPr lang="zh-CN" altLang="en-US" sz="1800" b="1" dirty="0">
              <a:latin typeface="Times New Roman" panose="02020603050405020304" pitchFamily="18" charset="0"/>
            </a:endParaRPr>
          </a:p>
          <a:p>
            <a:pPr indent="266700"/>
            <a:r>
              <a:rPr lang="en-US" altLang="zh-CN" sz="1800" b="1" dirty="0">
                <a:latin typeface="Times New Roman" panose="02020603050405020304" pitchFamily="18" charset="0"/>
              </a:rPr>
              <a:t>zdimension   </a:t>
            </a:r>
            <a:r>
              <a:rPr lang="zh-CN" altLang="en-US" sz="1800" b="1" dirty="0">
                <a:latin typeface="Times New Roman" panose="02020603050405020304" pitchFamily="18" charset="0"/>
              </a:rPr>
              <a:t>用于定义在</a:t>
            </a:r>
            <a:r>
              <a:rPr lang="en-US" altLang="zh-CN" sz="1800" b="1" dirty="0">
                <a:latin typeface="Times New Roman" panose="02020603050405020304" pitchFamily="18" charset="0"/>
              </a:rPr>
              <a:t>Z</a:t>
            </a:r>
            <a:r>
              <a:rPr lang="zh-CN" altLang="en-US" sz="1800" b="1" dirty="0">
                <a:latin typeface="Times New Roman" panose="02020603050405020304" pitchFamily="18" charset="0"/>
              </a:rPr>
              <a:t>轴方向的顶点个数</a:t>
            </a:r>
            <a:endParaRPr lang="zh-CN" altLang="en-US" sz="1800" b="1" dirty="0">
              <a:latin typeface="Times New Roman" panose="02020603050405020304" pitchFamily="18" charset="0"/>
            </a:endParaRPr>
          </a:p>
          <a:p>
            <a:pPr indent="266700"/>
            <a:r>
              <a:rPr lang="en-US" altLang="zh-CN" sz="1800" b="1" dirty="0">
                <a:latin typeface="Times New Roman" panose="02020603050405020304" pitchFamily="18" charset="0"/>
              </a:rPr>
              <a:t>zspacing     </a:t>
            </a:r>
            <a:r>
              <a:rPr lang="zh-CN" altLang="en-US" sz="1800" b="1" dirty="0">
                <a:latin typeface="Times New Roman" panose="02020603050405020304" pitchFamily="18" charset="0"/>
              </a:rPr>
              <a:t>用于定义在</a:t>
            </a:r>
            <a:r>
              <a:rPr lang="en-US" altLang="zh-CN" sz="1800" b="1" dirty="0">
                <a:latin typeface="Times New Roman" panose="02020603050405020304" pitchFamily="18" charset="0"/>
              </a:rPr>
              <a:t>Z</a:t>
            </a:r>
            <a:r>
              <a:rPr lang="zh-CN" altLang="en-US" sz="1800" b="1" dirty="0">
                <a:latin typeface="Times New Roman" panose="02020603050405020304" pitchFamily="18" charset="0"/>
              </a:rPr>
              <a:t>轴方向每个顶点间的距离</a:t>
            </a:r>
            <a:endParaRPr lang="zh-CN" altLang="en-US" sz="1800" b="1" dirty="0">
              <a:latin typeface="Times New Roman" panose="02020603050405020304" pitchFamily="18" charset="0"/>
            </a:endParaRPr>
          </a:p>
          <a:p>
            <a:pPr indent="266700"/>
            <a:r>
              <a:rPr lang="en-US" altLang="zh-CN" sz="1800" b="1" dirty="0">
                <a:latin typeface="Times New Roman" panose="02020603050405020304" pitchFamily="18" charset="0"/>
              </a:rPr>
              <a:t>height       </a:t>
            </a:r>
            <a:r>
              <a:rPr lang="zh-CN" altLang="en-US" sz="1800" b="1" dirty="0">
                <a:latin typeface="Times New Roman" panose="02020603050405020304" pitchFamily="18" charset="0"/>
              </a:rPr>
              <a:t>用于定义一连串的高度值，每个高度值都定义到所对应的网格顶     点上，依照行（</a:t>
            </a:r>
            <a:r>
              <a:rPr lang="en-US" altLang="zh-CN" sz="1800" b="1" dirty="0">
                <a:latin typeface="Times New Roman" panose="02020603050405020304" pitchFamily="18" charset="0"/>
              </a:rPr>
              <a:t>row）</a:t>
            </a:r>
            <a:r>
              <a:rPr lang="zh-CN" altLang="en-US" sz="1800" b="1" dirty="0">
                <a:latin typeface="Times New Roman" panose="02020603050405020304" pitchFamily="18" charset="0"/>
              </a:rPr>
              <a:t>顺序。</a:t>
            </a:r>
            <a:endParaRPr lang="zh-CN" altLang="en-US" sz="1800" b="1" dirty="0">
              <a:latin typeface="Times New Roman" panose="02020603050405020304" pitchFamily="18" charset="0"/>
            </a:endParaRPr>
          </a:p>
          <a:p>
            <a:pPr indent="266700"/>
            <a:r>
              <a:rPr lang="zh-CN" altLang="en-US" sz="1800" b="1" dirty="0">
                <a:latin typeface="Times New Roman" panose="02020603050405020304" pitchFamily="18" charset="0"/>
              </a:rPr>
              <a:t>通过以上5个字段值便定义了（</a:t>
            </a:r>
            <a:r>
              <a:rPr lang="en-US" altLang="zh-CN" sz="1800" b="1" dirty="0">
                <a:latin typeface="Times New Roman" panose="02020603050405020304" pitchFamily="18" charset="0"/>
              </a:rPr>
              <a:t>xDimension-1）*(zDimension-1)</a:t>
            </a:r>
            <a:r>
              <a:rPr lang="zh-CN" altLang="en-US" sz="1800" b="1" dirty="0">
                <a:latin typeface="Times New Roman" panose="02020603050405020304" pitchFamily="18" charset="0"/>
              </a:rPr>
              <a:t>个网格，</a:t>
            </a:r>
            <a:r>
              <a:rPr lang="en-US" altLang="zh-CN" sz="1800" b="1" dirty="0">
                <a:latin typeface="Times New Roman" panose="02020603050405020304" pitchFamily="18" charset="0"/>
              </a:rPr>
              <a:t>xDimension*zDimension</a:t>
            </a:r>
            <a:r>
              <a:rPr lang="zh-CN" altLang="en-US" sz="1800" b="1" dirty="0">
                <a:latin typeface="Times New Roman" panose="02020603050405020304" pitchFamily="18" charset="0"/>
              </a:rPr>
              <a:t>个顶点，相应于网格点（</a:t>
            </a:r>
            <a:r>
              <a:rPr lang="en-US" altLang="zh-CN" sz="1800" b="1" dirty="0">
                <a:latin typeface="Times New Roman" panose="02020603050405020304" pitchFamily="18" charset="0"/>
              </a:rPr>
              <a:t>I,J）</a:t>
            </a:r>
            <a:r>
              <a:rPr lang="zh-CN" altLang="en-US" sz="1800" b="1" dirty="0">
                <a:latin typeface="Times New Roman" panose="02020603050405020304" pitchFamily="18" charset="0"/>
              </a:rPr>
              <a:t>顶点坐标为（</a:t>
            </a:r>
            <a:r>
              <a:rPr lang="en-US" altLang="zh-CN" sz="1800" b="1" dirty="0">
                <a:latin typeface="Times New Roman" panose="02020603050405020304" pitchFamily="18" charset="0"/>
              </a:rPr>
              <a:t>xspacing*I,  height[I+J*xdimension],  zspacing*J]</a:t>
            </a:r>
            <a:endParaRPr lang="en-US" altLang="zh-CN" sz="1800" b="1" dirty="0">
              <a:latin typeface="Times New Roman" panose="02020603050405020304" pitchFamily="18" charset="0"/>
            </a:endParaRPr>
          </a:p>
          <a:p>
            <a:pPr indent="266700"/>
            <a:r>
              <a:rPr lang="en-US" altLang="zh-CN" sz="1800" b="1" dirty="0">
                <a:latin typeface="Times New Roman" panose="02020603050405020304" pitchFamily="18" charset="0"/>
              </a:rPr>
              <a:t>color        </a:t>
            </a:r>
            <a:r>
              <a:rPr lang="zh-CN" altLang="en-US" sz="1800" b="1" dirty="0">
                <a:latin typeface="Times New Roman" panose="02020603050405020304" pitchFamily="18" charset="0"/>
              </a:rPr>
              <a:t>该字段可以包含一个</a:t>
            </a:r>
            <a:r>
              <a:rPr lang="en-US" altLang="zh-CN" sz="1800" b="1" dirty="0">
                <a:latin typeface="Times New Roman" panose="02020603050405020304" pitchFamily="18" charset="0"/>
              </a:rPr>
              <a:t>color</a:t>
            </a:r>
            <a:r>
              <a:rPr lang="zh-CN" altLang="en-US" sz="1800" b="1" dirty="0">
                <a:latin typeface="Times New Roman" panose="02020603050405020304" pitchFamily="18" charset="0"/>
              </a:rPr>
              <a:t>节点，以提供每个节点或四边形的颜色</a:t>
            </a:r>
            <a:endParaRPr lang="zh-CN" altLang="en-US" sz="1800" b="1" dirty="0">
              <a:latin typeface="Times New Roman" panose="02020603050405020304" pitchFamily="18" charset="0"/>
            </a:endParaRPr>
          </a:p>
          <a:p>
            <a:pPr indent="266700"/>
            <a:r>
              <a:rPr lang="en-US" altLang="zh-CN" sz="1800" b="1" dirty="0">
                <a:latin typeface="Times New Roman" panose="02020603050405020304" pitchFamily="18" charset="0"/>
              </a:rPr>
              <a:t>colorpervertex  </a:t>
            </a:r>
            <a:r>
              <a:rPr lang="zh-CN" altLang="en-US" sz="1800" b="1" dirty="0">
                <a:latin typeface="Times New Roman" panose="02020603050405020304" pitchFamily="18" charset="0"/>
              </a:rPr>
              <a:t>该字段是布尔值，</a:t>
            </a:r>
            <a:r>
              <a:rPr lang="en-US" altLang="zh-CN" sz="1800" b="1" dirty="0">
                <a:latin typeface="Times New Roman" panose="02020603050405020304" pitchFamily="18" charset="0"/>
              </a:rPr>
              <a:t>TRUE</a:t>
            </a:r>
            <a:r>
              <a:rPr lang="zh-CN" altLang="en-US" sz="1800" b="1" dirty="0">
                <a:latin typeface="Times New Roman" panose="02020603050405020304" pitchFamily="18" charset="0"/>
              </a:rPr>
              <a:t>表示提供每个顶点一个颜色，此为默认值；</a:t>
            </a:r>
            <a:r>
              <a:rPr lang="en-US" altLang="zh-CN" sz="1800" b="1" dirty="0">
                <a:latin typeface="Times New Roman" panose="02020603050405020304" pitchFamily="18" charset="0"/>
              </a:rPr>
              <a:t>FALSE</a:t>
            </a:r>
            <a:r>
              <a:rPr lang="zh-CN" altLang="en-US" sz="1800" b="1" dirty="0">
                <a:latin typeface="Times New Roman" panose="02020603050405020304" pitchFamily="18" charset="0"/>
              </a:rPr>
              <a:t>表示提供每个四边形一个颜色</a:t>
            </a:r>
            <a:endParaRPr lang="zh-CN" altLang="en-US" sz="1800" b="1" dirty="0">
              <a:latin typeface="Times New Roman" panose="02020603050405020304" pitchFamily="18" charset="0"/>
            </a:endParaRPr>
          </a:p>
        </p:txBody>
      </p:sp>
      <p:sp>
        <p:nvSpPr>
          <p:cNvPr id="74756" name="Rectangle 3"/>
          <p:cNvSpPr/>
          <p:nvPr/>
        </p:nvSpPr>
        <p:spPr>
          <a:xfrm>
            <a:off x="1403350" y="836613"/>
            <a:ext cx="4178300" cy="457200"/>
          </a:xfrm>
          <a:prstGeom prst="rect">
            <a:avLst/>
          </a:prstGeom>
          <a:noFill/>
          <a:ln w="9525">
            <a:noFill/>
          </a:ln>
        </p:spPr>
        <p:txBody>
          <a:bodyPr wrap="none">
            <a:spAutoFit/>
          </a:bodyPr>
          <a:p>
            <a:pPr eaLnBrk="1" hangingPunct="1"/>
            <a:r>
              <a:rPr lang="zh-CN" altLang="en-US" b="1" dirty="0">
                <a:latin typeface="Times New Roman" panose="02020603050405020304" pitchFamily="18" charset="0"/>
              </a:rPr>
              <a:t>地表网格节点—</a:t>
            </a:r>
            <a:r>
              <a:rPr lang="en-US" altLang="zh-CN" b="1" dirty="0">
                <a:latin typeface="Times New Roman" panose="02020603050405020304" pitchFamily="18" charset="0"/>
              </a:rPr>
              <a:t>ElevationGrid</a:t>
            </a:r>
            <a:endParaRPr lang="zh-CN" altLang="en-US" b="1" dirty="0">
              <a:latin typeface="Times New Roman" panose="02020603050405020304" pitchFamily="18" charset="0"/>
            </a:endParaRPr>
          </a:p>
        </p:txBody>
      </p:sp>
    </p:spTree>
  </p:cSld>
  <p:clrMapOvr>
    <a:masterClrMapping/>
  </p:clrMapOvr>
  <p:transition>
    <p:random/>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5778" name="页脚占位符 3"/>
          <p:cNvSpPr txBox="1">
            <a:spLocks noGrp="1"/>
          </p:cNvSpPr>
          <p:nvPr>
            <p:ph type="ftr" sz="quarter" idx="3"/>
          </p:nvPr>
        </p:nvSpPr>
        <p:spPr>
          <a:xfrm>
            <a:off x="3733800" y="6570663"/>
            <a:ext cx="2590800" cy="280987"/>
          </a:xfrm>
          <a:ln/>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r>
              <a:rPr lang="zh-CN" altLang="en-US" sz="1200" dirty="0">
                <a:solidFill>
                  <a:schemeClr val="folHlink"/>
                </a:solidFill>
              </a:rPr>
              <a:t>《虚拟地理环境及其应用》</a:t>
            </a:r>
            <a:endParaRPr lang="zh-CN" altLang="en-US" sz="1200" dirty="0">
              <a:solidFill>
                <a:schemeClr val="folHlink"/>
              </a:solidFill>
            </a:endParaRPr>
          </a:p>
        </p:txBody>
      </p:sp>
      <p:sp>
        <p:nvSpPr>
          <p:cNvPr id="75779" name="Rectangle 2"/>
          <p:cNvSpPr/>
          <p:nvPr/>
        </p:nvSpPr>
        <p:spPr>
          <a:xfrm>
            <a:off x="755650" y="2314575"/>
            <a:ext cx="8220075" cy="1739900"/>
          </a:xfrm>
          <a:prstGeom prst="rect">
            <a:avLst/>
          </a:prstGeom>
          <a:noFill/>
          <a:ln w="9525">
            <a:noFill/>
          </a:ln>
        </p:spPr>
        <p:txBody>
          <a:bodyPr anchor="ctr" anchorCtr="0">
            <a:spAutoFit/>
          </a:bodyPr>
          <a:p>
            <a:pPr indent="266700"/>
            <a:r>
              <a:rPr lang="en-US" altLang="zh-CN" sz="1800" b="1" dirty="0">
                <a:latin typeface="Times New Roman" panose="02020603050405020304" pitchFamily="18" charset="0"/>
              </a:rPr>
              <a:t>ccw  </a:t>
            </a:r>
            <a:r>
              <a:rPr lang="zh-CN" altLang="en-US" sz="1800" b="1" dirty="0">
                <a:latin typeface="Times New Roman" panose="02020603050405020304" pitchFamily="18" charset="0"/>
              </a:rPr>
              <a:t>是 </a:t>
            </a:r>
            <a:r>
              <a:rPr lang="en-US" altLang="zh-CN" sz="1800" b="1" dirty="0">
                <a:latin typeface="Times New Roman" panose="02020603050405020304" pitchFamily="18" charset="0"/>
              </a:rPr>
              <a:t>counterclockwise(</a:t>
            </a:r>
            <a:r>
              <a:rPr lang="zh-CN" altLang="en-US" sz="1800" b="1" dirty="0">
                <a:latin typeface="Times New Roman" panose="02020603050405020304" pitchFamily="18" charset="0"/>
              </a:rPr>
              <a:t>逆时针)的缩写，如果字段值为</a:t>
            </a:r>
            <a:r>
              <a:rPr lang="en-US" altLang="zh-CN" sz="1800" b="1" dirty="0">
                <a:latin typeface="Times New Roman" panose="02020603050405020304" pitchFamily="18" charset="0"/>
              </a:rPr>
              <a:t>TRUE，</a:t>
            </a:r>
            <a:r>
              <a:rPr lang="zh-CN" altLang="en-US" sz="1800" b="1" dirty="0">
                <a:latin typeface="Times New Roman" panose="02020603050405020304" pitchFamily="18" charset="0"/>
              </a:rPr>
              <a:t>就是逆时针建立边界，也就是表面朝向+</a:t>
            </a:r>
            <a:r>
              <a:rPr lang="en-US" altLang="zh-CN" sz="1800" b="1" dirty="0">
                <a:latin typeface="Times New Roman" panose="02020603050405020304" pitchFamily="18" charset="0"/>
              </a:rPr>
              <a:t>Y</a:t>
            </a:r>
            <a:r>
              <a:rPr lang="zh-CN" altLang="en-US" sz="1800" b="1" dirty="0">
                <a:latin typeface="Times New Roman" panose="02020603050405020304" pitchFamily="18" charset="0"/>
              </a:rPr>
              <a:t>轴，此为默认值。如果字段值为</a:t>
            </a:r>
            <a:r>
              <a:rPr lang="en-US" altLang="zh-CN" sz="1800" b="1" dirty="0">
                <a:latin typeface="Times New Roman" panose="02020603050405020304" pitchFamily="18" charset="0"/>
              </a:rPr>
              <a:t>FALSE，</a:t>
            </a:r>
            <a:r>
              <a:rPr lang="zh-CN" altLang="en-US" sz="1800" b="1" dirty="0">
                <a:latin typeface="Times New Roman" panose="02020603050405020304" pitchFamily="18" charset="0"/>
              </a:rPr>
              <a:t>就是顺时针建立边界，即表面朝向-</a:t>
            </a:r>
            <a:r>
              <a:rPr lang="en-US" altLang="zh-CN" sz="1800" b="1" dirty="0">
                <a:latin typeface="Times New Roman" panose="02020603050405020304" pitchFamily="18" charset="0"/>
              </a:rPr>
              <a:t>Y</a:t>
            </a:r>
            <a:r>
              <a:rPr lang="zh-CN" altLang="en-US" sz="1800" b="1" dirty="0">
                <a:latin typeface="Times New Roman" panose="02020603050405020304" pitchFamily="18" charset="0"/>
              </a:rPr>
              <a:t>轴。</a:t>
            </a:r>
            <a:endParaRPr lang="zh-CN" altLang="en-US" sz="1800" b="1" dirty="0">
              <a:latin typeface="Times New Roman" panose="02020603050405020304" pitchFamily="18" charset="0"/>
            </a:endParaRPr>
          </a:p>
          <a:p>
            <a:pPr indent="266700"/>
            <a:endParaRPr lang="zh-CN" altLang="en-US" sz="1800" b="1" dirty="0">
              <a:latin typeface="Times New Roman" panose="02020603050405020304" pitchFamily="18" charset="0"/>
            </a:endParaRPr>
          </a:p>
          <a:p>
            <a:pPr indent="266700"/>
            <a:r>
              <a:rPr lang="en-US" altLang="zh-CN" sz="1800" b="1" dirty="0">
                <a:latin typeface="Times New Roman" panose="02020603050405020304" pitchFamily="18" charset="0"/>
              </a:rPr>
              <a:t>Solid  </a:t>
            </a:r>
            <a:r>
              <a:rPr lang="zh-CN" altLang="en-US" sz="1800" b="1" dirty="0">
                <a:latin typeface="Times New Roman" panose="02020603050405020304" pitchFamily="18" charset="0"/>
              </a:rPr>
              <a:t>字段值为</a:t>
            </a:r>
            <a:r>
              <a:rPr lang="en-US" altLang="zh-CN" sz="1800" b="1" dirty="0">
                <a:latin typeface="Times New Roman" panose="02020603050405020304" pitchFamily="18" charset="0"/>
              </a:rPr>
              <a:t>TRUE</a:t>
            </a:r>
            <a:r>
              <a:rPr lang="zh-CN" altLang="en-US" sz="1800" b="1" dirty="0">
                <a:latin typeface="Times New Roman" panose="02020603050405020304" pitchFamily="18" charset="0"/>
              </a:rPr>
              <a:t>时表示只创建正面，不创建反面，这是默认值。</a:t>
            </a:r>
            <a:r>
              <a:rPr lang="en-US" altLang="zh-CN" sz="1800" b="1" dirty="0">
                <a:latin typeface="Times New Roman" panose="02020603050405020304" pitchFamily="18" charset="0"/>
              </a:rPr>
              <a:t>FALSE</a:t>
            </a:r>
            <a:r>
              <a:rPr lang="zh-CN" altLang="en-US" sz="1800" b="1" dirty="0">
                <a:latin typeface="Times New Roman" panose="02020603050405020304" pitchFamily="18" charset="0"/>
              </a:rPr>
              <a:t>表示正反两面都创建。</a:t>
            </a:r>
            <a:endParaRPr lang="zh-CN" altLang="en-US" sz="1800" b="1" dirty="0">
              <a:latin typeface="Times New Roman" panose="02020603050405020304" pitchFamily="18" charset="0"/>
            </a:endParaRPr>
          </a:p>
        </p:txBody>
      </p:sp>
      <p:sp>
        <p:nvSpPr>
          <p:cNvPr id="75780" name="Rectangle 3"/>
          <p:cNvSpPr/>
          <p:nvPr/>
        </p:nvSpPr>
        <p:spPr>
          <a:xfrm>
            <a:off x="-833437" y="2727325"/>
            <a:ext cx="1803400" cy="0"/>
          </a:xfrm>
          <a:prstGeom prst="rect">
            <a:avLst/>
          </a:prstGeom>
          <a:noFill/>
          <a:ln w="9525">
            <a:noFill/>
          </a:ln>
        </p:spPr>
        <p:txBody>
          <a:bodyPr wrap="none">
            <a:spAutoFit/>
          </a:bodyPr>
          <a:p>
            <a:pPr eaLnBrk="1" hangingPunct="1"/>
            <a:endParaRPr lang="zh-CN" altLang="en-US" dirty="0">
              <a:latin typeface="Times New Roman" panose="02020603050405020304" pitchFamily="18" charset="0"/>
            </a:endParaRPr>
          </a:p>
        </p:txBody>
      </p:sp>
      <p:sp>
        <p:nvSpPr>
          <p:cNvPr id="75781" name="Rectangle 4"/>
          <p:cNvSpPr/>
          <p:nvPr/>
        </p:nvSpPr>
        <p:spPr>
          <a:xfrm>
            <a:off x="1476375" y="2565400"/>
            <a:ext cx="2039938" cy="554038"/>
          </a:xfrm>
          <a:prstGeom prst="rect">
            <a:avLst/>
          </a:prstGeom>
          <a:noFill/>
          <a:ln w="9525">
            <a:noFill/>
          </a:ln>
        </p:spPr>
        <p:txBody>
          <a:bodyPr/>
          <a:p>
            <a:endParaRPr lang="zh-CN" altLang="en-US" sz="1800" dirty="0">
              <a:solidFill>
                <a:schemeClr val="accent2"/>
              </a:solidFill>
              <a:latin typeface="Times New Roman" panose="02020603050405020304" pitchFamily="18" charset="0"/>
            </a:endParaRPr>
          </a:p>
        </p:txBody>
      </p:sp>
      <p:grpSp>
        <p:nvGrpSpPr>
          <p:cNvPr id="75782" name="Group 5"/>
          <p:cNvGrpSpPr/>
          <p:nvPr/>
        </p:nvGrpSpPr>
        <p:grpSpPr>
          <a:xfrm>
            <a:off x="1619250" y="4724400"/>
            <a:ext cx="6119813" cy="1655763"/>
            <a:chOff x="930" y="2342"/>
            <a:chExt cx="3855" cy="1043"/>
          </a:xfrm>
        </p:grpSpPr>
        <p:grpSp>
          <p:nvGrpSpPr>
            <p:cNvPr id="75784" name="Group 6"/>
            <p:cNvGrpSpPr/>
            <p:nvPr/>
          </p:nvGrpSpPr>
          <p:grpSpPr>
            <a:xfrm>
              <a:off x="975" y="2342"/>
              <a:ext cx="1225" cy="318"/>
              <a:chOff x="1247" y="2704"/>
              <a:chExt cx="1225" cy="318"/>
            </a:xfrm>
          </p:grpSpPr>
          <p:sp>
            <p:nvSpPr>
              <p:cNvPr id="75801" name="__TH_L7"/>
              <p:cNvSpPr/>
              <p:nvPr/>
            </p:nvSpPr>
            <p:spPr>
              <a:xfrm>
                <a:off x="1247" y="2750"/>
                <a:ext cx="1225" cy="272"/>
              </a:xfrm>
              <a:prstGeom prst="line">
                <a:avLst/>
              </a:prstGeom>
              <a:ln w="25400" cap="flat" cmpd="sng">
                <a:solidFill>
                  <a:srgbClr val="000000"/>
                </a:solidFill>
                <a:prstDash val="solid"/>
                <a:headEnd type="none" w="med" len="med"/>
                <a:tailEnd type="none" w="med" len="med"/>
              </a:ln>
            </p:spPr>
          </p:sp>
          <p:sp>
            <p:nvSpPr>
              <p:cNvPr id="75802" name="__TH_B118"/>
              <p:cNvSpPr txBox="1"/>
              <p:nvPr/>
            </p:nvSpPr>
            <p:spPr>
              <a:xfrm>
                <a:off x="2109" y="2704"/>
                <a:ext cx="318" cy="227"/>
              </a:xfrm>
              <a:prstGeom prst="rect">
                <a:avLst/>
              </a:prstGeom>
              <a:noFill/>
              <a:ln w="9525">
                <a:noFill/>
              </a:ln>
            </p:spPr>
            <p:txBody>
              <a:bodyPr lIns="0" tIns="0" rIns="0" bIns="0"/>
              <a:p>
                <a:r>
                  <a:rPr lang="en-US" altLang="zh-CN" sz="1800" b="1" dirty="0">
                    <a:solidFill>
                      <a:schemeClr val="accent2"/>
                    </a:solidFill>
                    <a:latin typeface="宋体" panose="02010600030101010101" pitchFamily="2" charset="-122"/>
                    <a:cs typeface="Times New Roman" panose="02020603050405020304" pitchFamily="18" charset="0"/>
                  </a:rPr>
                  <a:t>ccw</a:t>
                </a:r>
                <a:endParaRPr lang="en-US" altLang="zh-CN" sz="1800" b="1" dirty="0">
                  <a:solidFill>
                    <a:schemeClr val="accent2"/>
                  </a:solidFill>
                  <a:latin typeface="宋体" panose="02010600030101010101" pitchFamily="2" charset="-122"/>
                  <a:ea typeface="Times New Roman" panose="02020603050405020304" pitchFamily="18" charset="0"/>
                </a:endParaRPr>
              </a:p>
            </p:txBody>
          </p:sp>
          <p:sp>
            <p:nvSpPr>
              <p:cNvPr id="75803" name="__TH_B219"/>
              <p:cNvSpPr txBox="1"/>
              <p:nvPr/>
            </p:nvSpPr>
            <p:spPr>
              <a:xfrm>
                <a:off x="1307" y="2840"/>
                <a:ext cx="484" cy="141"/>
              </a:xfrm>
              <a:prstGeom prst="rect">
                <a:avLst/>
              </a:prstGeom>
              <a:noFill/>
              <a:ln w="9525">
                <a:noFill/>
              </a:ln>
            </p:spPr>
            <p:txBody>
              <a:bodyPr lIns="0" tIns="0" rIns="0" bIns="0"/>
              <a:p>
                <a:r>
                  <a:rPr lang="en-US" altLang="zh-CN" sz="1800" b="1" dirty="0">
                    <a:solidFill>
                      <a:schemeClr val="accent2"/>
                    </a:solidFill>
                    <a:latin typeface="宋体" panose="02010600030101010101" pitchFamily="2" charset="-122"/>
                    <a:cs typeface="Times New Roman" panose="02020603050405020304" pitchFamily="18" charset="0"/>
                  </a:rPr>
                  <a:t>solid</a:t>
                </a:r>
                <a:endParaRPr lang="en-US" altLang="zh-CN" sz="1800" b="1" dirty="0">
                  <a:solidFill>
                    <a:schemeClr val="accent2"/>
                  </a:solidFill>
                  <a:latin typeface="宋体" panose="02010600030101010101" pitchFamily="2" charset="-122"/>
                  <a:ea typeface="Times New Roman" panose="02020603050405020304" pitchFamily="18" charset="0"/>
                </a:endParaRPr>
              </a:p>
            </p:txBody>
          </p:sp>
        </p:grpSp>
        <p:sp>
          <p:nvSpPr>
            <p:cNvPr id="75785" name="Rectangle 10"/>
            <p:cNvSpPr/>
            <p:nvPr/>
          </p:nvSpPr>
          <p:spPr>
            <a:xfrm>
              <a:off x="3500" y="3133"/>
              <a:ext cx="1285" cy="252"/>
            </a:xfrm>
            <a:prstGeom prst="rect">
              <a:avLst/>
            </a:prstGeom>
            <a:noFill/>
            <a:ln w="9525">
              <a:noFill/>
            </a:ln>
          </p:spPr>
          <p:txBody>
            <a:bodyPr/>
            <a:p>
              <a:r>
                <a:rPr lang="zh-CN" altLang="en-US" sz="1800" b="1" dirty="0">
                  <a:solidFill>
                    <a:schemeClr val="accent2"/>
                  </a:solidFill>
                  <a:latin typeface="宋体" panose="02010600030101010101" pitchFamily="2" charset="-122"/>
                  <a:cs typeface="Times New Roman" panose="02020603050405020304" pitchFamily="18" charset="0"/>
                </a:rPr>
                <a:t>正反两面</a:t>
              </a:r>
              <a:endParaRPr lang="zh-CN" altLang="en-US" sz="1800" b="1" dirty="0">
                <a:solidFill>
                  <a:schemeClr val="accent2"/>
                </a:solidFill>
                <a:latin typeface="Times New Roman" panose="02020603050405020304" pitchFamily="18" charset="0"/>
                <a:ea typeface="Times New Roman" panose="02020603050405020304" pitchFamily="18" charset="0"/>
              </a:endParaRPr>
            </a:p>
          </p:txBody>
        </p:sp>
        <p:sp>
          <p:nvSpPr>
            <p:cNvPr id="75786" name="Rectangle 11"/>
            <p:cNvSpPr/>
            <p:nvPr/>
          </p:nvSpPr>
          <p:spPr>
            <a:xfrm>
              <a:off x="2215" y="3133"/>
              <a:ext cx="1285" cy="252"/>
            </a:xfrm>
            <a:prstGeom prst="rect">
              <a:avLst/>
            </a:prstGeom>
            <a:noFill/>
            <a:ln w="9525">
              <a:noFill/>
            </a:ln>
          </p:spPr>
          <p:txBody>
            <a:bodyPr/>
            <a:p>
              <a:r>
                <a:rPr lang="zh-CN" altLang="en-US" sz="1800" b="1" dirty="0">
                  <a:solidFill>
                    <a:schemeClr val="accent2"/>
                  </a:solidFill>
                  <a:latin typeface="宋体" panose="02010600030101010101" pitchFamily="2" charset="-122"/>
                  <a:cs typeface="Times New Roman" panose="02020603050405020304" pitchFamily="18" charset="0"/>
                </a:rPr>
                <a:t>正反两面</a:t>
              </a:r>
              <a:endParaRPr lang="zh-CN" altLang="en-US" sz="1800" b="1" dirty="0">
                <a:solidFill>
                  <a:schemeClr val="accent2"/>
                </a:solidFill>
                <a:latin typeface="Times New Roman" panose="02020603050405020304" pitchFamily="18" charset="0"/>
                <a:ea typeface="Times New Roman" panose="02020603050405020304" pitchFamily="18" charset="0"/>
              </a:endParaRPr>
            </a:p>
          </p:txBody>
        </p:sp>
        <p:sp>
          <p:nvSpPr>
            <p:cNvPr id="75787" name="Rectangle 12"/>
            <p:cNvSpPr/>
            <p:nvPr/>
          </p:nvSpPr>
          <p:spPr>
            <a:xfrm>
              <a:off x="930" y="3133"/>
              <a:ext cx="1285" cy="252"/>
            </a:xfrm>
            <a:prstGeom prst="rect">
              <a:avLst/>
            </a:prstGeom>
            <a:noFill/>
            <a:ln w="9525">
              <a:noFill/>
            </a:ln>
          </p:spPr>
          <p:txBody>
            <a:bodyPr/>
            <a:p>
              <a:r>
                <a:rPr lang="en-US" altLang="zh-CN" sz="1800" b="1" dirty="0">
                  <a:solidFill>
                    <a:schemeClr val="accent2"/>
                  </a:solidFill>
                  <a:latin typeface="宋体" panose="02010600030101010101" pitchFamily="2" charset="-122"/>
                  <a:cs typeface="Times New Roman" panose="02020603050405020304" pitchFamily="18" charset="0"/>
                </a:rPr>
                <a:t>FALSE</a:t>
              </a:r>
              <a:endParaRPr lang="en-US" altLang="zh-CN" sz="1800" b="1" dirty="0">
                <a:solidFill>
                  <a:schemeClr val="accent2"/>
                </a:solidFill>
                <a:latin typeface="Times New Roman" panose="02020603050405020304" pitchFamily="18" charset="0"/>
                <a:ea typeface="Times New Roman" panose="02020603050405020304" pitchFamily="18" charset="0"/>
              </a:endParaRPr>
            </a:p>
          </p:txBody>
        </p:sp>
        <p:sp>
          <p:nvSpPr>
            <p:cNvPr id="75788" name="Rectangle 13"/>
            <p:cNvSpPr/>
            <p:nvPr/>
          </p:nvSpPr>
          <p:spPr>
            <a:xfrm>
              <a:off x="3500" y="2691"/>
              <a:ext cx="1285" cy="442"/>
            </a:xfrm>
            <a:prstGeom prst="rect">
              <a:avLst/>
            </a:prstGeom>
            <a:noFill/>
            <a:ln w="9525">
              <a:noFill/>
            </a:ln>
          </p:spPr>
          <p:txBody>
            <a:bodyPr/>
            <a:p>
              <a:r>
                <a:rPr lang="zh-CN" altLang="en-US" sz="1800" b="1" dirty="0">
                  <a:solidFill>
                    <a:schemeClr val="accent2"/>
                  </a:solidFill>
                  <a:latin typeface="宋体" panose="02010600030101010101" pitchFamily="2" charset="-122"/>
                  <a:cs typeface="Times New Roman" panose="02020603050405020304" pitchFamily="18" charset="0"/>
                </a:rPr>
                <a:t>反面（朝向-</a:t>
              </a:r>
              <a:r>
                <a:rPr lang="en-US" altLang="zh-CN" sz="1800" b="1" dirty="0">
                  <a:solidFill>
                    <a:schemeClr val="accent2"/>
                  </a:solidFill>
                  <a:latin typeface="宋体" panose="02010600030101010101" pitchFamily="2" charset="-122"/>
                  <a:cs typeface="Times New Roman" panose="02020603050405020304" pitchFamily="18" charset="0"/>
                </a:rPr>
                <a:t>Y</a:t>
              </a:r>
              <a:r>
                <a:rPr lang="zh-CN" altLang="en-US" sz="1800" b="1" dirty="0">
                  <a:solidFill>
                    <a:schemeClr val="accent2"/>
                  </a:solidFill>
                  <a:latin typeface="宋体" panose="02010600030101010101" pitchFamily="2" charset="-122"/>
                  <a:cs typeface="Times New Roman" panose="02020603050405020304" pitchFamily="18" charset="0"/>
                </a:rPr>
                <a:t>轴的一面）</a:t>
              </a:r>
              <a:endParaRPr lang="zh-CN" altLang="en-US" sz="1800" b="1" dirty="0">
                <a:solidFill>
                  <a:schemeClr val="accent2"/>
                </a:solidFill>
                <a:latin typeface="Times New Roman" panose="02020603050405020304" pitchFamily="18" charset="0"/>
                <a:ea typeface="Times New Roman" panose="02020603050405020304" pitchFamily="18" charset="0"/>
              </a:endParaRPr>
            </a:p>
          </p:txBody>
        </p:sp>
        <p:sp>
          <p:nvSpPr>
            <p:cNvPr id="75789" name="Rectangle 14"/>
            <p:cNvSpPr/>
            <p:nvPr/>
          </p:nvSpPr>
          <p:spPr>
            <a:xfrm>
              <a:off x="2215" y="2691"/>
              <a:ext cx="1285" cy="442"/>
            </a:xfrm>
            <a:prstGeom prst="rect">
              <a:avLst/>
            </a:prstGeom>
            <a:noFill/>
            <a:ln w="9525">
              <a:noFill/>
            </a:ln>
          </p:spPr>
          <p:txBody>
            <a:bodyPr/>
            <a:p>
              <a:r>
                <a:rPr lang="zh-CN" altLang="en-US" sz="1800" b="1" dirty="0">
                  <a:solidFill>
                    <a:schemeClr val="accent2"/>
                  </a:solidFill>
                  <a:latin typeface="宋体" panose="02010600030101010101" pitchFamily="2" charset="-122"/>
                  <a:cs typeface="Times New Roman" panose="02020603050405020304" pitchFamily="18" charset="0"/>
                </a:rPr>
                <a:t>正面（朝向+</a:t>
              </a:r>
              <a:r>
                <a:rPr lang="en-US" altLang="zh-CN" sz="1800" b="1" dirty="0">
                  <a:solidFill>
                    <a:schemeClr val="accent2"/>
                  </a:solidFill>
                  <a:latin typeface="宋体" panose="02010600030101010101" pitchFamily="2" charset="-122"/>
                  <a:cs typeface="Times New Roman" panose="02020603050405020304" pitchFamily="18" charset="0"/>
                </a:rPr>
                <a:t>Y</a:t>
              </a:r>
              <a:r>
                <a:rPr lang="zh-CN" altLang="en-US" sz="1800" b="1" dirty="0">
                  <a:solidFill>
                    <a:schemeClr val="accent2"/>
                  </a:solidFill>
                  <a:latin typeface="宋体" panose="02010600030101010101" pitchFamily="2" charset="-122"/>
                  <a:cs typeface="Times New Roman" panose="02020603050405020304" pitchFamily="18" charset="0"/>
                </a:rPr>
                <a:t>轴的一面）</a:t>
              </a:r>
              <a:endParaRPr lang="zh-CN" altLang="en-US" sz="1800" b="1" dirty="0">
                <a:solidFill>
                  <a:schemeClr val="accent2"/>
                </a:solidFill>
                <a:latin typeface="Times New Roman" panose="02020603050405020304" pitchFamily="18" charset="0"/>
                <a:ea typeface="Times New Roman" panose="02020603050405020304" pitchFamily="18" charset="0"/>
              </a:endParaRPr>
            </a:p>
          </p:txBody>
        </p:sp>
        <p:sp>
          <p:nvSpPr>
            <p:cNvPr id="75790" name="Rectangle 15"/>
            <p:cNvSpPr/>
            <p:nvPr/>
          </p:nvSpPr>
          <p:spPr>
            <a:xfrm>
              <a:off x="930" y="2691"/>
              <a:ext cx="1285" cy="442"/>
            </a:xfrm>
            <a:prstGeom prst="rect">
              <a:avLst/>
            </a:prstGeom>
            <a:noFill/>
            <a:ln w="9525">
              <a:noFill/>
            </a:ln>
          </p:spPr>
          <p:txBody>
            <a:bodyPr/>
            <a:p>
              <a:r>
                <a:rPr lang="en-US" altLang="zh-CN" sz="1800" b="1" dirty="0">
                  <a:solidFill>
                    <a:schemeClr val="accent2"/>
                  </a:solidFill>
                  <a:latin typeface="宋体" panose="02010600030101010101" pitchFamily="2" charset="-122"/>
                  <a:cs typeface="Times New Roman" panose="02020603050405020304" pitchFamily="18" charset="0"/>
                </a:rPr>
                <a:t>TRUE</a:t>
              </a:r>
              <a:endParaRPr lang="en-US" altLang="zh-CN" sz="1800" b="1" dirty="0">
                <a:solidFill>
                  <a:schemeClr val="accent2"/>
                </a:solidFill>
                <a:latin typeface="Times New Roman" panose="02020603050405020304" pitchFamily="18" charset="0"/>
                <a:ea typeface="Times New Roman" panose="02020603050405020304" pitchFamily="18" charset="0"/>
              </a:endParaRPr>
            </a:p>
          </p:txBody>
        </p:sp>
        <p:sp>
          <p:nvSpPr>
            <p:cNvPr id="75791" name="Rectangle 16"/>
            <p:cNvSpPr/>
            <p:nvPr/>
          </p:nvSpPr>
          <p:spPr>
            <a:xfrm>
              <a:off x="3500" y="2342"/>
              <a:ext cx="1285" cy="349"/>
            </a:xfrm>
            <a:prstGeom prst="rect">
              <a:avLst/>
            </a:prstGeom>
            <a:noFill/>
            <a:ln w="9525">
              <a:noFill/>
            </a:ln>
          </p:spPr>
          <p:txBody>
            <a:bodyPr/>
            <a:p>
              <a:r>
                <a:rPr lang="en-US" altLang="zh-CN" sz="1800" b="1" dirty="0">
                  <a:solidFill>
                    <a:schemeClr val="accent2"/>
                  </a:solidFill>
                  <a:latin typeface="宋体" panose="02010600030101010101" pitchFamily="2" charset="-122"/>
                  <a:cs typeface="Times New Roman" panose="02020603050405020304" pitchFamily="18" charset="0"/>
                </a:rPr>
                <a:t>FALSE</a:t>
              </a:r>
              <a:endParaRPr lang="en-US" altLang="zh-CN" sz="1800" b="1" dirty="0">
                <a:solidFill>
                  <a:schemeClr val="accent2"/>
                </a:solidFill>
                <a:latin typeface="Times New Roman" panose="02020603050405020304" pitchFamily="18" charset="0"/>
                <a:ea typeface="Times New Roman" panose="02020603050405020304" pitchFamily="18" charset="0"/>
              </a:endParaRPr>
            </a:p>
          </p:txBody>
        </p:sp>
        <p:sp>
          <p:nvSpPr>
            <p:cNvPr id="75792" name="Rectangle 17"/>
            <p:cNvSpPr/>
            <p:nvPr/>
          </p:nvSpPr>
          <p:spPr>
            <a:xfrm>
              <a:off x="2215" y="2342"/>
              <a:ext cx="1285" cy="349"/>
            </a:xfrm>
            <a:prstGeom prst="rect">
              <a:avLst/>
            </a:prstGeom>
            <a:noFill/>
            <a:ln w="9525">
              <a:noFill/>
            </a:ln>
          </p:spPr>
          <p:txBody>
            <a:bodyPr/>
            <a:p>
              <a:r>
                <a:rPr lang="en-US" altLang="zh-CN" sz="1800" b="1" dirty="0">
                  <a:solidFill>
                    <a:schemeClr val="accent2"/>
                  </a:solidFill>
                  <a:latin typeface="宋体" panose="02010600030101010101" pitchFamily="2" charset="-122"/>
                  <a:cs typeface="Times New Roman" panose="02020603050405020304" pitchFamily="18" charset="0"/>
                </a:rPr>
                <a:t>TRUE</a:t>
              </a:r>
              <a:endParaRPr lang="en-US" altLang="zh-CN" sz="1800" b="1" dirty="0">
                <a:solidFill>
                  <a:schemeClr val="accent2"/>
                </a:solidFill>
                <a:latin typeface="Times New Roman" panose="02020603050405020304" pitchFamily="18" charset="0"/>
                <a:ea typeface="Times New Roman" panose="02020603050405020304" pitchFamily="18" charset="0"/>
              </a:endParaRPr>
            </a:p>
          </p:txBody>
        </p:sp>
        <p:sp>
          <p:nvSpPr>
            <p:cNvPr id="75793" name="Line 18"/>
            <p:cNvSpPr/>
            <p:nvPr/>
          </p:nvSpPr>
          <p:spPr>
            <a:xfrm>
              <a:off x="930" y="2691"/>
              <a:ext cx="3855" cy="0"/>
            </a:xfrm>
            <a:prstGeom prst="line">
              <a:avLst/>
            </a:prstGeom>
            <a:ln w="28575" cap="flat" cmpd="sng">
              <a:solidFill>
                <a:schemeClr val="tx1"/>
              </a:solidFill>
              <a:prstDash val="solid"/>
              <a:headEnd type="none" w="med" len="med"/>
              <a:tailEnd type="none" w="med" len="med"/>
            </a:ln>
          </p:spPr>
        </p:sp>
        <p:sp>
          <p:nvSpPr>
            <p:cNvPr id="75794" name="Line 19"/>
            <p:cNvSpPr/>
            <p:nvPr/>
          </p:nvSpPr>
          <p:spPr>
            <a:xfrm>
              <a:off x="930" y="3133"/>
              <a:ext cx="3855" cy="0"/>
            </a:xfrm>
            <a:prstGeom prst="line">
              <a:avLst/>
            </a:prstGeom>
            <a:ln w="28575" cap="flat" cmpd="sng">
              <a:solidFill>
                <a:schemeClr val="tx1"/>
              </a:solidFill>
              <a:prstDash val="solid"/>
              <a:headEnd type="none" w="med" len="med"/>
              <a:tailEnd type="none" w="med" len="med"/>
            </a:ln>
          </p:spPr>
        </p:sp>
        <p:sp>
          <p:nvSpPr>
            <p:cNvPr id="75795" name="Line 20"/>
            <p:cNvSpPr/>
            <p:nvPr/>
          </p:nvSpPr>
          <p:spPr>
            <a:xfrm>
              <a:off x="2215" y="2342"/>
              <a:ext cx="0" cy="1043"/>
            </a:xfrm>
            <a:prstGeom prst="line">
              <a:avLst/>
            </a:prstGeom>
            <a:ln w="28575" cap="flat" cmpd="sng">
              <a:solidFill>
                <a:schemeClr val="tx1"/>
              </a:solidFill>
              <a:prstDash val="solid"/>
              <a:headEnd type="none" w="med" len="med"/>
              <a:tailEnd type="none" w="med" len="med"/>
            </a:ln>
          </p:spPr>
        </p:sp>
        <p:sp>
          <p:nvSpPr>
            <p:cNvPr id="75796" name="Line 21"/>
            <p:cNvSpPr/>
            <p:nvPr/>
          </p:nvSpPr>
          <p:spPr>
            <a:xfrm>
              <a:off x="3500" y="2342"/>
              <a:ext cx="0" cy="1043"/>
            </a:xfrm>
            <a:prstGeom prst="line">
              <a:avLst/>
            </a:prstGeom>
            <a:ln w="28575" cap="flat" cmpd="sng">
              <a:solidFill>
                <a:schemeClr val="tx1"/>
              </a:solidFill>
              <a:prstDash val="solid"/>
              <a:headEnd type="none" w="med" len="med"/>
              <a:tailEnd type="none" w="med" len="med"/>
            </a:ln>
          </p:spPr>
        </p:sp>
        <p:sp>
          <p:nvSpPr>
            <p:cNvPr id="75797" name="Line 22"/>
            <p:cNvSpPr/>
            <p:nvPr/>
          </p:nvSpPr>
          <p:spPr>
            <a:xfrm>
              <a:off x="930" y="2342"/>
              <a:ext cx="3855" cy="0"/>
            </a:xfrm>
            <a:prstGeom prst="line">
              <a:avLst/>
            </a:prstGeom>
            <a:ln w="28575" cap="sq" cmpd="sng">
              <a:solidFill>
                <a:schemeClr val="tx1"/>
              </a:solidFill>
              <a:prstDash val="solid"/>
              <a:headEnd type="none" w="med" len="med"/>
              <a:tailEnd type="none" w="med" len="med"/>
            </a:ln>
          </p:spPr>
        </p:sp>
        <p:sp>
          <p:nvSpPr>
            <p:cNvPr id="75798" name="Line 23"/>
            <p:cNvSpPr/>
            <p:nvPr/>
          </p:nvSpPr>
          <p:spPr>
            <a:xfrm>
              <a:off x="930" y="2342"/>
              <a:ext cx="0" cy="1043"/>
            </a:xfrm>
            <a:prstGeom prst="line">
              <a:avLst/>
            </a:prstGeom>
            <a:ln w="28575" cap="sq" cmpd="sng">
              <a:solidFill>
                <a:schemeClr val="tx1"/>
              </a:solidFill>
              <a:prstDash val="solid"/>
              <a:headEnd type="none" w="med" len="med"/>
              <a:tailEnd type="none" w="med" len="med"/>
            </a:ln>
          </p:spPr>
        </p:sp>
        <p:sp>
          <p:nvSpPr>
            <p:cNvPr id="75799" name="Line 24"/>
            <p:cNvSpPr/>
            <p:nvPr/>
          </p:nvSpPr>
          <p:spPr>
            <a:xfrm>
              <a:off x="4785" y="2342"/>
              <a:ext cx="0" cy="1043"/>
            </a:xfrm>
            <a:prstGeom prst="line">
              <a:avLst/>
            </a:prstGeom>
            <a:ln w="28575" cap="sq" cmpd="sng">
              <a:solidFill>
                <a:schemeClr val="tx1"/>
              </a:solidFill>
              <a:prstDash val="solid"/>
              <a:headEnd type="none" w="med" len="med"/>
              <a:tailEnd type="none" w="med" len="med"/>
            </a:ln>
          </p:spPr>
        </p:sp>
        <p:sp>
          <p:nvSpPr>
            <p:cNvPr id="75800" name="Line 25"/>
            <p:cNvSpPr/>
            <p:nvPr/>
          </p:nvSpPr>
          <p:spPr>
            <a:xfrm>
              <a:off x="930" y="3385"/>
              <a:ext cx="3855" cy="0"/>
            </a:xfrm>
            <a:prstGeom prst="line">
              <a:avLst/>
            </a:prstGeom>
            <a:ln w="28575" cap="sq" cmpd="sng">
              <a:solidFill>
                <a:schemeClr val="tx1"/>
              </a:solidFill>
              <a:prstDash val="solid"/>
              <a:headEnd type="none" w="med" len="med"/>
              <a:tailEnd type="none" w="med" len="med"/>
            </a:ln>
          </p:spPr>
        </p:sp>
      </p:grpSp>
      <p:sp>
        <p:nvSpPr>
          <p:cNvPr id="75783" name="Rectangle 26"/>
          <p:cNvSpPr/>
          <p:nvPr/>
        </p:nvSpPr>
        <p:spPr>
          <a:xfrm>
            <a:off x="1403350" y="836613"/>
            <a:ext cx="4178300" cy="457200"/>
          </a:xfrm>
          <a:prstGeom prst="rect">
            <a:avLst/>
          </a:prstGeom>
          <a:noFill/>
          <a:ln w="9525">
            <a:noFill/>
          </a:ln>
        </p:spPr>
        <p:txBody>
          <a:bodyPr wrap="none">
            <a:spAutoFit/>
          </a:bodyPr>
          <a:p>
            <a:pPr eaLnBrk="1" hangingPunct="1"/>
            <a:r>
              <a:rPr lang="zh-CN" altLang="en-US" b="1" dirty="0">
                <a:latin typeface="Times New Roman" panose="02020603050405020304" pitchFamily="18" charset="0"/>
              </a:rPr>
              <a:t>地表网格节点—</a:t>
            </a:r>
            <a:r>
              <a:rPr lang="en-US" altLang="zh-CN" b="1" dirty="0">
                <a:latin typeface="Times New Roman" panose="02020603050405020304" pitchFamily="18" charset="0"/>
              </a:rPr>
              <a:t>ElevationGrid</a:t>
            </a:r>
            <a:endParaRPr lang="zh-CN" altLang="en-US" b="1" dirty="0">
              <a:latin typeface="Times New Roman" panose="02020603050405020304" pitchFamily="18" charset="0"/>
            </a:endParaRPr>
          </a:p>
        </p:txBody>
      </p:sp>
    </p:spTree>
  </p:cSld>
  <p:clrMapOvr>
    <a:masterClrMapping/>
  </p:clrMapOvr>
  <p:transition>
    <p:random/>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6802" name="页脚占位符 3"/>
          <p:cNvSpPr txBox="1">
            <a:spLocks noGrp="1"/>
          </p:cNvSpPr>
          <p:nvPr>
            <p:ph type="ftr" sz="quarter" idx="3"/>
          </p:nvPr>
        </p:nvSpPr>
        <p:spPr>
          <a:xfrm>
            <a:off x="3733800" y="6570663"/>
            <a:ext cx="2590800" cy="280987"/>
          </a:xfrm>
          <a:ln/>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r>
              <a:rPr lang="zh-CN" altLang="en-US" sz="1200" dirty="0">
                <a:solidFill>
                  <a:schemeClr val="folHlink"/>
                </a:solidFill>
              </a:rPr>
              <a:t>《虚拟地理环境及其应用》</a:t>
            </a:r>
            <a:endParaRPr lang="zh-CN" altLang="en-US" sz="1200" dirty="0">
              <a:solidFill>
                <a:schemeClr val="folHlink"/>
              </a:solidFill>
            </a:endParaRPr>
          </a:p>
        </p:txBody>
      </p:sp>
      <p:sp>
        <p:nvSpPr>
          <p:cNvPr id="76803" name="Rectangle 2"/>
          <p:cNvSpPr/>
          <p:nvPr/>
        </p:nvSpPr>
        <p:spPr>
          <a:xfrm>
            <a:off x="1042988" y="2325688"/>
            <a:ext cx="7632700" cy="3173412"/>
          </a:xfrm>
          <a:prstGeom prst="rect">
            <a:avLst/>
          </a:prstGeom>
          <a:noFill/>
          <a:ln w="9525">
            <a:noFill/>
          </a:ln>
        </p:spPr>
        <p:txBody>
          <a:bodyPr anchor="ctr" anchorCtr="0">
            <a:spAutoFit/>
          </a:bodyPr>
          <a:p>
            <a:pPr indent="276225"/>
            <a:r>
              <a:rPr lang="en-US" altLang="zh-CN" sz="1800" b="1" dirty="0">
                <a:latin typeface="Times New Roman" panose="02020603050405020304" pitchFamily="18" charset="0"/>
              </a:rPr>
              <a:t>Normal  </a:t>
            </a:r>
            <a:r>
              <a:rPr lang="zh-CN" altLang="en-US" sz="1800" b="1" dirty="0">
                <a:latin typeface="Times New Roman" panose="02020603050405020304" pitchFamily="18" charset="0"/>
              </a:rPr>
              <a:t>该字段可以包含一个</a:t>
            </a:r>
            <a:r>
              <a:rPr lang="en-US" altLang="zh-CN" sz="1800" b="1" dirty="0">
                <a:latin typeface="Times New Roman" panose="02020603050405020304" pitchFamily="18" charset="0"/>
              </a:rPr>
              <a:t>Normal</a:t>
            </a:r>
            <a:r>
              <a:rPr lang="zh-CN" altLang="en-US" sz="1800" b="1" dirty="0">
                <a:latin typeface="Times New Roman" panose="02020603050405020304" pitchFamily="18" charset="0"/>
              </a:rPr>
              <a:t>节点，如果想确切的定义出</a:t>
            </a:r>
            <a:r>
              <a:rPr lang="en-US" altLang="zh-CN" sz="1800" b="1" dirty="0">
                <a:latin typeface="Times New Roman" panose="02020603050405020304" pitchFamily="18" charset="0"/>
              </a:rPr>
              <a:t>ElevationGrid</a:t>
            </a:r>
            <a:r>
              <a:rPr lang="zh-CN" altLang="en-US" sz="1800" b="1" dirty="0">
                <a:latin typeface="Times New Roman" panose="02020603050405020304" pitchFamily="18" charset="0"/>
              </a:rPr>
              <a:t>节点所构建的虚拟对象的向量值，就可以用</a:t>
            </a:r>
            <a:r>
              <a:rPr lang="en-US" altLang="zh-CN" sz="1800" b="1" dirty="0">
                <a:latin typeface="Times New Roman" panose="02020603050405020304" pitchFamily="18" charset="0"/>
              </a:rPr>
              <a:t>Normal</a:t>
            </a:r>
            <a:r>
              <a:rPr lang="zh-CN" altLang="en-US" sz="1800" b="1" dirty="0">
                <a:latin typeface="Times New Roman" panose="02020603050405020304" pitchFamily="18" charset="0"/>
              </a:rPr>
              <a:t>节点自行定义。如果没有使用</a:t>
            </a:r>
            <a:r>
              <a:rPr lang="en-US" altLang="zh-CN" sz="1800" b="1" dirty="0">
                <a:latin typeface="Times New Roman" panose="02020603050405020304" pitchFamily="18" charset="0"/>
              </a:rPr>
              <a:t>Normal</a:t>
            </a:r>
            <a:r>
              <a:rPr lang="zh-CN" altLang="en-US" sz="1800" b="1" dirty="0">
                <a:latin typeface="Times New Roman" panose="02020603050405020304" pitchFamily="18" charset="0"/>
              </a:rPr>
              <a:t>节点，浏览器会自动的产生向量值。</a:t>
            </a:r>
            <a:endParaRPr lang="zh-CN" altLang="en-US" sz="1800" b="1" dirty="0">
              <a:latin typeface="Times New Roman" panose="02020603050405020304" pitchFamily="18" charset="0"/>
            </a:endParaRPr>
          </a:p>
          <a:p>
            <a:pPr indent="276225"/>
            <a:r>
              <a:rPr lang="en-US" altLang="zh-CN" sz="1800" b="1" dirty="0">
                <a:latin typeface="Times New Roman" panose="02020603050405020304" pitchFamily="18" charset="0"/>
              </a:rPr>
              <a:t>Normalpervertex  </a:t>
            </a:r>
            <a:r>
              <a:rPr lang="zh-CN" altLang="en-US" sz="1800" b="1" dirty="0">
                <a:latin typeface="Times New Roman" panose="02020603050405020304" pitchFamily="18" charset="0"/>
              </a:rPr>
              <a:t>该字段是布尔值，</a:t>
            </a:r>
            <a:r>
              <a:rPr lang="en-US" altLang="zh-CN" sz="1800" b="1" dirty="0">
                <a:latin typeface="Times New Roman" panose="02020603050405020304" pitchFamily="18" charset="0"/>
              </a:rPr>
              <a:t>TRUE</a:t>
            </a:r>
            <a:r>
              <a:rPr lang="zh-CN" altLang="en-US" sz="1800" b="1" dirty="0">
                <a:latin typeface="Times New Roman" panose="02020603050405020304" pitchFamily="18" charset="0"/>
              </a:rPr>
              <a:t>表示为每一个顶点提供一个向量值，此为默认值。</a:t>
            </a:r>
            <a:r>
              <a:rPr lang="en-US" altLang="zh-CN" sz="1800" b="1" dirty="0">
                <a:latin typeface="Times New Roman" panose="02020603050405020304" pitchFamily="18" charset="0"/>
              </a:rPr>
              <a:t>FALSE</a:t>
            </a:r>
            <a:r>
              <a:rPr lang="zh-CN" altLang="en-US" sz="1800" b="1" dirty="0">
                <a:latin typeface="Times New Roman" panose="02020603050405020304" pitchFamily="18" charset="0"/>
              </a:rPr>
              <a:t>则表示对每一个四边形提供一个向量值。</a:t>
            </a:r>
            <a:endParaRPr lang="zh-CN" altLang="en-US" sz="1800" b="1" dirty="0">
              <a:latin typeface="Times New Roman" panose="02020603050405020304" pitchFamily="18" charset="0"/>
            </a:endParaRPr>
          </a:p>
          <a:p>
            <a:pPr indent="276225"/>
            <a:r>
              <a:rPr lang="en-US" altLang="zh-CN" sz="1800" b="1" dirty="0">
                <a:latin typeface="Times New Roman" panose="02020603050405020304" pitchFamily="18" charset="0"/>
              </a:rPr>
              <a:t>Creaseangle   </a:t>
            </a:r>
            <a:r>
              <a:rPr lang="zh-CN" altLang="en-US" sz="1800" b="1" dirty="0">
                <a:latin typeface="Times New Roman" panose="02020603050405020304" pitchFamily="18" charset="0"/>
              </a:rPr>
              <a:t>表示摺痕的角度，单位是弧度，默认值是0.0。若使用比较小的角度，那么整个表面摺痕会很清楚，若使用比较大的角度，表面就比较平滑。</a:t>
            </a:r>
            <a:endParaRPr lang="zh-CN" altLang="en-US" sz="1800" b="1" dirty="0">
              <a:latin typeface="Times New Roman" panose="02020603050405020304" pitchFamily="18" charset="0"/>
            </a:endParaRPr>
          </a:p>
          <a:p>
            <a:pPr indent="276225"/>
            <a:r>
              <a:rPr lang="en-US" altLang="zh-CN" sz="1800" b="1" dirty="0">
                <a:latin typeface="Times New Roman" panose="02020603050405020304" pitchFamily="18" charset="0"/>
              </a:rPr>
              <a:t>Texcoor  </a:t>
            </a:r>
            <a:r>
              <a:rPr lang="zh-CN" altLang="en-US" sz="1800" b="1" dirty="0">
                <a:latin typeface="Times New Roman" panose="02020603050405020304" pitchFamily="18" charset="0"/>
              </a:rPr>
              <a:t>该字段可以包含一个</a:t>
            </a:r>
            <a:r>
              <a:rPr lang="en-US" altLang="zh-CN" sz="1800" b="1" dirty="0">
                <a:latin typeface="Times New Roman" panose="02020603050405020304" pitchFamily="18" charset="0"/>
              </a:rPr>
              <a:t>texturecoordinate</a:t>
            </a:r>
            <a:r>
              <a:rPr lang="zh-CN" altLang="en-US" sz="1800" b="1" dirty="0">
                <a:latin typeface="Times New Roman" panose="02020603050405020304" pitchFamily="18" charset="0"/>
              </a:rPr>
              <a:t>节点，以准确的粘贴材质图到</a:t>
            </a:r>
            <a:r>
              <a:rPr lang="en-US" altLang="zh-CN" sz="1800" b="1" dirty="0">
                <a:latin typeface="Times New Roman" panose="02020603050405020304" pitchFamily="18" charset="0"/>
              </a:rPr>
              <a:t>ElevationGrid</a:t>
            </a:r>
            <a:r>
              <a:rPr lang="zh-CN" altLang="en-US" sz="1800" b="1" dirty="0">
                <a:latin typeface="Times New Roman" panose="02020603050405020304" pitchFamily="18" charset="0"/>
              </a:rPr>
              <a:t>节点所构建的虚拟对象表面。     </a:t>
            </a:r>
            <a:endParaRPr lang="zh-CN" altLang="en-US" sz="1800" b="1" dirty="0">
              <a:latin typeface="Times New Roman" panose="02020603050405020304" pitchFamily="18" charset="0"/>
            </a:endParaRPr>
          </a:p>
          <a:p>
            <a:pPr indent="276225"/>
            <a:r>
              <a:rPr lang="zh-CN" altLang="en-US" sz="2200" b="1" dirty="0">
                <a:latin typeface="宋体" panose="02010600030101010101" pitchFamily="2" charset="-122"/>
              </a:rPr>
              <a:t>示例4-5,4-6,4-7</a:t>
            </a:r>
            <a:endParaRPr lang="zh-CN" altLang="en-US" sz="2200" b="1" dirty="0">
              <a:latin typeface="宋体" panose="02010600030101010101" pitchFamily="2" charset="-122"/>
            </a:endParaRPr>
          </a:p>
        </p:txBody>
      </p:sp>
      <p:sp>
        <p:nvSpPr>
          <p:cNvPr id="76804" name="Rectangle 3"/>
          <p:cNvSpPr/>
          <p:nvPr/>
        </p:nvSpPr>
        <p:spPr>
          <a:xfrm>
            <a:off x="1403350" y="836613"/>
            <a:ext cx="4178300" cy="457200"/>
          </a:xfrm>
          <a:prstGeom prst="rect">
            <a:avLst/>
          </a:prstGeom>
          <a:noFill/>
          <a:ln w="9525">
            <a:noFill/>
          </a:ln>
        </p:spPr>
        <p:txBody>
          <a:bodyPr wrap="none">
            <a:spAutoFit/>
          </a:bodyPr>
          <a:p>
            <a:pPr eaLnBrk="1" hangingPunct="1"/>
            <a:r>
              <a:rPr lang="zh-CN" altLang="en-US" b="1" dirty="0">
                <a:latin typeface="Times New Roman" panose="02020603050405020304" pitchFamily="18" charset="0"/>
              </a:rPr>
              <a:t>地表网格节点—</a:t>
            </a:r>
            <a:r>
              <a:rPr lang="en-US" altLang="zh-CN" b="1" dirty="0">
                <a:latin typeface="Times New Roman" panose="02020603050405020304" pitchFamily="18" charset="0"/>
              </a:rPr>
              <a:t>ElevationGrid</a:t>
            </a:r>
            <a:endParaRPr lang="zh-CN" altLang="en-US" b="1" dirty="0">
              <a:latin typeface="Times New Roman" panose="02020603050405020304" pitchFamily="18" charset="0"/>
            </a:endParaRPr>
          </a:p>
        </p:txBody>
      </p:sp>
    </p:spTree>
  </p:cSld>
  <p:clrMapOvr>
    <a:masterClrMapping/>
  </p:clrMapOvr>
  <p:transition>
    <p:random/>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7826" name="页脚占位符 1"/>
          <p:cNvSpPr txBox="1">
            <a:spLocks noGrp="1"/>
          </p:cNvSpPr>
          <p:nvPr>
            <p:ph type="ftr" sz="quarter" idx="3"/>
          </p:nvPr>
        </p:nvSpPr>
        <p:spPr>
          <a:xfrm>
            <a:off x="3733800" y="6570663"/>
            <a:ext cx="2590800" cy="280987"/>
          </a:xfrm>
          <a:ln/>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r>
              <a:rPr lang="zh-CN" altLang="en-US" sz="1200" dirty="0">
                <a:solidFill>
                  <a:schemeClr val="folHlink"/>
                </a:solidFill>
              </a:rPr>
              <a:t>《虚拟地理环境及其应用》</a:t>
            </a:r>
            <a:endParaRPr lang="zh-CN" altLang="en-US" sz="1200" dirty="0">
              <a:solidFill>
                <a:schemeClr val="folHlink"/>
              </a:solidFill>
            </a:endParaRPr>
          </a:p>
        </p:txBody>
      </p:sp>
      <p:sp>
        <p:nvSpPr>
          <p:cNvPr id="88066" name="Rectangle 2"/>
          <p:cNvSpPr/>
          <p:nvPr/>
        </p:nvSpPr>
        <p:spPr>
          <a:xfrm>
            <a:off x="1042988" y="2349500"/>
            <a:ext cx="7200900" cy="3441700"/>
          </a:xfrm>
          <a:prstGeom prst="rect">
            <a:avLst/>
          </a:prstGeom>
          <a:noFill/>
          <a:ln w="9525">
            <a:noFill/>
          </a:ln>
        </p:spPr>
        <p:txBody>
          <a:bodyPr anchor="ctr" anchorCtr="0">
            <a:spAutoFit/>
          </a:bodyPr>
          <a:p>
            <a:pPr indent="276225"/>
            <a:endParaRPr lang="zh-CN" altLang="en-US" sz="2200" b="1" dirty="0">
              <a:latin typeface="Times New Roman" panose="02020603050405020304" pitchFamily="18" charset="0"/>
            </a:endParaRPr>
          </a:p>
          <a:p>
            <a:pPr indent="276225"/>
            <a:r>
              <a:rPr lang="en-US" altLang="zh-CN" sz="2200" b="1" dirty="0">
                <a:latin typeface="Times New Roman" panose="02020603050405020304" pitchFamily="18" charset="0"/>
              </a:rPr>
              <a:t>Extrusion</a:t>
            </a:r>
            <a:r>
              <a:rPr lang="zh-CN" altLang="en-US" sz="2200" b="1" dirty="0">
                <a:latin typeface="Times New Roman" panose="02020603050405020304" pitchFamily="18" charset="0"/>
              </a:rPr>
              <a:t>节点可以创造出特殊的形状，而且变化的弹性很大，不像前面介绍的基本</a:t>
            </a:r>
            <a:r>
              <a:rPr lang="en-US" altLang="zh-CN" sz="2200" b="1" dirty="0">
                <a:latin typeface="Times New Roman" panose="02020603050405020304" pitchFamily="18" charset="0"/>
              </a:rPr>
              <a:t>Geometry</a:t>
            </a:r>
            <a:r>
              <a:rPr lang="zh-CN" altLang="en-US" sz="2200" b="1" dirty="0">
                <a:latin typeface="Times New Roman" panose="02020603050405020304" pitchFamily="18" charset="0"/>
              </a:rPr>
              <a:t>节点。控制</a:t>
            </a:r>
            <a:r>
              <a:rPr lang="en-US" altLang="zh-CN" sz="2200" b="1" dirty="0">
                <a:latin typeface="Times New Roman" panose="02020603050405020304" pitchFamily="18" charset="0"/>
              </a:rPr>
              <a:t>Extrusion</a:t>
            </a:r>
            <a:r>
              <a:rPr lang="zh-CN" altLang="en-US" sz="2200" b="1" dirty="0">
                <a:latin typeface="Times New Roman" panose="02020603050405020304" pitchFamily="18" charset="0"/>
              </a:rPr>
              <a:t>节点外形的字段主要有两个，分别是</a:t>
            </a:r>
            <a:r>
              <a:rPr lang="en-US" altLang="zh-CN" sz="2200" b="1" dirty="0">
                <a:latin typeface="Times New Roman" panose="02020603050405020304" pitchFamily="18" charset="0"/>
              </a:rPr>
              <a:t>crossSection</a:t>
            </a:r>
            <a:r>
              <a:rPr lang="zh-CN" altLang="en-US" sz="2200" b="1" dirty="0">
                <a:latin typeface="Times New Roman" panose="02020603050405020304" pitchFamily="18" charset="0"/>
              </a:rPr>
              <a:t>和</a:t>
            </a:r>
            <a:r>
              <a:rPr lang="en-US" altLang="zh-CN" sz="2200" b="1" dirty="0">
                <a:latin typeface="Times New Roman" panose="02020603050405020304" pitchFamily="18" charset="0"/>
              </a:rPr>
              <a:t>spine。CrossSection</a:t>
            </a:r>
            <a:r>
              <a:rPr lang="zh-CN" altLang="en-US" sz="2200" b="1" dirty="0">
                <a:latin typeface="Times New Roman" panose="02020603050405020304" pitchFamily="18" charset="0"/>
              </a:rPr>
              <a:t>字段控制断面形状，它是一个二维轮廓，可以是正方形、圆形、半圆形、、多边形和任何的不规则形状等。</a:t>
            </a:r>
            <a:r>
              <a:rPr lang="en-US" altLang="zh-CN" sz="2200" b="1" dirty="0">
                <a:latin typeface="Times New Roman" panose="02020603050405020304" pitchFamily="18" charset="0"/>
              </a:rPr>
              <a:t>Spine</a:t>
            </a:r>
            <a:r>
              <a:rPr lang="zh-CN" altLang="en-US" sz="2200" b="1" dirty="0">
                <a:latin typeface="Times New Roman" panose="02020603050405020304" pitchFamily="18" charset="0"/>
              </a:rPr>
              <a:t>字段是一个三维的路径，</a:t>
            </a:r>
            <a:r>
              <a:rPr lang="en-US" altLang="zh-CN" sz="2200" b="1" dirty="0">
                <a:latin typeface="Times New Roman" panose="02020603050405020304" pitchFamily="18" charset="0"/>
              </a:rPr>
              <a:t>crossSection</a:t>
            </a:r>
            <a:r>
              <a:rPr lang="zh-CN" altLang="en-US" sz="2200" b="1" dirty="0">
                <a:latin typeface="Times New Roman" panose="02020603050405020304" pitchFamily="18" charset="0"/>
              </a:rPr>
              <a:t>定义好的断面的几何中心会沿着这个路径画出来。路径可以是直线路径、封闭路径、曲线路径和半圆形路径。</a:t>
            </a:r>
            <a:endParaRPr lang="zh-CN" altLang="en-US" sz="2200" b="1" dirty="0">
              <a:latin typeface="宋体" panose="02010600030101010101" pitchFamily="2" charset="-122"/>
            </a:endParaRPr>
          </a:p>
        </p:txBody>
      </p:sp>
      <p:sp>
        <p:nvSpPr>
          <p:cNvPr id="77828" name="Rectangle 3"/>
          <p:cNvSpPr/>
          <p:nvPr/>
        </p:nvSpPr>
        <p:spPr>
          <a:xfrm>
            <a:off x="1476375" y="836613"/>
            <a:ext cx="3833813" cy="457200"/>
          </a:xfrm>
          <a:prstGeom prst="rect">
            <a:avLst/>
          </a:prstGeom>
          <a:noFill/>
          <a:ln w="9525">
            <a:noFill/>
          </a:ln>
        </p:spPr>
        <p:txBody>
          <a:bodyPr wrap="none">
            <a:spAutoFit/>
          </a:bodyPr>
          <a:p>
            <a:r>
              <a:rPr lang="zh-CN" altLang="en-US" b="1" dirty="0">
                <a:latin typeface="Times New Roman" panose="02020603050405020304" pitchFamily="18" charset="0"/>
              </a:rPr>
              <a:t>（7） 成形节点---</a:t>
            </a:r>
            <a:r>
              <a:rPr lang="en-US" altLang="zh-CN" b="1" dirty="0">
                <a:latin typeface="Times New Roman" panose="02020603050405020304" pitchFamily="18" charset="0"/>
              </a:rPr>
              <a:t>Extrusion</a:t>
            </a:r>
            <a:endParaRPr lang="en-US" altLang="zh-CN" b="1" dirty="0">
              <a:latin typeface="Times New Roman" panose="02020603050405020304" pitchFamily="18" charset="0"/>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16" fill="hold" nodeType="afterEffect">
                                  <p:stCondLst>
                                    <p:cond delay="0"/>
                                  </p:stCondLst>
                                  <p:childTnLst>
                                    <p:set>
                                      <p:cBhvr>
                                        <p:cTn id="6" dur="1" fill="hold">
                                          <p:stCondLst>
                                            <p:cond delay="0"/>
                                          </p:stCondLst>
                                        </p:cTn>
                                        <p:tgtEl>
                                          <p:spTgt spid="88066"/>
                                        </p:tgtEl>
                                        <p:attrNameLst>
                                          <p:attrName>style.visibility</p:attrName>
                                        </p:attrNameLst>
                                      </p:cBhvr>
                                      <p:to>
                                        <p:strVal val="visible"/>
                                      </p:to>
                                    </p:set>
                                    <p:animEffect transition="in" filter="box(in)">
                                      <p:cBhvr>
                                        <p:cTn id="7" dur="500"/>
                                        <p:tgtEl>
                                          <p:spTgt spid="880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066"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8850" name="页脚占位符 1"/>
          <p:cNvSpPr txBox="1">
            <a:spLocks noGrp="1"/>
          </p:cNvSpPr>
          <p:nvPr>
            <p:ph type="ftr" sz="quarter" idx="3"/>
          </p:nvPr>
        </p:nvSpPr>
        <p:spPr>
          <a:xfrm>
            <a:off x="3733800" y="6570663"/>
            <a:ext cx="2590800" cy="280987"/>
          </a:xfrm>
          <a:ln/>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r>
              <a:rPr lang="zh-CN" altLang="en-US" sz="1200" dirty="0">
                <a:solidFill>
                  <a:schemeClr val="folHlink"/>
                </a:solidFill>
              </a:rPr>
              <a:t>《虚拟地理环境及其应用》</a:t>
            </a:r>
            <a:endParaRPr lang="zh-CN" altLang="en-US" sz="1200" dirty="0">
              <a:solidFill>
                <a:schemeClr val="folHlink"/>
              </a:solidFill>
            </a:endParaRPr>
          </a:p>
        </p:txBody>
      </p:sp>
      <p:sp>
        <p:nvSpPr>
          <p:cNvPr id="89090" name="Rectangle 2"/>
          <p:cNvSpPr/>
          <p:nvPr/>
        </p:nvSpPr>
        <p:spPr>
          <a:xfrm>
            <a:off x="1116013" y="2492375"/>
            <a:ext cx="6445250" cy="3708400"/>
          </a:xfrm>
          <a:prstGeom prst="rect">
            <a:avLst/>
          </a:prstGeom>
          <a:noFill/>
          <a:ln w="9525">
            <a:noFill/>
          </a:ln>
        </p:spPr>
        <p:txBody>
          <a:bodyPr anchor="ctr" anchorCtr="0">
            <a:spAutoFit/>
          </a:bodyPr>
          <a:p>
            <a:pPr indent="276225"/>
            <a:r>
              <a:rPr lang="en-US" altLang="zh-CN" sz="1400" b="1" dirty="0">
                <a:latin typeface="Times New Roman" panose="02020603050405020304" pitchFamily="18" charset="0"/>
              </a:rPr>
              <a:t>Extrusion  Node   Syntax</a:t>
            </a:r>
            <a:endParaRPr lang="en-US" altLang="zh-CN" sz="1400" b="1" dirty="0">
              <a:latin typeface="Times New Roman" panose="02020603050405020304" pitchFamily="18" charset="0"/>
            </a:endParaRPr>
          </a:p>
          <a:p>
            <a:pPr indent="276225"/>
            <a:r>
              <a:rPr lang="en-US" altLang="zh-CN" sz="1400" b="1" dirty="0">
                <a:latin typeface="Times New Roman" panose="02020603050405020304" pitchFamily="18" charset="0"/>
              </a:rPr>
              <a:t>    Extrusion  {</a:t>
            </a:r>
            <a:endParaRPr lang="en-US" altLang="zh-CN" sz="1400" b="1" dirty="0">
              <a:latin typeface="Times New Roman" panose="02020603050405020304" pitchFamily="18" charset="0"/>
            </a:endParaRPr>
          </a:p>
          <a:p>
            <a:pPr indent="276225"/>
            <a:r>
              <a:rPr lang="en-US" altLang="zh-CN" sz="1400" b="1" dirty="0">
                <a:latin typeface="Times New Roman" panose="02020603050405020304" pitchFamily="18" charset="0"/>
              </a:rPr>
              <a:t>         Eventin    MFVec2f     set_crossSection</a:t>
            </a:r>
            <a:endParaRPr lang="en-US" altLang="zh-CN" sz="1400" b="1" dirty="0">
              <a:latin typeface="Times New Roman" panose="02020603050405020304" pitchFamily="18" charset="0"/>
            </a:endParaRPr>
          </a:p>
          <a:p>
            <a:pPr indent="276225"/>
            <a:r>
              <a:rPr lang="en-US" altLang="zh-CN" sz="1400" b="1" dirty="0">
                <a:latin typeface="Times New Roman" panose="02020603050405020304" pitchFamily="18" charset="0"/>
              </a:rPr>
              <a:t>         Eventin    MFRotation   set_orientation </a:t>
            </a:r>
            <a:endParaRPr lang="en-US" altLang="zh-CN" sz="1400" b="1" dirty="0">
              <a:latin typeface="Times New Roman" panose="02020603050405020304" pitchFamily="18" charset="0"/>
            </a:endParaRPr>
          </a:p>
          <a:p>
            <a:pPr indent="276225"/>
            <a:r>
              <a:rPr lang="en-US" altLang="zh-CN" sz="1400" b="1" dirty="0">
                <a:latin typeface="Times New Roman" panose="02020603050405020304" pitchFamily="18" charset="0"/>
              </a:rPr>
              <a:t>         Eventin    MFVec2f     set_scale</a:t>
            </a:r>
            <a:endParaRPr lang="en-US" altLang="zh-CN" sz="1400" b="1" dirty="0">
              <a:latin typeface="Times New Roman" panose="02020603050405020304" pitchFamily="18" charset="0"/>
            </a:endParaRPr>
          </a:p>
          <a:p>
            <a:pPr indent="276225"/>
            <a:r>
              <a:rPr lang="en-US" altLang="zh-CN" sz="1400" b="1" dirty="0">
                <a:latin typeface="Times New Roman" panose="02020603050405020304" pitchFamily="18" charset="0"/>
              </a:rPr>
              <a:t>Eventin    MFVec3f     set_spine </a:t>
            </a:r>
            <a:endParaRPr lang="en-US" altLang="zh-CN" sz="1400" b="1" dirty="0">
              <a:latin typeface="Times New Roman" panose="02020603050405020304" pitchFamily="18" charset="0"/>
            </a:endParaRPr>
          </a:p>
          <a:p>
            <a:pPr indent="276225"/>
            <a:r>
              <a:rPr lang="en-US" altLang="zh-CN" sz="1400" b="1" dirty="0">
                <a:latin typeface="Times New Roman" panose="02020603050405020304" pitchFamily="18" charset="0"/>
              </a:rPr>
              <a:t>Field      SFBool       begincap       TRUE  </a:t>
            </a:r>
            <a:endParaRPr lang="en-US" altLang="zh-CN" sz="1400" b="1" dirty="0">
              <a:latin typeface="Times New Roman" panose="02020603050405020304" pitchFamily="18" charset="0"/>
            </a:endParaRPr>
          </a:p>
          <a:p>
            <a:pPr indent="276225"/>
            <a:r>
              <a:rPr lang="en-US" altLang="zh-CN" sz="1400" b="1" dirty="0">
                <a:latin typeface="Times New Roman" panose="02020603050405020304" pitchFamily="18" charset="0"/>
              </a:rPr>
              <a:t>Field      SFBool       endcap         TRUE  </a:t>
            </a:r>
            <a:endParaRPr lang="en-US" altLang="zh-CN" sz="1400" b="1" dirty="0">
              <a:latin typeface="Times New Roman" panose="02020603050405020304" pitchFamily="18" charset="0"/>
            </a:endParaRPr>
          </a:p>
          <a:p>
            <a:pPr indent="276225"/>
            <a:r>
              <a:rPr lang="en-US" altLang="zh-CN" sz="1400" b="1" dirty="0">
                <a:latin typeface="Times New Roman" panose="02020603050405020304" pitchFamily="18" charset="0"/>
              </a:rPr>
              <a:t>Field      SFBool       convex         TRUE  </a:t>
            </a:r>
            <a:endParaRPr lang="en-US" altLang="zh-CN" sz="1400" b="1" dirty="0">
              <a:latin typeface="Times New Roman" panose="02020603050405020304" pitchFamily="18" charset="0"/>
            </a:endParaRPr>
          </a:p>
          <a:p>
            <a:pPr indent="276225"/>
            <a:r>
              <a:rPr lang="en-US" altLang="zh-CN" sz="1400" b="1" dirty="0">
                <a:latin typeface="Times New Roman" panose="02020603050405020304" pitchFamily="18" charset="0"/>
              </a:rPr>
              <a:t>Field      SFBool       ccw            TRUE  </a:t>
            </a:r>
            <a:endParaRPr lang="en-US" altLang="zh-CN" sz="1400" b="1" dirty="0">
              <a:latin typeface="Times New Roman" panose="02020603050405020304" pitchFamily="18" charset="0"/>
            </a:endParaRPr>
          </a:p>
          <a:p>
            <a:pPr indent="276225"/>
            <a:r>
              <a:rPr lang="en-US" altLang="zh-CN" sz="1400" b="1" dirty="0">
                <a:latin typeface="Times New Roman" panose="02020603050405020304" pitchFamily="18" charset="0"/>
              </a:rPr>
              <a:t>Field      SFBool       solid           TRUE  </a:t>
            </a:r>
            <a:endParaRPr lang="en-US" altLang="zh-CN" sz="1400" b="1" dirty="0">
              <a:latin typeface="Times New Roman" panose="02020603050405020304" pitchFamily="18" charset="0"/>
            </a:endParaRPr>
          </a:p>
          <a:p>
            <a:pPr indent="276225"/>
            <a:r>
              <a:rPr lang="en-US" altLang="zh-CN" sz="1400" b="1" dirty="0">
                <a:latin typeface="Times New Roman" panose="02020603050405020304" pitchFamily="18" charset="0"/>
              </a:rPr>
              <a:t>Field      SFFloat       creaseangle      0         #[0, +∞]</a:t>
            </a:r>
            <a:endParaRPr lang="en-US" altLang="zh-CN" sz="1400" b="1" dirty="0">
              <a:latin typeface="Times New Roman" panose="02020603050405020304" pitchFamily="18" charset="0"/>
            </a:endParaRPr>
          </a:p>
          <a:p>
            <a:pPr indent="276225"/>
            <a:r>
              <a:rPr lang="en-US" altLang="zh-CN" sz="1400" b="1" dirty="0">
                <a:latin typeface="Times New Roman" panose="02020603050405020304" pitchFamily="18" charset="0"/>
              </a:rPr>
              <a:t>Field      MFVec2f    crossSection      [1 1 ,1 –1 ,-1 –1 ,-1 1 ]        #(-∞,+∞)</a:t>
            </a:r>
            <a:endParaRPr lang="en-US" altLang="zh-CN" sz="1400" b="1" dirty="0">
              <a:latin typeface="Times New Roman" panose="02020603050405020304" pitchFamily="18" charset="0"/>
            </a:endParaRPr>
          </a:p>
          <a:p>
            <a:pPr indent="276225"/>
            <a:r>
              <a:rPr lang="en-US" altLang="zh-CN" sz="1400" b="1" dirty="0">
                <a:latin typeface="Times New Roman" panose="02020603050405020304" pitchFamily="18" charset="0"/>
              </a:rPr>
              <a:t>Field      MFRotation    orientation    {0,0,1,0}     #(-∞,+∞)</a:t>
            </a:r>
            <a:endParaRPr lang="en-US" altLang="zh-CN" sz="1400" b="1" dirty="0">
              <a:latin typeface="Times New Roman" panose="02020603050405020304" pitchFamily="18" charset="0"/>
            </a:endParaRPr>
          </a:p>
          <a:p>
            <a:pPr indent="276225"/>
            <a:r>
              <a:rPr lang="en-US" altLang="zh-CN" sz="1400" b="1" dirty="0">
                <a:latin typeface="Times New Roman" panose="02020603050405020304" pitchFamily="18" charset="0"/>
              </a:rPr>
              <a:t>Field      MFVec2f      scale         (1,1)   #[0, +∞]</a:t>
            </a:r>
            <a:endParaRPr lang="en-US" altLang="zh-CN" sz="1400" b="1" dirty="0">
              <a:latin typeface="Times New Roman" panose="02020603050405020304" pitchFamily="18" charset="0"/>
            </a:endParaRPr>
          </a:p>
          <a:p>
            <a:pPr indent="276225"/>
            <a:r>
              <a:rPr lang="en-US" altLang="zh-CN" sz="1400" b="1" dirty="0">
                <a:latin typeface="Times New Roman" panose="02020603050405020304" pitchFamily="18" charset="0"/>
              </a:rPr>
              <a:t>Field      MFVec3f      spine         [0 0 0, 0 1 0]     #(-∞,+∞)</a:t>
            </a:r>
            <a:endParaRPr lang="en-US" altLang="zh-CN" sz="1400" b="1" dirty="0">
              <a:latin typeface="Times New Roman" panose="02020603050405020304" pitchFamily="18" charset="0"/>
            </a:endParaRPr>
          </a:p>
          <a:p>
            <a:pPr indent="276225"/>
            <a:r>
              <a:rPr lang="en-US" altLang="zh-CN" sz="1400" b="1" dirty="0">
                <a:latin typeface="Times New Roman" panose="02020603050405020304" pitchFamily="18" charset="0"/>
              </a:rPr>
              <a:t>}</a:t>
            </a:r>
            <a:endParaRPr lang="en-US" altLang="zh-CN" sz="1400" b="1" dirty="0">
              <a:latin typeface="Times New Roman" panose="02020603050405020304" pitchFamily="18" charset="0"/>
            </a:endParaRPr>
          </a:p>
        </p:txBody>
      </p:sp>
      <p:sp>
        <p:nvSpPr>
          <p:cNvPr id="78852" name="Rectangle 3"/>
          <p:cNvSpPr/>
          <p:nvPr/>
        </p:nvSpPr>
        <p:spPr>
          <a:xfrm>
            <a:off x="1476375" y="981075"/>
            <a:ext cx="2995613" cy="457200"/>
          </a:xfrm>
          <a:prstGeom prst="rect">
            <a:avLst/>
          </a:prstGeom>
          <a:noFill/>
          <a:ln w="9525">
            <a:noFill/>
          </a:ln>
        </p:spPr>
        <p:txBody>
          <a:bodyPr wrap="none">
            <a:spAutoFit/>
          </a:bodyPr>
          <a:p>
            <a:r>
              <a:rPr lang="zh-CN" altLang="en-US" b="1" dirty="0">
                <a:latin typeface="Times New Roman" panose="02020603050405020304" pitchFamily="18" charset="0"/>
              </a:rPr>
              <a:t>成形节点---</a:t>
            </a:r>
            <a:r>
              <a:rPr lang="en-US" altLang="zh-CN" b="1" dirty="0">
                <a:latin typeface="Times New Roman" panose="02020603050405020304" pitchFamily="18" charset="0"/>
              </a:rPr>
              <a:t>Extrusion</a:t>
            </a:r>
            <a:endParaRPr lang="en-US" altLang="zh-CN" b="1" dirty="0">
              <a:latin typeface="Times New Roman" panose="02020603050405020304" pitchFamily="18" charset="0"/>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499"/>
                                          </p:stCondLst>
                                        </p:cTn>
                                        <p:tgtEl>
                                          <p:spTgt spid="8909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090"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9874" name="页脚占位符 1"/>
          <p:cNvSpPr txBox="1">
            <a:spLocks noGrp="1"/>
          </p:cNvSpPr>
          <p:nvPr>
            <p:ph type="ftr" sz="quarter" idx="3"/>
          </p:nvPr>
        </p:nvSpPr>
        <p:spPr>
          <a:xfrm>
            <a:off x="3733800" y="6570663"/>
            <a:ext cx="2590800" cy="280987"/>
          </a:xfrm>
          <a:ln/>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r>
              <a:rPr lang="zh-CN" altLang="en-US" sz="1200" dirty="0">
                <a:solidFill>
                  <a:schemeClr val="folHlink"/>
                </a:solidFill>
              </a:rPr>
              <a:t>《虚拟地理环境及其应用》</a:t>
            </a:r>
            <a:endParaRPr lang="zh-CN" altLang="en-US" sz="1200" dirty="0">
              <a:solidFill>
                <a:schemeClr val="folHlink"/>
              </a:solidFill>
            </a:endParaRPr>
          </a:p>
        </p:txBody>
      </p:sp>
      <p:sp>
        <p:nvSpPr>
          <p:cNvPr id="79875" name="Rectangle 2"/>
          <p:cNvSpPr/>
          <p:nvPr/>
        </p:nvSpPr>
        <p:spPr>
          <a:xfrm>
            <a:off x="755650" y="2420938"/>
            <a:ext cx="7993063" cy="3146425"/>
          </a:xfrm>
          <a:prstGeom prst="rect">
            <a:avLst/>
          </a:prstGeom>
          <a:noFill/>
          <a:ln w="9525">
            <a:noFill/>
          </a:ln>
        </p:spPr>
        <p:txBody>
          <a:bodyPr anchor="ctr" anchorCtr="0">
            <a:spAutoFit/>
          </a:bodyPr>
          <a:p>
            <a:pPr indent="276225"/>
            <a:r>
              <a:rPr lang="zh-CN" altLang="en-US" dirty="0">
                <a:latin typeface="Times New Roman" panose="02020603050405020304" pitchFamily="18" charset="0"/>
              </a:rPr>
              <a:t> </a:t>
            </a:r>
            <a:r>
              <a:rPr lang="zh-CN" altLang="en-US" sz="1600" b="1" dirty="0">
                <a:latin typeface="Times New Roman" panose="02020603050405020304" pitchFamily="18" charset="0"/>
              </a:rPr>
              <a:t>字段说明：</a:t>
            </a:r>
            <a:endParaRPr lang="zh-CN" altLang="en-US" sz="1600" b="1" dirty="0">
              <a:latin typeface="Times New Roman" panose="02020603050405020304" pitchFamily="18" charset="0"/>
            </a:endParaRPr>
          </a:p>
          <a:p>
            <a:pPr indent="276225"/>
            <a:r>
              <a:rPr lang="en-US" altLang="zh-CN" sz="1600" b="1" dirty="0">
                <a:latin typeface="Times New Roman" panose="02020603050405020304" pitchFamily="18" charset="0"/>
              </a:rPr>
              <a:t>Begincap      </a:t>
            </a:r>
            <a:r>
              <a:rPr lang="zh-CN" altLang="en-US" sz="1600" b="1" dirty="0">
                <a:latin typeface="Times New Roman" panose="02020603050405020304" pitchFamily="18" charset="0"/>
              </a:rPr>
              <a:t>布尔值，</a:t>
            </a:r>
            <a:r>
              <a:rPr lang="en-US" altLang="zh-CN" sz="1600" b="1" dirty="0">
                <a:latin typeface="Times New Roman" panose="02020603050405020304" pitchFamily="18" charset="0"/>
              </a:rPr>
              <a:t>TRUE</a:t>
            </a:r>
            <a:r>
              <a:rPr lang="zh-CN" altLang="en-US" sz="1600" b="1" dirty="0">
                <a:latin typeface="Times New Roman" panose="02020603050405020304" pitchFamily="18" charset="0"/>
              </a:rPr>
              <a:t>表示创建起始端，此为默认值，</a:t>
            </a:r>
            <a:r>
              <a:rPr lang="en-US" altLang="zh-CN" sz="1600" b="1" dirty="0">
                <a:latin typeface="Times New Roman" panose="02020603050405020304" pitchFamily="18" charset="0"/>
              </a:rPr>
              <a:t>FALSE</a:t>
            </a:r>
            <a:r>
              <a:rPr lang="zh-CN" altLang="en-US" sz="1600" b="1" dirty="0">
                <a:latin typeface="Times New Roman" panose="02020603050405020304" pitchFamily="18" charset="0"/>
              </a:rPr>
              <a:t>则不创建。</a:t>
            </a:r>
            <a:endParaRPr lang="zh-CN" altLang="en-US" sz="1600" b="1" dirty="0">
              <a:latin typeface="Times New Roman" panose="02020603050405020304" pitchFamily="18" charset="0"/>
            </a:endParaRPr>
          </a:p>
          <a:p>
            <a:pPr indent="276225"/>
            <a:r>
              <a:rPr lang="en-US" altLang="zh-CN" sz="1600" b="1" dirty="0">
                <a:latin typeface="Times New Roman" panose="02020603050405020304" pitchFamily="18" charset="0"/>
              </a:rPr>
              <a:t>Endcap        </a:t>
            </a:r>
            <a:r>
              <a:rPr lang="zh-CN" altLang="en-US" sz="1600" b="1" dirty="0">
                <a:latin typeface="Times New Roman" panose="02020603050405020304" pitchFamily="18" charset="0"/>
              </a:rPr>
              <a:t>布尔值，</a:t>
            </a:r>
            <a:r>
              <a:rPr lang="en-US" altLang="zh-CN" sz="1600" b="1" dirty="0">
                <a:latin typeface="Times New Roman" panose="02020603050405020304" pitchFamily="18" charset="0"/>
              </a:rPr>
              <a:t>TRUE</a:t>
            </a:r>
            <a:r>
              <a:rPr lang="zh-CN" altLang="en-US" sz="1600" b="1" dirty="0">
                <a:latin typeface="Times New Roman" panose="02020603050405020304" pitchFamily="18" charset="0"/>
              </a:rPr>
              <a:t>表示创建结束端，此为默认值，</a:t>
            </a:r>
            <a:r>
              <a:rPr lang="en-US" altLang="zh-CN" sz="1600" b="1" dirty="0">
                <a:latin typeface="Times New Roman" panose="02020603050405020304" pitchFamily="18" charset="0"/>
              </a:rPr>
              <a:t>FALSE</a:t>
            </a:r>
            <a:r>
              <a:rPr lang="zh-CN" altLang="en-US" sz="1600" b="1" dirty="0">
                <a:latin typeface="Times New Roman" panose="02020603050405020304" pitchFamily="18" charset="0"/>
              </a:rPr>
              <a:t>则不创建。</a:t>
            </a:r>
            <a:endParaRPr lang="zh-CN" altLang="en-US" sz="1600" b="1" dirty="0">
              <a:latin typeface="Times New Roman" panose="02020603050405020304" pitchFamily="18" charset="0"/>
            </a:endParaRPr>
          </a:p>
          <a:p>
            <a:pPr indent="276225"/>
            <a:r>
              <a:rPr lang="en-US" altLang="zh-CN" sz="1600" b="1" dirty="0">
                <a:latin typeface="Times New Roman" panose="02020603050405020304" pitchFamily="18" charset="0"/>
              </a:rPr>
              <a:t>Convex        </a:t>
            </a:r>
            <a:r>
              <a:rPr lang="zh-CN" altLang="en-US" sz="1600" b="1" dirty="0">
                <a:latin typeface="Times New Roman" panose="02020603050405020304" pitchFamily="18" charset="0"/>
              </a:rPr>
              <a:t>布尔值，</a:t>
            </a:r>
            <a:r>
              <a:rPr lang="en-US" altLang="zh-CN" sz="1600" b="1" dirty="0">
                <a:latin typeface="Times New Roman" panose="02020603050405020304" pitchFamily="18" charset="0"/>
              </a:rPr>
              <a:t>TRUE</a:t>
            </a:r>
            <a:r>
              <a:rPr lang="zh-CN" altLang="en-US" sz="1600" b="1" dirty="0">
                <a:latin typeface="Times New Roman" panose="02020603050405020304" pitchFamily="18" charset="0"/>
              </a:rPr>
              <a:t>表示起始端和结束端断面是凸的，此为默认值。</a:t>
            </a:r>
            <a:r>
              <a:rPr lang="en-US" altLang="zh-CN" sz="1600" b="1" dirty="0">
                <a:latin typeface="Times New Roman" panose="02020603050405020304" pitchFamily="18" charset="0"/>
              </a:rPr>
              <a:t>FALSE</a:t>
            </a:r>
            <a:r>
              <a:rPr lang="zh-CN" altLang="en-US" sz="1600" b="1" dirty="0">
                <a:latin typeface="Times New Roman" panose="02020603050405020304" pitchFamily="18" charset="0"/>
              </a:rPr>
              <a:t>则表示为凹的。如果</a:t>
            </a:r>
            <a:r>
              <a:rPr lang="en-US" altLang="zh-CN" sz="1600" b="1" dirty="0">
                <a:latin typeface="Times New Roman" panose="02020603050405020304" pitchFamily="18" charset="0"/>
              </a:rPr>
              <a:t>begincap</a:t>
            </a:r>
            <a:r>
              <a:rPr lang="zh-CN" altLang="en-US" sz="1600" b="1" dirty="0">
                <a:latin typeface="Times New Roman" panose="02020603050405020304" pitchFamily="18" charset="0"/>
              </a:rPr>
              <a:t>和</a:t>
            </a:r>
            <a:r>
              <a:rPr lang="en-US" altLang="zh-CN" sz="1600" b="1" dirty="0">
                <a:latin typeface="Times New Roman" panose="02020603050405020304" pitchFamily="18" charset="0"/>
              </a:rPr>
              <a:t>endcap</a:t>
            </a:r>
            <a:r>
              <a:rPr lang="zh-CN" altLang="en-US" sz="1600" b="1" dirty="0">
                <a:latin typeface="Times New Roman" panose="02020603050405020304" pitchFamily="18" charset="0"/>
              </a:rPr>
              <a:t>值均为</a:t>
            </a:r>
            <a:r>
              <a:rPr lang="en-US" altLang="zh-CN" sz="1600" b="1" dirty="0">
                <a:latin typeface="Times New Roman" panose="02020603050405020304" pitchFamily="18" charset="0"/>
              </a:rPr>
              <a:t>FALSE，</a:t>
            </a:r>
            <a:r>
              <a:rPr lang="zh-CN" altLang="en-US" sz="1600" b="1" dirty="0">
                <a:latin typeface="Times New Roman" panose="02020603050405020304" pitchFamily="18" charset="0"/>
              </a:rPr>
              <a:t>此字段就不具意义。</a:t>
            </a:r>
            <a:endParaRPr lang="zh-CN" altLang="en-US" sz="1600" b="1" dirty="0">
              <a:latin typeface="Times New Roman" panose="02020603050405020304" pitchFamily="18" charset="0"/>
            </a:endParaRPr>
          </a:p>
          <a:p>
            <a:pPr indent="276225"/>
            <a:r>
              <a:rPr lang="en-US" altLang="zh-CN" sz="1600" b="1" dirty="0">
                <a:latin typeface="Times New Roman" panose="02020603050405020304" pitchFamily="18" charset="0"/>
              </a:rPr>
              <a:t>Ccw           </a:t>
            </a:r>
            <a:r>
              <a:rPr lang="zh-CN" altLang="en-US" sz="1600" b="1" dirty="0">
                <a:latin typeface="Times New Roman" panose="02020603050405020304" pitchFamily="18" charset="0"/>
              </a:rPr>
              <a:t>是 </a:t>
            </a:r>
            <a:r>
              <a:rPr lang="en-US" altLang="zh-CN" sz="1600" b="1" dirty="0">
                <a:latin typeface="Times New Roman" panose="02020603050405020304" pitchFamily="18" charset="0"/>
              </a:rPr>
              <a:t>counterclockwise(</a:t>
            </a:r>
            <a:r>
              <a:rPr lang="zh-CN" altLang="en-US" sz="1600" b="1" dirty="0">
                <a:latin typeface="Times New Roman" panose="02020603050405020304" pitchFamily="18" charset="0"/>
              </a:rPr>
              <a:t>逆时针)的缩写，如果字段值为</a:t>
            </a:r>
            <a:r>
              <a:rPr lang="en-US" altLang="zh-CN" sz="1600" b="1" dirty="0">
                <a:latin typeface="Times New Roman" panose="02020603050405020304" pitchFamily="18" charset="0"/>
              </a:rPr>
              <a:t>TRUE，</a:t>
            </a:r>
            <a:r>
              <a:rPr lang="zh-CN" altLang="en-US" sz="1600" b="1" dirty="0">
                <a:latin typeface="Times New Roman" panose="02020603050405020304" pitchFamily="18" charset="0"/>
              </a:rPr>
              <a:t>就是逆时针建立边界，也就是表面朝向+</a:t>
            </a:r>
            <a:r>
              <a:rPr lang="en-US" altLang="zh-CN" sz="1600" b="1" dirty="0">
                <a:latin typeface="Times New Roman" panose="02020603050405020304" pitchFamily="18" charset="0"/>
              </a:rPr>
              <a:t>Y</a:t>
            </a:r>
            <a:r>
              <a:rPr lang="zh-CN" altLang="en-US" sz="1600" b="1" dirty="0">
                <a:latin typeface="Times New Roman" panose="02020603050405020304" pitchFamily="18" charset="0"/>
              </a:rPr>
              <a:t>轴，此为默认值。如果字段值为</a:t>
            </a:r>
            <a:r>
              <a:rPr lang="en-US" altLang="zh-CN" sz="1600" b="1" dirty="0">
                <a:latin typeface="Times New Roman" panose="02020603050405020304" pitchFamily="18" charset="0"/>
              </a:rPr>
              <a:t>FALSE，</a:t>
            </a:r>
            <a:r>
              <a:rPr lang="zh-CN" altLang="en-US" sz="1600" b="1" dirty="0">
                <a:latin typeface="Times New Roman" panose="02020603050405020304" pitchFamily="18" charset="0"/>
              </a:rPr>
              <a:t>就是顺时针建立边界，即表面朝向-</a:t>
            </a:r>
            <a:r>
              <a:rPr lang="en-US" altLang="zh-CN" sz="1600" b="1" dirty="0">
                <a:latin typeface="Times New Roman" panose="02020603050405020304" pitchFamily="18" charset="0"/>
              </a:rPr>
              <a:t>Y</a:t>
            </a:r>
            <a:r>
              <a:rPr lang="zh-CN" altLang="en-US" sz="1600" b="1" dirty="0">
                <a:latin typeface="Times New Roman" panose="02020603050405020304" pitchFamily="18" charset="0"/>
              </a:rPr>
              <a:t>轴。</a:t>
            </a:r>
            <a:endParaRPr lang="zh-CN" altLang="en-US" sz="1600" b="1" dirty="0">
              <a:latin typeface="Times New Roman" panose="02020603050405020304" pitchFamily="18" charset="0"/>
            </a:endParaRPr>
          </a:p>
          <a:p>
            <a:pPr indent="276225"/>
            <a:r>
              <a:rPr lang="en-US" altLang="zh-CN" sz="1600" b="1" dirty="0">
                <a:latin typeface="Times New Roman" panose="02020603050405020304" pitchFamily="18" charset="0"/>
              </a:rPr>
              <a:t>Solid           </a:t>
            </a:r>
            <a:r>
              <a:rPr lang="zh-CN" altLang="en-US" sz="1600" b="1" dirty="0">
                <a:latin typeface="Times New Roman" panose="02020603050405020304" pitchFamily="18" charset="0"/>
              </a:rPr>
              <a:t>字段值为</a:t>
            </a:r>
            <a:r>
              <a:rPr lang="en-US" altLang="zh-CN" sz="1600" b="1" dirty="0">
                <a:latin typeface="Times New Roman" panose="02020603050405020304" pitchFamily="18" charset="0"/>
              </a:rPr>
              <a:t>TRUE</a:t>
            </a:r>
            <a:r>
              <a:rPr lang="zh-CN" altLang="en-US" sz="1600" b="1" dirty="0">
                <a:latin typeface="Times New Roman" panose="02020603050405020304" pitchFamily="18" charset="0"/>
              </a:rPr>
              <a:t>时表示只创建正面，不创建反面，这是默认值。</a:t>
            </a:r>
            <a:r>
              <a:rPr lang="en-US" altLang="zh-CN" sz="1600" b="1" dirty="0">
                <a:latin typeface="Times New Roman" panose="02020603050405020304" pitchFamily="18" charset="0"/>
              </a:rPr>
              <a:t>FALSE</a:t>
            </a:r>
            <a:r>
              <a:rPr lang="zh-CN" altLang="en-US" sz="1600" b="1" dirty="0">
                <a:latin typeface="Times New Roman" panose="02020603050405020304" pitchFamily="18" charset="0"/>
              </a:rPr>
              <a:t>表示正反两面都创建。</a:t>
            </a:r>
            <a:endParaRPr lang="zh-CN" altLang="en-US" sz="1600" b="1" dirty="0">
              <a:latin typeface="Times New Roman" panose="02020603050405020304" pitchFamily="18" charset="0"/>
            </a:endParaRPr>
          </a:p>
          <a:p>
            <a:pPr indent="276225"/>
            <a:r>
              <a:rPr lang="en-US" altLang="zh-CN" sz="1600" b="1" dirty="0">
                <a:latin typeface="Times New Roman" panose="02020603050405020304" pitchFamily="18" charset="0"/>
              </a:rPr>
              <a:t>Creaseangle     </a:t>
            </a:r>
            <a:r>
              <a:rPr lang="zh-CN" altLang="en-US" sz="1600" b="1" dirty="0">
                <a:latin typeface="Times New Roman" panose="02020603050405020304" pitchFamily="18" charset="0"/>
              </a:rPr>
              <a:t>表示摺痕的角度，单位是弧度，默认值是0.0。若使用比较小的角度，那么整个表面摺痕会很清楚，若使用比较大的角度，表面就比较平滑。</a:t>
            </a:r>
            <a:endParaRPr lang="zh-CN" altLang="en-US" sz="1600" b="1" dirty="0">
              <a:latin typeface="Times New Roman" panose="02020603050405020304" pitchFamily="18" charset="0"/>
            </a:endParaRPr>
          </a:p>
        </p:txBody>
      </p:sp>
      <p:sp>
        <p:nvSpPr>
          <p:cNvPr id="79876" name="Rectangle 3"/>
          <p:cNvSpPr/>
          <p:nvPr/>
        </p:nvSpPr>
        <p:spPr>
          <a:xfrm>
            <a:off x="1403350" y="908050"/>
            <a:ext cx="2995613" cy="457200"/>
          </a:xfrm>
          <a:prstGeom prst="rect">
            <a:avLst/>
          </a:prstGeom>
          <a:noFill/>
          <a:ln w="9525">
            <a:noFill/>
          </a:ln>
        </p:spPr>
        <p:txBody>
          <a:bodyPr wrap="none">
            <a:spAutoFit/>
          </a:bodyPr>
          <a:p>
            <a:r>
              <a:rPr lang="zh-CN" altLang="en-US" b="1" dirty="0">
                <a:latin typeface="Times New Roman" panose="02020603050405020304" pitchFamily="18" charset="0"/>
              </a:rPr>
              <a:t>成形节点---</a:t>
            </a:r>
            <a:r>
              <a:rPr lang="en-US" altLang="zh-CN" b="1" dirty="0">
                <a:latin typeface="Times New Roman" panose="02020603050405020304" pitchFamily="18" charset="0"/>
              </a:rPr>
              <a:t>Extrusion</a:t>
            </a:r>
            <a:endParaRPr lang="en-US" altLang="zh-CN" b="1" dirty="0">
              <a:latin typeface="Times New Roman" panose="02020603050405020304" pitchFamily="18" charset="0"/>
            </a:endParaRPr>
          </a:p>
        </p:txBody>
      </p:sp>
    </p:spTree>
  </p:cSld>
  <p:clrMapOvr>
    <a:masterClrMapping/>
  </p:clrMapOvr>
  <p:transition>
    <p:random/>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0898" name="页脚占位符 1"/>
          <p:cNvSpPr txBox="1">
            <a:spLocks noGrp="1"/>
          </p:cNvSpPr>
          <p:nvPr>
            <p:ph type="ftr" sz="quarter" idx="3"/>
          </p:nvPr>
        </p:nvSpPr>
        <p:spPr>
          <a:xfrm>
            <a:off x="3733800" y="6570663"/>
            <a:ext cx="2590800" cy="280987"/>
          </a:xfrm>
          <a:ln/>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r>
              <a:rPr lang="zh-CN" altLang="en-US" sz="1200" dirty="0">
                <a:solidFill>
                  <a:schemeClr val="folHlink"/>
                </a:solidFill>
              </a:rPr>
              <a:t>《虚拟地理环境及其应用》</a:t>
            </a:r>
            <a:endParaRPr lang="zh-CN" altLang="en-US" sz="1200" dirty="0">
              <a:solidFill>
                <a:schemeClr val="folHlink"/>
              </a:solidFill>
            </a:endParaRPr>
          </a:p>
        </p:txBody>
      </p:sp>
      <p:sp>
        <p:nvSpPr>
          <p:cNvPr id="80899" name="Rectangle 2"/>
          <p:cNvSpPr/>
          <p:nvPr/>
        </p:nvSpPr>
        <p:spPr>
          <a:xfrm>
            <a:off x="827088" y="2201863"/>
            <a:ext cx="7561262" cy="3849687"/>
          </a:xfrm>
          <a:prstGeom prst="rect">
            <a:avLst/>
          </a:prstGeom>
          <a:noFill/>
          <a:ln w="9525">
            <a:noFill/>
          </a:ln>
        </p:spPr>
        <p:txBody>
          <a:bodyPr anchor="ctr" anchorCtr="0">
            <a:spAutoFit/>
          </a:bodyPr>
          <a:p>
            <a:pPr indent="400050"/>
            <a:r>
              <a:rPr lang="en-US" altLang="zh-CN" sz="1600" b="1" dirty="0">
                <a:latin typeface="Times New Roman" panose="02020603050405020304" pitchFamily="18" charset="0"/>
              </a:rPr>
              <a:t>CrossSection    </a:t>
            </a:r>
            <a:r>
              <a:rPr lang="zh-CN" altLang="en-US" sz="1600" b="1" dirty="0">
                <a:latin typeface="Times New Roman" panose="02020603050405020304" pitchFamily="18" charset="0"/>
              </a:rPr>
              <a:t>该字段的功能是定义二维的断面形状，默认为一个正方形。断面在节点的局部坐标系</a:t>
            </a:r>
            <a:r>
              <a:rPr lang="en-US" altLang="zh-CN" sz="1600" b="1" dirty="0">
                <a:latin typeface="Times New Roman" panose="02020603050405020304" pitchFamily="18" charset="0"/>
              </a:rPr>
              <a:t>xz</a:t>
            </a:r>
            <a:r>
              <a:rPr lang="zh-CN" altLang="en-US" sz="1600" b="1" dirty="0">
                <a:latin typeface="Times New Roman" panose="02020603050405020304" pitchFamily="18" charset="0"/>
              </a:rPr>
              <a:t>平面中定义，二维的坐标的第一个数是</a:t>
            </a:r>
            <a:r>
              <a:rPr lang="en-US" altLang="zh-CN" sz="1600" b="1" dirty="0">
                <a:latin typeface="Times New Roman" panose="02020603050405020304" pitchFamily="18" charset="0"/>
              </a:rPr>
              <a:t>x</a:t>
            </a:r>
            <a:r>
              <a:rPr lang="zh-CN" altLang="en-US" sz="1600" b="1" dirty="0">
                <a:latin typeface="Times New Roman" panose="02020603050405020304" pitchFamily="18" charset="0"/>
              </a:rPr>
              <a:t>坐标，另一个是</a:t>
            </a:r>
            <a:r>
              <a:rPr lang="en-US" altLang="zh-CN" sz="1600" b="1" dirty="0">
                <a:latin typeface="Times New Roman" panose="02020603050405020304" pitchFamily="18" charset="0"/>
              </a:rPr>
              <a:t>z</a:t>
            </a:r>
            <a:r>
              <a:rPr lang="zh-CN" altLang="en-US" sz="1600" b="1" dirty="0">
                <a:latin typeface="Times New Roman" panose="02020603050405020304" pitchFamily="18" charset="0"/>
              </a:rPr>
              <a:t>坐标。</a:t>
            </a:r>
            <a:endParaRPr lang="zh-CN" altLang="en-US" sz="1600" b="1" dirty="0">
              <a:latin typeface="Times New Roman" panose="02020603050405020304" pitchFamily="18" charset="0"/>
            </a:endParaRPr>
          </a:p>
          <a:p>
            <a:pPr indent="400050"/>
            <a:r>
              <a:rPr lang="en-US" altLang="zh-CN" sz="1600" b="1" dirty="0">
                <a:latin typeface="Times New Roman" panose="02020603050405020304" pitchFamily="18" charset="0"/>
              </a:rPr>
              <a:t>Orientation      </a:t>
            </a:r>
            <a:r>
              <a:rPr lang="zh-CN" altLang="en-US" sz="1600" b="1" dirty="0">
                <a:latin typeface="Times New Roman" panose="02020603050405020304" pitchFamily="18" charset="0"/>
              </a:rPr>
              <a:t>该字段定义一连串的方位值，每个断面的方位值皆对应一个路径位置值。若只有一个方位值，则所有的路径位置都对应它，默认值为（0 0 1 0）</a:t>
            </a:r>
            <a:endParaRPr lang="zh-CN" altLang="en-US" sz="1600" b="1" dirty="0">
              <a:latin typeface="Times New Roman" panose="02020603050405020304" pitchFamily="18" charset="0"/>
            </a:endParaRPr>
          </a:p>
          <a:p>
            <a:pPr indent="400050"/>
            <a:r>
              <a:rPr lang="en-US" altLang="zh-CN" sz="1600" b="1" dirty="0">
                <a:latin typeface="Times New Roman" panose="02020603050405020304" pitchFamily="18" charset="0"/>
              </a:rPr>
              <a:t>Scale           </a:t>
            </a:r>
            <a:r>
              <a:rPr lang="zh-CN" altLang="en-US" sz="1600" b="1" dirty="0">
                <a:latin typeface="Times New Roman" panose="02020603050405020304" pitchFamily="18" charset="0"/>
              </a:rPr>
              <a:t>该字段定义一连串的缩放值，每个断面的缩放值皆对应一个路径位置值。若只有一个方位值，则所有的路径位置都对应它，默认值为（1 1）</a:t>
            </a:r>
            <a:endParaRPr lang="zh-CN" altLang="en-US" sz="1600" b="1" dirty="0">
              <a:latin typeface="Times New Roman" panose="02020603050405020304" pitchFamily="18" charset="0"/>
            </a:endParaRPr>
          </a:p>
          <a:p>
            <a:pPr indent="400050"/>
            <a:r>
              <a:rPr lang="en-US" altLang="zh-CN" sz="1600" b="1" dirty="0">
                <a:latin typeface="Times New Roman" panose="02020603050405020304" pitchFamily="18" charset="0"/>
              </a:rPr>
              <a:t>Spine           </a:t>
            </a:r>
            <a:r>
              <a:rPr lang="zh-CN" altLang="en-US" sz="1600" b="1" dirty="0">
                <a:latin typeface="Times New Roman" panose="02020603050405020304" pitchFamily="18" charset="0"/>
              </a:rPr>
              <a:t>默认值为[0 0 0，0 1 0]</a:t>
            </a:r>
            <a:endParaRPr lang="zh-CN" altLang="en-US" sz="1600" b="1" dirty="0">
              <a:latin typeface="Times New Roman" panose="02020603050405020304" pitchFamily="18" charset="0"/>
            </a:endParaRPr>
          </a:p>
          <a:p>
            <a:pPr indent="400050"/>
            <a:r>
              <a:rPr lang="zh-CN" altLang="en-US" sz="1600" b="1" dirty="0">
                <a:latin typeface="Times New Roman" panose="02020603050405020304" pitchFamily="18" charset="0"/>
              </a:rPr>
              <a:t>事件说明：</a:t>
            </a:r>
            <a:endParaRPr lang="zh-CN" altLang="en-US" sz="1600" b="1" dirty="0">
              <a:latin typeface="Times New Roman" panose="02020603050405020304" pitchFamily="18" charset="0"/>
            </a:endParaRPr>
          </a:p>
          <a:p>
            <a:pPr indent="400050"/>
            <a:r>
              <a:rPr lang="en-US" altLang="zh-CN" sz="1600" b="1" dirty="0">
                <a:latin typeface="Times New Roman" panose="02020603050405020304" pitchFamily="18" charset="0"/>
              </a:rPr>
              <a:t>set_crossSection   </a:t>
            </a:r>
            <a:r>
              <a:rPr lang="zh-CN" altLang="en-US" sz="1600" b="1" dirty="0">
                <a:latin typeface="Times New Roman" panose="02020603050405020304" pitchFamily="18" charset="0"/>
              </a:rPr>
              <a:t>该事件为</a:t>
            </a:r>
            <a:r>
              <a:rPr lang="en-US" altLang="zh-CN" sz="1600" b="1" dirty="0">
                <a:latin typeface="Times New Roman" panose="02020603050405020304" pitchFamily="18" charset="0"/>
              </a:rPr>
              <a:t>eventin</a:t>
            </a:r>
            <a:r>
              <a:rPr lang="zh-CN" altLang="en-US" sz="1600" b="1" dirty="0">
                <a:latin typeface="Times New Roman" panose="02020603050405020304" pitchFamily="18" charset="0"/>
              </a:rPr>
              <a:t>事件，用来设置断面形状</a:t>
            </a:r>
            <a:endParaRPr lang="zh-CN" altLang="en-US" sz="1600" b="1" dirty="0">
              <a:latin typeface="Times New Roman" panose="02020603050405020304" pitchFamily="18" charset="0"/>
            </a:endParaRPr>
          </a:p>
          <a:p>
            <a:pPr indent="400050"/>
            <a:r>
              <a:rPr lang="en-US" altLang="zh-CN" sz="1600" b="1" dirty="0">
                <a:latin typeface="Times New Roman" panose="02020603050405020304" pitchFamily="18" charset="0"/>
              </a:rPr>
              <a:t>set_orientation     </a:t>
            </a:r>
            <a:r>
              <a:rPr lang="zh-CN" altLang="en-US" sz="1600" b="1" dirty="0">
                <a:latin typeface="Times New Roman" panose="02020603050405020304" pitchFamily="18" charset="0"/>
              </a:rPr>
              <a:t>该事件为</a:t>
            </a:r>
            <a:r>
              <a:rPr lang="en-US" altLang="zh-CN" sz="1600" b="1" dirty="0">
                <a:latin typeface="Times New Roman" panose="02020603050405020304" pitchFamily="18" charset="0"/>
              </a:rPr>
              <a:t>eventin</a:t>
            </a:r>
            <a:r>
              <a:rPr lang="zh-CN" altLang="en-US" sz="1600" b="1" dirty="0">
                <a:latin typeface="Times New Roman" panose="02020603050405020304" pitchFamily="18" charset="0"/>
              </a:rPr>
              <a:t>事件，用来设置方位值</a:t>
            </a:r>
            <a:endParaRPr lang="zh-CN" altLang="en-US" sz="1600" b="1" dirty="0">
              <a:latin typeface="Times New Roman" panose="02020603050405020304" pitchFamily="18" charset="0"/>
            </a:endParaRPr>
          </a:p>
          <a:p>
            <a:pPr indent="400050"/>
            <a:r>
              <a:rPr lang="en-US" altLang="zh-CN" sz="1600" b="1" dirty="0">
                <a:latin typeface="Times New Roman" panose="02020603050405020304" pitchFamily="18" charset="0"/>
              </a:rPr>
              <a:t>set_scale          </a:t>
            </a:r>
            <a:r>
              <a:rPr lang="zh-CN" altLang="en-US" sz="1600" b="1" dirty="0">
                <a:latin typeface="Times New Roman" panose="02020603050405020304" pitchFamily="18" charset="0"/>
              </a:rPr>
              <a:t>该事件为</a:t>
            </a:r>
            <a:r>
              <a:rPr lang="en-US" altLang="zh-CN" sz="1600" b="1" dirty="0">
                <a:latin typeface="Times New Roman" panose="02020603050405020304" pitchFamily="18" charset="0"/>
              </a:rPr>
              <a:t>eventin</a:t>
            </a:r>
            <a:r>
              <a:rPr lang="zh-CN" altLang="en-US" sz="1600" b="1" dirty="0">
                <a:latin typeface="Times New Roman" panose="02020603050405020304" pitchFamily="18" charset="0"/>
              </a:rPr>
              <a:t>事件，用来设置缩防值</a:t>
            </a:r>
            <a:endParaRPr lang="zh-CN" altLang="en-US" sz="1600" b="1" dirty="0">
              <a:latin typeface="Times New Roman" panose="02020603050405020304" pitchFamily="18" charset="0"/>
            </a:endParaRPr>
          </a:p>
          <a:p>
            <a:pPr indent="400050"/>
            <a:r>
              <a:rPr lang="en-US" altLang="zh-CN" sz="1600" b="1" dirty="0">
                <a:latin typeface="Times New Roman" panose="02020603050405020304" pitchFamily="18" charset="0"/>
              </a:rPr>
              <a:t>set_spine          </a:t>
            </a:r>
            <a:r>
              <a:rPr lang="zh-CN" altLang="en-US" sz="1600" b="1" dirty="0">
                <a:latin typeface="Times New Roman" panose="02020603050405020304" pitchFamily="18" charset="0"/>
              </a:rPr>
              <a:t>该事件为</a:t>
            </a:r>
            <a:r>
              <a:rPr lang="en-US" altLang="zh-CN" sz="1600" b="1" dirty="0">
                <a:latin typeface="Times New Roman" panose="02020603050405020304" pitchFamily="18" charset="0"/>
              </a:rPr>
              <a:t>eventin</a:t>
            </a:r>
            <a:r>
              <a:rPr lang="zh-CN" altLang="en-US" sz="1600" b="1" dirty="0">
                <a:latin typeface="Times New Roman" panose="02020603050405020304" pitchFamily="18" charset="0"/>
              </a:rPr>
              <a:t>事件，用来设置路径</a:t>
            </a:r>
            <a:endParaRPr lang="zh-CN" altLang="en-US" sz="1600" b="1" dirty="0">
              <a:latin typeface="Times New Roman" panose="02020603050405020304" pitchFamily="18" charset="0"/>
            </a:endParaRPr>
          </a:p>
          <a:p>
            <a:pPr indent="400050"/>
            <a:r>
              <a:rPr lang="zh-CN" altLang="en-US" sz="2200" b="1" dirty="0">
                <a:latin typeface="宋体" panose="02010600030101010101" pitchFamily="2" charset="-122"/>
              </a:rPr>
              <a:t>示例4-8</a:t>
            </a:r>
            <a:endParaRPr lang="zh-CN" altLang="en-US" sz="2200" b="1" dirty="0">
              <a:latin typeface="宋体" panose="02010600030101010101" pitchFamily="2" charset="-122"/>
            </a:endParaRPr>
          </a:p>
          <a:p>
            <a:pPr indent="400050"/>
            <a:endParaRPr lang="zh-CN" altLang="en-US" sz="1600" b="1" dirty="0">
              <a:latin typeface="Times New Roman" panose="02020603050405020304" pitchFamily="18" charset="0"/>
            </a:endParaRPr>
          </a:p>
        </p:txBody>
      </p:sp>
      <p:sp>
        <p:nvSpPr>
          <p:cNvPr id="80900" name="Rectangle 3"/>
          <p:cNvSpPr/>
          <p:nvPr/>
        </p:nvSpPr>
        <p:spPr>
          <a:xfrm>
            <a:off x="1476375" y="908050"/>
            <a:ext cx="2995613" cy="457200"/>
          </a:xfrm>
          <a:prstGeom prst="rect">
            <a:avLst/>
          </a:prstGeom>
          <a:noFill/>
          <a:ln w="9525">
            <a:noFill/>
          </a:ln>
        </p:spPr>
        <p:txBody>
          <a:bodyPr wrap="none">
            <a:spAutoFit/>
          </a:bodyPr>
          <a:p>
            <a:r>
              <a:rPr lang="zh-CN" altLang="en-US" b="1" dirty="0">
                <a:latin typeface="Times New Roman" panose="02020603050405020304" pitchFamily="18" charset="0"/>
              </a:rPr>
              <a:t>成形节点---</a:t>
            </a:r>
            <a:r>
              <a:rPr lang="en-US" altLang="zh-CN" b="1" dirty="0">
                <a:latin typeface="Times New Roman" panose="02020603050405020304" pitchFamily="18" charset="0"/>
              </a:rPr>
              <a:t>Extrusion</a:t>
            </a:r>
            <a:endParaRPr lang="en-US" altLang="zh-CN" b="1" dirty="0">
              <a:latin typeface="Times New Roman" panose="02020603050405020304" pitchFamily="18" charset="0"/>
            </a:endParaRPr>
          </a:p>
        </p:txBody>
      </p:sp>
    </p:spTree>
  </p:cSld>
  <p:clrMapOvr>
    <a:masterClrMapping/>
  </p:clrMapOvr>
  <p:transition>
    <p:random/>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22" name="页脚占位符 1"/>
          <p:cNvSpPr txBox="1">
            <a:spLocks noGrp="1"/>
          </p:cNvSpPr>
          <p:nvPr>
            <p:ph type="ftr" sz="quarter" idx="3"/>
          </p:nvPr>
        </p:nvSpPr>
        <p:spPr>
          <a:xfrm>
            <a:off x="3733800" y="6570663"/>
            <a:ext cx="2590800" cy="280987"/>
          </a:xfrm>
          <a:ln/>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r>
              <a:rPr lang="zh-CN" altLang="en-US" sz="1200" dirty="0">
                <a:solidFill>
                  <a:schemeClr val="folHlink"/>
                </a:solidFill>
              </a:rPr>
              <a:t>《虚拟地理环境及其应用》</a:t>
            </a:r>
            <a:endParaRPr lang="zh-CN" altLang="en-US" sz="1200" dirty="0">
              <a:solidFill>
                <a:schemeClr val="folHlink"/>
              </a:solidFill>
            </a:endParaRPr>
          </a:p>
        </p:txBody>
      </p:sp>
      <p:sp>
        <p:nvSpPr>
          <p:cNvPr id="81923" name="Rectangle 2"/>
          <p:cNvSpPr/>
          <p:nvPr/>
        </p:nvSpPr>
        <p:spPr>
          <a:xfrm>
            <a:off x="900113" y="2354263"/>
            <a:ext cx="6480175" cy="2771775"/>
          </a:xfrm>
          <a:prstGeom prst="rect">
            <a:avLst/>
          </a:prstGeom>
          <a:noFill/>
          <a:ln w="9525">
            <a:noFill/>
          </a:ln>
        </p:spPr>
        <p:txBody>
          <a:bodyPr anchor="ctr" anchorCtr="0">
            <a:spAutoFit/>
          </a:bodyPr>
          <a:p>
            <a:pPr indent="266700"/>
            <a:r>
              <a:rPr lang="zh-CN" altLang="en-US" sz="2200" b="1" dirty="0">
                <a:latin typeface="Times New Roman" panose="02020603050405020304" pitchFamily="18" charset="0"/>
              </a:rPr>
              <a:t>     一个</a:t>
            </a:r>
            <a:r>
              <a:rPr lang="en-US" altLang="zh-CN" sz="2200" b="1" dirty="0">
                <a:latin typeface="Times New Roman" panose="02020603050405020304" pitchFamily="18" charset="0"/>
              </a:rPr>
              <a:t>VRML</a:t>
            </a:r>
            <a:r>
              <a:rPr lang="zh-CN" altLang="en-US" sz="2200" b="1" dirty="0">
                <a:latin typeface="Times New Roman" panose="02020603050405020304" pitchFamily="18" charset="0"/>
              </a:rPr>
              <a:t>的点是利用</a:t>
            </a:r>
            <a:r>
              <a:rPr lang="en-US" altLang="zh-CN" sz="2200" b="1" dirty="0">
                <a:latin typeface="Times New Roman" panose="02020603050405020304" pitchFamily="18" charset="0"/>
              </a:rPr>
              <a:t>X，Y，Z</a:t>
            </a:r>
            <a:r>
              <a:rPr lang="zh-CN" altLang="en-US" sz="2200" b="1" dirty="0">
                <a:latin typeface="Times New Roman" panose="02020603050405020304" pitchFamily="18" charset="0"/>
              </a:rPr>
              <a:t>坐标定义出位置。</a:t>
            </a:r>
            <a:r>
              <a:rPr lang="en-US" altLang="zh-CN" sz="2200" b="1" dirty="0">
                <a:latin typeface="Times New Roman" panose="02020603050405020304" pitchFamily="18" charset="0"/>
              </a:rPr>
              <a:t>PointSet</a:t>
            </a:r>
            <a:r>
              <a:rPr lang="zh-CN" altLang="en-US" sz="2200" b="1" dirty="0">
                <a:latin typeface="Times New Roman" panose="02020603050405020304" pitchFamily="18" charset="0"/>
              </a:rPr>
              <a:t>节点是将很多点集合起来。</a:t>
            </a:r>
            <a:r>
              <a:rPr lang="en-US" altLang="zh-CN" sz="2200" b="1" dirty="0">
                <a:latin typeface="Times New Roman" panose="02020603050405020304" pitchFamily="18" charset="0"/>
              </a:rPr>
              <a:t>PointSet</a:t>
            </a:r>
            <a:r>
              <a:rPr lang="zh-CN" altLang="en-US" sz="2200" b="1" dirty="0">
                <a:latin typeface="Times New Roman" panose="02020603050405020304" pitchFamily="18" charset="0"/>
              </a:rPr>
              <a:t>包含两个字段，这两个字段都是节点：一个是</a:t>
            </a:r>
            <a:r>
              <a:rPr lang="en-US" altLang="zh-CN" sz="2200" b="1" dirty="0">
                <a:latin typeface="Times New Roman" panose="02020603050405020304" pitchFamily="18" charset="0"/>
              </a:rPr>
              <a:t>color</a:t>
            </a:r>
            <a:r>
              <a:rPr lang="zh-CN" altLang="en-US" sz="2200" b="1" dirty="0">
                <a:latin typeface="Times New Roman" panose="02020603050405020304" pitchFamily="18" charset="0"/>
              </a:rPr>
              <a:t>字段，用</a:t>
            </a:r>
            <a:r>
              <a:rPr lang="en-US" altLang="zh-CN" sz="2200" b="1" dirty="0">
                <a:latin typeface="Times New Roman" panose="02020603050405020304" pitchFamily="18" charset="0"/>
              </a:rPr>
              <a:t>color</a:t>
            </a:r>
            <a:r>
              <a:rPr lang="zh-CN" altLang="en-US" sz="2200" b="1" dirty="0">
                <a:latin typeface="Times New Roman" panose="02020603050405020304" pitchFamily="18" charset="0"/>
              </a:rPr>
              <a:t>节点来控制颜色；另一个是</a:t>
            </a:r>
            <a:r>
              <a:rPr lang="en-US" altLang="zh-CN" sz="2200" b="1" dirty="0">
                <a:latin typeface="Times New Roman" panose="02020603050405020304" pitchFamily="18" charset="0"/>
              </a:rPr>
              <a:t>coord</a:t>
            </a:r>
            <a:r>
              <a:rPr lang="zh-CN" altLang="en-US" sz="2200" b="1" dirty="0">
                <a:latin typeface="Times New Roman" panose="02020603050405020304" pitchFamily="18" charset="0"/>
              </a:rPr>
              <a:t>字段，用</a:t>
            </a:r>
            <a:r>
              <a:rPr lang="en-US" altLang="zh-CN" sz="2200" b="1" dirty="0">
                <a:latin typeface="Times New Roman" panose="02020603050405020304" pitchFamily="18" charset="0"/>
              </a:rPr>
              <a:t>Coordination</a:t>
            </a:r>
            <a:r>
              <a:rPr lang="zh-CN" altLang="en-US" sz="2200" b="1" dirty="0">
                <a:latin typeface="Times New Roman" panose="02020603050405020304" pitchFamily="18" charset="0"/>
              </a:rPr>
              <a:t>节点来控制坐标。本节点能建立一个离散点集，因此可用来制作飞机场的指示灯、星星等。点集不受光源影响。不能增加纹理，不进行碰撞检测。 </a:t>
            </a:r>
            <a:endParaRPr lang="zh-CN" altLang="en-US" sz="2200" b="1" dirty="0">
              <a:latin typeface="Times New Roman" panose="02020603050405020304" pitchFamily="18" charset="0"/>
            </a:endParaRPr>
          </a:p>
        </p:txBody>
      </p:sp>
      <p:sp>
        <p:nvSpPr>
          <p:cNvPr id="81924" name="Rectangle 3"/>
          <p:cNvSpPr/>
          <p:nvPr/>
        </p:nvSpPr>
        <p:spPr>
          <a:xfrm>
            <a:off x="1403350" y="836613"/>
            <a:ext cx="4572000" cy="822325"/>
          </a:xfrm>
          <a:prstGeom prst="rect">
            <a:avLst/>
          </a:prstGeom>
          <a:noFill/>
          <a:ln w="9525">
            <a:noFill/>
          </a:ln>
        </p:spPr>
        <p:txBody>
          <a:bodyPr>
            <a:spAutoFit/>
          </a:bodyPr>
          <a:p>
            <a:pPr eaLnBrk="1" hangingPunct="1"/>
            <a:endParaRPr lang="zh-CN" altLang="en-US" b="1" dirty="0">
              <a:latin typeface="Times New Roman" panose="02020603050405020304" pitchFamily="18" charset="0"/>
            </a:endParaRPr>
          </a:p>
          <a:p>
            <a:pPr eaLnBrk="1" hangingPunct="1"/>
            <a:r>
              <a:rPr lang="zh-CN" altLang="en-US" b="1" dirty="0">
                <a:latin typeface="Times New Roman" panose="02020603050405020304" pitchFamily="18" charset="0"/>
              </a:rPr>
              <a:t>（8）点集合节点—</a:t>
            </a:r>
            <a:r>
              <a:rPr lang="en-US" altLang="zh-CN" b="1" dirty="0">
                <a:latin typeface="Times New Roman" panose="02020603050405020304" pitchFamily="18" charset="0"/>
              </a:rPr>
              <a:t>PointSet</a:t>
            </a:r>
            <a:endParaRPr lang="en-US" altLang="zh-CN" b="1" dirty="0">
              <a:latin typeface="Times New Roman" panose="02020603050405020304" pitchFamily="18" charset="0"/>
            </a:endParaRPr>
          </a:p>
        </p:txBody>
      </p:sp>
    </p:spTree>
  </p:cSld>
  <p:clrMapOvr>
    <a:masterClrMapping/>
  </p:clrMapOvr>
  <p:transition>
    <p:random/>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2946" name="页脚占位符 1"/>
          <p:cNvSpPr txBox="1">
            <a:spLocks noGrp="1"/>
          </p:cNvSpPr>
          <p:nvPr>
            <p:ph type="ftr" sz="quarter" idx="3"/>
          </p:nvPr>
        </p:nvSpPr>
        <p:spPr>
          <a:xfrm>
            <a:off x="3733800" y="6570663"/>
            <a:ext cx="2590800" cy="280987"/>
          </a:xfrm>
          <a:ln/>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r>
              <a:rPr lang="zh-CN" altLang="en-US" sz="1200" dirty="0">
                <a:solidFill>
                  <a:schemeClr val="folHlink"/>
                </a:solidFill>
              </a:rPr>
              <a:t>《虚拟地理环境及其应用》</a:t>
            </a:r>
            <a:endParaRPr lang="zh-CN" altLang="en-US" sz="1200" dirty="0">
              <a:solidFill>
                <a:schemeClr val="folHlink"/>
              </a:solidFill>
            </a:endParaRPr>
          </a:p>
        </p:txBody>
      </p:sp>
      <p:sp>
        <p:nvSpPr>
          <p:cNvPr id="93186" name="Rectangle 2"/>
          <p:cNvSpPr/>
          <p:nvPr/>
        </p:nvSpPr>
        <p:spPr>
          <a:xfrm>
            <a:off x="1116013" y="2365375"/>
            <a:ext cx="7561262" cy="3605213"/>
          </a:xfrm>
          <a:prstGeom prst="rect">
            <a:avLst/>
          </a:prstGeom>
          <a:noFill/>
          <a:ln w="9525">
            <a:noFill/>
          </a:ln>
        </p:spPr>
        <p:txBody>
          <a:bodyPr anchor="ctr" anchorCtr="0">
            <a:spAutoFit/>
          </a:bodyPr>
          <a:p>
            <a:pPr indent="276225"/>
            <a:r>
              <a:rPr lang="en-US" altLang="zh-CN" sz="1600" b="1" dirty="0">
                <a:latin typeface="Times New Roman" panose="02020603050405020304" pitchFamily="18" charset="0"/>
              </a:rPr>
              <a:t>PointSet  Node  Syntax</a:t>
            </a:r>
            <a:endParaRPr lang="en-US" altLang="zh-CN" sz="1600" b="1" dirty="0">
              <a:latin typeface="Times New Roman" panose="02020603050405020304" pitchFamily="18" charset="0"/>
            </a:endParaRPr>
          </a:p>
          <a:p>
            <a:pPr indent="276225"/>
            <a:r>
              <a:rPr lang="en-US" altLang="zh-CN" sz="1600" b="1" dirty="0">
                <a:latin typeface="Times New Roman" panose="02020603050405020304" pitchFamily="18" charset="0"/>
              </a:rPr>
              <a:t>  Pointset  {</a:t>
            </a:r>
            <a:endParaRPr lang="en-US" altLang="zh-CN" sz="1600" b="1" dirty="0">
              <a:latin typeface="Times New Roman" panose="02020603050405020304" pitchFamily="18" charset="0"/>
            </a:endParaRPr>
          </a:p>
          <a:p>
            <a:pPr indent="276225"/>
            <a:r>
              <a:rPr lang="en-US" altLang="zh-CN" sz="1600" b="1" dirty="0">
                <a:latin typeface="Times New Roman" panose="02020603050405020304" pitchFamily="18" charset="0"/>
              </a:rPr>
              <a:t>          Exposedfield      SFNode         color     NULL</a:t>
            </a:r>
            <a:endParaRPr lang="en-US" altLang="zh-CN" sz="1600" b="1" dirty="0">
              <a:latin typeface="Times New Roman" panose="02020603050405020304" pitchFamily="18" charset="0"/>
            </a:endParaRPr>
          </a:p>
          <a:p>
            <a:pPr indent="276225"/>
            <a:r>
              <a:rPr lang="en-US" altLang="zh-CN" sz="1600" b="1" dirty="0">
                <a:latin typeface="Times New Roman" panose="02020603050405020304" pitchFamily="18" charset="0"/>
              </a:rPr>
              <a:t>          Exposedfield      SFNode         coord     NULL</a:t>
            </a:r>
            <a:endParaRPr lang="en-US" altLang="zh-CN" sz="1600" b="1" dirty="0">
              <a:latin typeface="Times New Roman" panose="02020603050405020304" pitchFamily="18" charset="0"/>
            </a:endParaRPr>
          </a:p>
          <a:p>
            <a:pPr indent="276225"/>
            <a:r>
              <a:rPr lang="en-US" altLang="zh-CN" sz="1600" b="1" dirty="0">
                <a:latin typeface="Times New Roman" panose="02020603050405020304" pitchFamily="18" charset="0"/>
              </a:rPr>
              <a:t>          }</a:t>
            </a:r>
            <a:endParaRPr lang="en-US" altLang="zh-CN" sz="1600" b="1" dirty="0">
              <a:latin typeface="Times New Roman" panose="02020603050405020304" pitchFamily="18" charset="0"/>
            </a:endParaRPr>
          </a:p>
          <a:p>
            <a:pPr indent="276225"/>
            <a:r>
              <a:rPr lang="zh-CN" altLang="en-US" sz="1600" b="1" dirty="0">
                <a:latin typeface="Times New Roman" panose="02020603050405020304" pitchFamily="18" charset="0"/>
              </a:rPr>
              <a:t>字段说明：</a:t>
            </a:r>
            <a:endParaRPr lang="zh-CN" altLang="en-US" sz="1600" b="1" dirty="0">
              <a:latin typeface="Times New Roman" panose="02020603050405020304" pitchFamily="18" charset="0"/>
            </a:endParaRPr>
          </a:p>
          <a:p>
            <a:pPr indent="276225"/>
            <a:r>
              <a:rPr lang="zh-CN" altLang="en-US" sz="1600" b="1" dirty="0">
                <a:latin typeface="Times New Roman" panose="02020603050405020304" pitchFamily="18" charset="0"/>
              </a:rPr>
              <a:t>    </a:t>
            </a:r>
            <a:r>
              <a:rPr lang="en-US" altLang="zh-CN" sz="1600" b="1" dirty="0">
                <a:latin typeface="Times New Roman" panose="02020603050405020304" pitchFamily="18" charset="0"/>
              </a:rPr>
              <a:t>Color       </a:t>
            </a:r>
            <a:r>
              <a:rPr lang="zh-CN" altLang="en-US" sz="1600" b="1" dirty="0">
                <a:latin typeface="Times New Roman" panose="02020603050405020304" pitchFamily="18" charset="0"/>
              </a:rPr>
              <a:t>该字段包括一个</a:t>
            </a:r>
            <a:r>
              <a:rPr lang="en-US" altLang="zh-CN" sz="1600" b="1" dirty="0">
                <a:latin typeface="Times New Roman" panose="02020603050405020304" pitchFamily="18" charset="0"/>
              </a:rPr>
              <a:t>color</a:t>
            </a:r>
            <a:r>
              <a:rPr lang="zh-CN" altLang="en-US" sz="1600" b="1" dirty="0">
                <a:latin typeface="Times New Roman" panose="02020603050405020304" pitchFamily="18" charset="0"/>
              </a:rPr>
              <a:t>节点，用来定义每一个点的颜色。</a:t>
            </a:r>
            <a:endParaRPr lang="zh-CN" altLang="en-US" sz="1600" b="1" dirty="0">
              <a:latin typeface="Times New Roman" panose="02020603050405020304" pitchFamily="18" charset="0"/>
            </a:endParaRPr>
          </a:p>
          <a:p>
            <a:pPr indent="276225"/>
            <a:r>
              <a:rPr lang="zh-CN" altLang="en-US" sz="1600" b="1" dirty="0">
                <a:latin typeface="Times New Roman" panose="02020603050405020304" pitchFamily="18" charset="0"/>
              </a:rPr>
              <a:t>    </a:t>
            </a:r>
            <a:r>
              <a:rPr lang="en-US" altLang="zh-CN" sz="1600" b="1" dirty="0">
                <a:latin typeface="Times New Roman" panose="02020603050405020304" pitchFamily="18" charset="0"/>
              </a:rPr>
              <a:t>Coord       </a:t>
            </a:r>
            <a:r>
              <a:rPr lang="zh-CN" altLang="en-US" sz="1600" b="1" dirty="0">
                <a:latin typeface="Times New Roman" panose="02020603050405020304" pitchFamily="18" charset="0"/>
              </a:rPr>
              <a:t>该字段包括一个</a:t>
            </a:r>
            <a:r>
              <a:rPr lang="en-US" altLang="zh-CN" sz="1600" b="1" dirty="0">
                <a:latin typeface="Times New Roman" panose="02020603050405020304" pitchFamily="18" charset="0"/>
              </a:rPr>
              <a:t>coordination</a:t>
            </a:r>
            <a:r>
              <a:rPr lang="zh-CN" altLang="en-US" sz="1600" b="1" dirty="0">
                <a:latin typeface="Times New Roman" panose="02020603050405020304" pitchFamily="18" charset="0"/>
              </a:rPr>
              <a:t>节点，用来定义每一个点的坐标。</a:t>
            </a:r>
            <a:endParaRPr lang="zh-CN" altLang="en-US" sz="1600" b="1" dirty="0">
              <a:latin typeface="Times New Roman" panose="02020603050405020304" pitchFamily="18" charset="0"/>
            </a:endParaRPr>
          </a:p>
          <a:p>
            <a:pPr indent="276225"/>
            <a:r>
              <a:rPr lang="en-US" altLang="zh-CN" sz="1600" b="1" dirty="0">
                <a:latin typeface="Times New Roman" panose="02020603050405020304" pitchFamily="18" charset="0"/>
              </a:rPr>
              <a:t>Coordinate</a:t>
            </a:r>
            <a:r>
              <a:rPr lang="zh-CN" altLang="en-US" sz="1600" b="1" dirty="0">
                <a:latin typeface="Times New Roman" panose="02020603050405020304" pitchFamily="18" charset="0"/>
              </a:rPr>
              <a:t>节点：指定一组三维坐标值，用于</a:t>
            </a:r>
            <a:r>
              <a:rPr lang="en-US" altLang="zh-CN" sz="1600" b="1" dirty="0">
                <a:latin typeface="Times New Roman" panose="02020603050405020304" pitchFamily="18" charset="0"/>
              </a:rPr>
              <a:t>IndexedFaceSet、IndexedLineSet、</a:t>
            </a:r>
            <a:r>
              <a:rPr lang="zh-CN" altLang="en-US" sz="1600" b="1" dirty="0">
                <a:latin typeface="Times New Roman" panose="02020603050405020304" pitchFamily="18" charset="0"/>
              </a:rPr>
              <a:t>和</a:t>
            </a:r>
            <a:r>
              <a:rPr lang="en-US" altLang="zh-CN" sz="1600" b="1" dirty="0">
                <a:latin typeface="Times New Roman" panose="02020603050405020304" pitchFamily="18" charset="0"/>
              </a:rPr>
              <a:t>PointSet</a:t>
            </a:r>
            <a:r>
              <a:rPr lang="zh-CN" altLang="en-US" sz="1600" b="1" dirty="0">
                <a:latin typeface="Times New Roman" panose="02020603050405020304" pitchFamily="18" charset="0"/>
              </a:rPr>
              <a:t>之类的基于定点的几何节点的</a:t>
            </a:r>
            <a:r>
              <a:rPr lang="en-US" altLang="zh-CN" sz="1600" b="1" dirty="0">
                <a:latin typeface="Times New Roman" panose="02020603050405020304" pitchFamily="18" charset="0"/>
              </a:rPr>
              <a:t>Coord</a:t>
            </a:r>
            <a:r>
              <a:rPr lang="zh-CN" altLang="en-US" sz="1600" b="1" dirty="0">
                <a:latin typeface="Times New Roman" panose="02020603050405020304" pitchFamily="18" charset="0"/>
              </a:rPr>
              <a:t>字段中。</a:t>
            </a:r>
            <a:endParaRPr lang="zh-CN" altLang="en-US" sz="1600" b="1" dirty="0">
              <a:latin typeface="Times New Roman" panose="02020603050405020304" pitchFamily="18" charset="0"/>
            </a:endParaRPr>
          </a:p>
          <a:p>
            <a:pPr indent="276225"/>
            <a:r>
              <a:rPr lang="en-US" altLang="zh-CN" sz="1600" b="1" dirty="0">
                <a:latin typeface="Times New Roman" panose="02020603050405020304" pitchFamily="18" charset="0"/>
              </a:rPr>
              <a:t>Coordinate  Node  Syntax </a:t>
            </a:r>
            <a:endParaRPr lang="en-US" altLang="zh-CN" sz="1600" b="1" dirty="0">
              <a:latin typeface="Times New Roman" panose="02020603050405020304" pitchFamily="18" charset="0"/>
            </a:endParaRPr>
          </a:p>
          <a:p>
            <a:pPr indent="276225"/>
            <a:r>
              <a:rPr lang="en-US" altLang="zh-CN" sz="1600" b="1" dirty="0">
                <a:latin typeface="Times New Roman" panose="02020603050405020304" pitchFamily="18" charset="0"/>
              </a:rPr>
              <a:t>  Coordinate  {</a:t>
            </a:r>
            <a:endParaRPr lang="en-US" altLang="zh-CN" sz="1600" b="1" dirty="0">
              <a:latin typeface="Times New Roman" panose="02020603050405020304" pitchFamily="18" charset="0"/>
            </a:endParaRPr>
          </a:p>
          <a:p>
            <a:pPr indent="276225"/>
            <a:r>
              <a:rPr lang="en-US" altLang="zh-CN" sz="1600" b="1" dirty="0">
                <a:latin typeface="Times New Roman" panose="02020603050405020304" pitchFamily="18" charset="0"/>
              </a:rPr>
              <a:t>            Exposedfield      MFVec3f      point      [ ]    #(-∞,+∞)</a:t>
            </a:r>
            <a:endParaRPr lang="en-US" altLang="zh-CN" sz="1600" b="1" dirty="0">
              <a:latin typeface="Times New Roman" panose="02020603050405020304" pitchFamily="18" charset="0"/>
            </a:endParaRPr>
          </a:p>
          <a:p>
            <a:pPr indent="276225"/>
            <a:r>
              <a:rPr lang="en-US" altLang="zh-CN" sz="1600" b="1" dirty="0">
                <a:latin typeface="Times New Roman" panose="02020603050405020304" pitchFamily="18" charset="0"/>
              </a:rPr>
              <a:t>            }                                                                       </a:t>
            </a:r>
            <a:r>
              <a:rPr lang="zh-CN" altLang="en-US" sz="2200" b="1" dirty="0">
                <a:latin typeface="宋体" panose="02010600030101010101" pitchFamily="2" charset="-122"/>
              </a:rPr>
              <a:t>示例4-9</a:t>
            </a:r>
            <a:endParaRPr lang="en-US" altLang="zh-CN" sz="1600" b="1" dirty="0">
              <a:latin typeface="Times New Roman" panose="02020603050405020304" pitchFamily="18" charset="0"/>
            </a:endParaRPr>
          </a:p>
        </p:txBody>
      </p:sp>
      <p:sp>
        <p:nvSpPr>
          <p:cNvPr id="82948" name="Rectangle 3"/>
          <p:cNvSpPr/>
          <p:nvPr/>
        </p:nvSpPr>
        <p:spPr>
          <a:xfrm>
            <a:off x="1331913" y="765175"/>
            <a:ext cx="4572000" cy="457200"/>
          </a:xfrm>
          <a:prstGeom prst="rect">
            <a:avLst/>
          </a:prstGeom>
          <a:noFill/>
          <a:ln w="9525">
            <a:noFill/>
          </a:ln>
        </p:spPr>
        <p:txBody>
          <a:bodyPr>
            <a:spAutoFit/>
          </a:bodyPr>
          <a:p>
            <a:pPr eaLnBrk="1" hangingPunct="1"/>
            <a:r>
              <a:rPr lang="zh-CN" altLang="en-US" b="1" dirty="0">
                <a:latin typeface="Times New Roman" panose="02020603050405020304" pitchFamily="18" charset="0"/>
              </a:rPr>
              <a:t>点集合节点—</a:t>
            </a:r>
            <a:r>
              <a:rPr lang="en-US" altLang="zh-CN" b="1" dirty="0">
                <a:latin typeface="Times New Roman" panose="02020603050405020304" pitchFamily="18" charset="0"/>
              </a:rPr>
              <a:t>PointSet</a:t>
            </a:r>
            <a:endParaRPr lang="en-US" altLang="zh-CN" b="1" dirty="0">
              <a:latin typeface="Times New Roman" panose="02020603050405020304" pitchFamily="18" charset="0"/>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93186"/>
                                        </p:tgtEl>
                                        <p:attrNameLst>
                                          <p:attrName>style.visibility</p:attrName>
                                        </p:attrNameLst>
                                      </p:cBhvr>
                                      <p:to>
                                        <p:strVal val="visible"/>
                                      </p:to>
                                    </p:set>
                                    <p:animEffect transition="in" filter="checkerboard(across)">
                                      <p:cBhvr>
                                        <p:cTn id="7" dur="500"/>
                                        <p:tgtEl>
                                          <p:spTgt spid="931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186"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3970" name="页脚占位符 1"/>
          <p:cNvSpPr txBox="1">
            <a:spLocks noGrp="1"/>
          </p:cNvSpPr>
          <p:nvPr>
            <p:ph type="ftr" sz="quarter" idx="3"/>
          </p:nvPr>
        </p:nvSpPr>
        <p:spPr>
          <a:xfrm>
            <a:off x="3733800" y="6570663"/>
            <a:ext cx="2590800" cy="280987"/>
          </a:xfrm>
          <a:ln/>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r>
              <a:rPr lang="zh-CN" altLang="en-US" sz="1200" dirty="0">
                <a:solidFill>
                  <a:schemeClr val="folHlink"/>
                </a:solidFill>
              </a:rPr>
              <a:t>《虚拟地理环境及其应用》</a:t>
            </a:r>
            <a:endParaRPr lang="zh-CN" altLang="en-US" sz="1200" dirty="0">
              <a:solidFill>
                <a:schemeClr val="folHlink"/>
              </a:solidFill>
            </a:endParaRPr>
          </a:p>
        </p:txBody>
      </p:sp>
      <p:sp>
        <p:nvSpPr>
          <p:cNvPr id="83971" name="Rectangle 2"/>
          <p:cNvSpPr/>
          <p:nvPr/>
        </p:nvSpPr>
        <p:spPr>
          <a:xfrm>
            <a:off x="684213" y="2349500"/>
            <a:ext cx="8207375" cy="4111625"/>
          </a:xfrm>
          <a:prstGeom prst="rect">
            <a:avLst/>
          </a:prstGeom>
          <a:noFill/>
          <a:ln w="9525">
            <a:noFill/>
          </a:ln>
        </p:spPr>
        <p:txBody>
          <a:bodyPr anchor="ctr" anchorCtr="0">
            <a:spAutoFit/>
          </a:bodyPr>
          <a:p>
            <a:pPr indent="266700" defTabSz="914400">
              <a:tabLst>
                <a:tab pos="114300" algn="l"/>
              </a:tabLst>
            </a:pPr>
            <a:r>
              <a:rPr lang="en-US" altLang="zh-CN" sz="2200" b="1" dirty="0">
                <a:latin typeface="Times New Roman" panose="02020603050405020304" pitchFamily="18" charset="0"/>
              </a:rPr>
              <a:t>   VRML</a:t>
            </a:r>
            <a:r>
              <a:rPr lang="zh-CN" altLang="en-US" sz="2200" b="1" dirty="0">
                <a:latin typeface="Times New Roman" panose="02020603050405020304" pitchFamily="18" charset="0"/>
              </a:rPr>
              <a:t>的线段是由两点连接所构成的一条直线。此节点就是将许多线集合在一起，并给定每条线一个指针（</a:t>
            </a:r>
            <a:r>
              <a:rPr lang="en-US" altLang="zh-CN" sz="2200" b="1" dirty="0">
                <a:latin typeface="Times New Roman" panose="02020603050405020304" pitchFamily="18" charset="0"/>
              </a:rPr>
              <a:t>Index）,</a:t>
            </a:r>
            <a:r>
              <a:rPr lang="zh-CN" altLang="en-US" sz="2200" b="1" dirty="0">
                <a:latin typeface="Times New Roman" panose="02020603050405020304" pitchFamily="18" charset="0"/>
              </a:rPr>
              <a:t>同时每个点也有一个坐标指针。</a:t>
            </a:r>
            <a:r>
              <a:rPr lang="en-US" altLang="zh-CN" sz="2200" b="1" dirty="0">
                <a:latin typeface="Times New Roman" panose="02020603050405020304" pitchFamily="18" charset="0"/>
              </a:rPr>
              <a:t>PolyLines</a:t>
            </a:r>
            <a:r>
              <a:rPr lang="zh-CN" altLang="en-US" sz="2200" b="1" dirty="0">
                <a:latin typeface="Times New Roman" panose="02020603050405020304" pitchFamily="18" charset="0"/>
              </a:rPr>
              <a:t>就是经由一连串坐标所连成的多条直线。例如坐标指针1的点坐标和坐标指针2的点坐标相连，坐标指针2的点坐标和坐标指针3的点坐标相连，所构成的两条线就是一组</a:t>
            </a:r>
            <a:r>
              <a:rPr lang="en-US" altLang="zh-CN" sz="2200" b="1" dirty="0">
                <a:latin typeface="Times New Roman" panose="02020603050405020304" pitchFamily="18" charset="0"/>
              </a:rPr>
              <a:t>Polylines。</a:t>
            </a:r>
            <a:endParaRPr lang="en-US" altLang="zh-CN" sz="2200" b="1" dirty="0">
              <a:latin typeface="Times New Roman" panose="02020603050405020304" pitchFamily="18" charset="0"/>
            </a:endParaRPr>
          </a:p>
          <a:p>
            <a:pPr indent="266700" defTabSz="914400">
              <a:tabLst>
                <a:tab pos="114300" algn="l"/>
              </a:tabLst>
            </a:pPr>
            <a:r>
              <a:rPr lang="zh-CN" altLang="en-US" sz="2200" b="1" dirty="0">
                <a:latin typeface="Times New Roman" panose="02020603050405020304" pitchFamily="18" charset="0"/>
              </a:rPr>
              <a:t> 一个</a:t>
            </a:r>
            <a:r>
              <a:rPr lang="en-US" altLang="zh-CN" sz="2200" b="1" dirty="0">
                <a:latin typeface="Times New Roman" panose="02020603050405020304" pitchFamily="18" charset="0"/>
              </a:rPr>
              <a:t>IndexedLineSet</a:t>
            </a:r>
            <a:r>
              <a:rPr lang="zh-CN" altLang="en-US" sz="2200" b="1" dirty="0">
                <a:latin typeface="Times New Roman" panose="02020603050405020304" pitchFamily="18" charset="0"/>
              </a:rPr>
              <a:t>节点代表一个由一组指定顶点构建的一系列线段而形成的3</a:t>
            </a:r>
            <a:r>
              <a:rPr lang="en-US" altLang="zh-CN" sz="2200" b="1" dirty="0">
                <a:latin typeface="Times New Roman" panose="02020603050405020304" pitchFamily="18" charset="0"/>
              </a:rPr>
              <a:t>D</a:t>
            </a:r>
            <a:r>
              <a:rPr lang="zh-CN" altLang="en-US" sz="2200" b="1" dirty="0">
                <a:latin typeface="Times New Roman" panose="02020603050405020304" pitchFamily="18" charset="0"/>
              </a:rPr>
              <a:t>形体。在</a:t>
            </a:r>
            <a:r>
              <a:rPr lang="en-US" altLang="zh-CN" sz="2200" b="1" dirty="0">
                <a:latin typeface="Times New Roman" panose="02020603050405020304" pitchFamily="18" charset="0"/>
              </a:rPr>
              <a:t>coordIndex</a:t>
            </a:r>
            <a:r>
              <a:rPr lang="zh-CN" altLang="en-US" sz="2200" b="1" dirty="0">
                <a:latin typeface="Times New Roman" panose="02020603050405020304" pitchFamily="18" charset="0"/>
              </a:rPr>
              <a:t>字段的索引值指明如何连结各顶点以形成线段。索引值为-1时，表明当前连接的线段已经结束，下一个线段将开始。一条索引的直线集合只存在于</a:t>
            </a:r>
            <a:r>
              <a:rPr lang="en-US" altLang="zh-CN" sz="2200" b="1" dirty="0">
                <a:latin typeface="Times New Roman" panose="02020603050405020304" pitchFamily="18" charset="0"/>
              </a:rPr>
              <a:t>Shape</a:t>
            </a:r>
            <a:r>
              <a:rPr lang="zh-CN" altLang="en-US" sz="2200" b="1" dirty="0">
                <a:latin typeface="Times New Roman" panose="02020603050405020304" pitchFamily="18" charset="0"/>
              </a:rPr>
              <a:t>节点的</a:t>
            </a:r>
            <a:r>
              <a:rPr lang="en-US" altLang="zh-CN" sz="2200" b="1" dirty="0">
                <a:latin typeface="Times New Roman" panose="02020603050405020304" pitchFamily="18" charset="0"/>
              </a:rPr>
              <a:t>geometry</a:t>
            </a:r>
            <a:r>
              <a:rPr lang="zh-CN" altLang="en-US" sz="2200" b="1" dirty="0">
                <a:latin typeface="Times New Roman" panose="02020603050405020304" pitchFamily="18" charset="0"/>
              </a:rPr>
              <a:t>字段中。直线集合不受光照的影响而且不能做碰撞检测。</a:t>
            </a:r>
            <a:endParaRPr lang="zh-CN" altLang="en-US" sz="2200" b="1" dirty="0">
              <a:latin typeface="Times New Roman" panose="02020603050405020304" pitchFamily="18" charset="0"/>
            </a:endParaRPr>
          </a:p>
        </p:txBody>
      </p:sp>
      <p:sp>
        <p:nvSpPr>
          <p:cNvPr id="83972" name="Rectangle 3"/>
          <p:cNvSpPr/>
          <p:nvPr/>
        </p:nvSpPr>
        <p:spPr>
          <a:xfrm>
            <a:off x="1403350" y="765175"/>
            <a:ext cx="5383213" cy="457200"/>
          </a:xfrm>
          <a:prstGeom prst="rect">
            <a:avLst/>
          </a:prstGeom>
          <a:noFill/>
          <a:ln w="9525">
            <a:noFill/>
          </a:ln>
        </p:spPr>
        <p:txBody>
          <a:bodyPr wrap="none">
            <a:spAutoFit/>
          </a:bodyPr>
          <a:p>
            <a:r>
              <a:rPr lang="zh-CN" altLang="en-US" b="1" dirty="0">
                <a:latin typeface="Times New Roman" panose="02020603050405020304" pitchFamily="18" charset="0"/>
              </a:rPr>
              <a:t>（9）指针线集合节点—</a:t>
            </a:r>
            <a:r>
              <a:rPr lang="en-US" altLang="zh-CN" b="1" dirty="0">
                <a:latin typeface="Times New Roman" panose="02020603050405020304" pitchFamily="18" charset="0"/>
              </a:rPr>
              <a:t>IndexedLineset</a:t>
            </a:r>
            <a:endParaRPr lang="en-US" altLang="zh-CN" b="1" dirty="0">
              <a:latin typeface="Times New Roman" panose="02020603050405020304" pitchFamily="18" charset="0"/>
            </a:endParaRPr>
          </a:p>
        </p:txBody>
      </p:sp>
    </p:spTree>
  </p:cSld>
  <p:clrMapOvr>
    <a:masterClrMapping/>
  </p:clrMapOvr>
  <p:transition>
    <p:random/>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4994" name="页脚占位符 1"/>
          <p:cNvSpPr txBox="1">
            <a:spLocks noGrp="1"/>
          </p:cNvSpPr>
          <p:nvPr>
            <p:ph type="ftr" sz="quarter" idx="3"/>
          </p:nvPr>
        </p:nvSpPr>
        <p:spPr>
          <a:xfrm>
            <a:off x="3733800" y="6570663"/>
            <a:ext cx="2590800" cy="280987"/>
          </a:xfrm>
          <a:ln/>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r>
              <a:rPr lang="zh-CN" altLang="en-US" sz="1200" dirty="0">
                <a:solidFill>
                  <a:schemeClr val="folHlink"/>
                </a:solidFill>
              </a:rPr>
              <a:t>《虚拟地理环境及其应用》</a:t>
            </a:r>
            <a:endParaRPr lang="zh-CN" altLang="en-US" sz="1200" dirty="0">
              <a:solidFill>
                <a:schemeClr val="folHlink"/>
              </a:solidFill>
            </a:endParaRPr>
          </a:p>
        </p:txBody>
      </p:sp>
      <p:sp>
        <p:nvSpPr>
          <p:cNvPr id="84995" name="Rectangle 2"/>
          <p:cNvSpPr/>
          <p:nvPr/>
        </p:nvSpPr>
        <p:spPr>
          <a:xfrm>
            <a:off x="647700" y="2298700"/>
            <a:ext cx="8172450" cy="4003675"/>
          </a:xfrm>
          <a:prstGeom prst="rect">
            <a:avLst/>
          </a:prstGeom>
          <a:noFill/>
          <a:ln w="9525">
            <a:noFill/>
          </a:ln>
        </p:spPr>
        <p:txBody>
          <a:bodyPr anchor="ctr" anchorCtr="0">
            <a:spAutoFit/>
          </a:bodyPr>
          <a:p>
            <a:pPr indent="266700" defTabSz="914400">
              <a:tabLst>
                <a:tab pos="114300" algn="l"/>
              </a:tabLst>
            </a:pPr>
            <a:r>
              <a:rPr lang="en-US" altLang="zh-CN" sz="1600" b="1" dirty="0">
                <a:latin typeface="Times New Roman" panose="02020603050405020304" pitchFamily="18" charset="0"/>
              </a:rPr>
              <a:t>IndexedLineSet  Node  Syntax</a:t>
            </a:r>
            <a:endParaRPr lang="en-US" altLang="zh-CN" sz="1600" b="1" dirty="0">
              <a:latin typeface="Times New Roman" panose="02020603050405020304" pitchFamily="18" charset="0"/>
            </a:endParaRPr>
          </a:p>
          <a:p>
            <a:pPr indent="266700" defTabSz="914400">
              <a:tabLst>
                <a:tab pos="114300" algn="l"/>
              </a:tabLst>
            </a:pPr>
            <a:r>
              <a:rPr lang="en-US" altLang="zh-CN" sz="1600" b="1" dirty="0">
                <a:latin typeface="Times New Roman" panose="02020603050405020304" pitchFamily="18" charset="0"/>
              </a:rPr>
              <a:t>  Indexedlineset  {</a:t>
            </a:r>
            <a:endParaRPr lang="en-US" altLang="zh-CN" sz="1600" b="1" dirty="0">
              <a:latin typeface="Times New Roman" panose="02020603050405020304" pitchFamily="18" charset="0"/>
            </a:endParaRPr>
          </a:p>
          <a:p>
            <a:pPr indent="266700" defTabSz="914400">
              <a:tabLst>
                <a:tab pos="114300" algn="l"/>
              </a:tabLst>
            </a:pPr>
            <a:r>
              <a:rPr lang="en-US" altLang="zh-CN" sz="1600" b="1" dirty="0">
                <a:latin typeface="Times New Roman" panose="02020603050405020304" pitchFamily="18" charset="0"/>
              </a:rPr>
              <a:t>            Exposedfield       SFNode         coord        NULL</a:t>
            </a:r>
            <a:endParaRPr lang="en-US" altLang="zh-CN" sz="1600" b="1" dirty="0">
              <a:latin typeface="Times New Roman" panose="02020603050405020304" pitchFamily="18" charset="0"/>
            </a:endParaRPr>
          </a:p>
          <a:p>
            <a:pPr indent="266700" defTabSz="914400">
              <a:tabLst>
                <a:tab pos="114300" algn="l"/>
              </a:tabLst>
            </a:pPr>
            <a:r>
              <a:rPr lang="en-US" altLang="zh-CN" sz="1600" b="1" dirty="0">
                <a:latin typeface="Times New Roman" panose="02020603050405020304" pitchFamily="18" charset="0"/>
              </a:rPr>
              <a:t>            Field              MFInt32        coordindex    [ ]      #[-1, +∞]</a:t>
            </a:r>
            <a:endParaRPr lang="en-US" altLang="zh-CN" sz="1600" b="1" dirty="0">
              <a:latin typeface="Times New Roman" panose="02020603050405020304" pitchFamily="18" charset="0"/>
            </a:endParaRPr>
          </a:p>
          <a:p>
            <a:pPr indent="266700" defTabSz="914400">
              <a:tabLst>
                <a:tab pos="114300" algn="l"/>
              </a:tabLst>
            </a:pPr>
            <a:r>
              <a:rPr lang="en-US" altLang="zh-CN" sz="1600" b="1" dirty="0">
                <a:latin typeface="Times New Roman" panose="02020603050405020304" pitchFamily="18" charset="0"/>
              </a:rPr>
              <a:t>            Exposedfield        SFNode        color         NULL</a:t>
            </a:r>
            <a:endParaRPr lang="en-US" altLang="zh-CN" sz="1600" b="1" dirty="0">
              <a:latin typeface="Times New Roman" panose="02020603050405020304" pitchFamily="18" charset="0"/>
            </a:endParaRPr>
          </a:p>
          <a:p>
            <a:pPr indent="266700" defTabSz="914400">
              <a:tabLst>
                <a:tab pos="114300" algn="l"/>
              </a:tabLst>
            </a:pPr>
            <a:r>
              <a:rPr lang="en-US" altLang="zh-CN" sz="1600" b="1" dirty="0">
                <a:latin typeface="Times New Roman" panose="02020603050405020304" pitchFamily="18" charset="0"/>
              </a:rPr>
              <a:t>            Field              MFInt32        colorindex     [ ]      #[-1, +∞]</a:t>
            </a:r>
            <a:endParaRPr lang="en-US" altLang="zh-CN" sz="1600" b="1" dirty="0">
              <a:latin typeface="Times New Roman" panose="02020603050405020304" pitchFamily="18" charset="0"/>
            </a:endParaRPr>
          </a:p>
          <a:p>
            <a:pPr indent="266700" defTabSz="914400">
              <a:tabLst>
                <a:tab pos="114300" algn="l"/>
              </a:tabLst>
            </a:pPr>
            <a:r>
              <a:rPr lang="en-US" altLang="zh-CN" sz="1600" b="1" dirty="0">
                <a:latin typeface="Times New Roman" panose="02020603050405020304" pitchFamily="18" charset="0"/>
              </a:rPr>
              <a:t>            Field              SFBool         colorpervertex  TRUE</a:t>
            </a:r>
            <a:endParaRPr lang="en-US" altLang="zh-CN" sz="1600" b="1" dirty="0">
              <a:latin typeface="Times New Roman" panose="02020603050405020304" pitchFamily="18" charset="0"/>
            </a:endParaRPr>
          </a:p>
          <a:p>
            <a:pPr indent="266700" defTabSz="914400">
              <a:tabLst>
                <a:tab pos="114300" algn="l"/>
              </a:tabLst>
            </a:pPr>
            <a:r>
              <a:rPr lang="en-US" altLang="zh-CN" sz="1600" b="1" dirty="0">
                <a:latin typeface="Times New Roman" panose="02020603050405020304" pitchFamily="18" charset="0"/>
              </a:rPr>
              <a:t>            Eventin            MFInt32        set_colorindex</a:t>
            </a:r>
            <a:endParaRPr lang="en-US" altLang="zh-CN" sz="1600" b="1" dirty="0">
              <a:latin typeface="Times New Roman" panose="02020603050405020304" pitchFamily="18" charset="0"/>
            </a:endParaRPr>
          </a:p>
          <a:p>
            <a:pPr indent="266700" defTabSz="914400">
              <a:tabLst>
                <a:tab pos="114300" algn="l"/>
              </a:tabLst>
            </a:pPr>
            <a:r>
              <a:rPr lang="en-US" altLang="zh-CN" sz="1600" b="1" dirty="0">
                <a:latin typeface="Times New Roman" panose="02020603050405020304" pitchFamily="18" charset="0"/>
              </a:rPr>
              <a:t>            Eventin            MFInt32        set_coordindex</a:t>
            </a:r>
            <a:endParaRPr lang="en-US" altLang="zh-CN" sz="1600" b="1" dirty="0">
              <a:latin typeface="Times New Roman" panose="02020603050405020304" pitchFamily="18" charset="0"/>
            </a:endParaRPr>
          </a:p>
          <a:p>
            <a:pPr indent="266700" defTabSz="914400">
              <a:tabLst>
                <a:tab pos="114300" algn="l"/>
              </a:tabLst>
            </a:pPr>
            <a:r>
              <a:rPr lang="en-US" altLang="zh-CN" sz="1600" b="1" dirty="0">
                <a:latin typeface="Times New Roman" panose="02020603050405020304" pitchFamily="18" charset="0"/>
              </a:rPr>
              <a:t>              }</a:t>
            </a:r>
            <a:endParaRPr lang="en-US" altLang="zh-CN" sz="1600" b="1" dirty="0">
              <a:latin typeface="Times New Roman" panose="02020603050405020304" pitchFamily="18" charset="0"/>
            </a:endParaRPr>
          </a:p>
          <a:p>
            <a:pPr indent="266700" defTabSz="914400">
              <a:tabLst>
                <a:tab pos="114300" algn="l"/>
              </a:tabLst>
            </a:pPr>
            <a:r>
              <a:rPr lang="zh-CN" altLang="en-US" sz="1600" b="1" dirty="0">
                <a:latin typeface="Times New Roman" panose="02020603050405020304" pitchFamily="18" charset="0"/>
              </a:rPr>
              <a:t>字段说明：</a:t>
            </a:r>
            <a:endParaRPr lang="zh-CN" altLang="en-US" sz="1600" b="1" dirty="0">
              <a:latin typeface="Times New Roman" panose="02020603050405020304" pitchFamily="18" charset="0"/>
            </a:endParaRPr>
          </a:p>
          <a:p>
            <a:pPr indent="266700" defTabSz="914400">
              <a:tabLst>
                <a:tab pos="114300" algn="l"/>
              </a:tabLst>
            </a:pPr>
            <a:r>
              <a:rPr lang="zh-CN" altLang="en-US" sz="1600" b="1" dirty="0">
                <a:latin typeface="Times New Roman" panose="02020603050405020304" pitchFamily="18" charset="0"/>
              </a:rPr>
              <a:t>   </a:t>
            </a:r>
            <a:r>
              <a:rPr lang="en-US" altLang="zh-CN" sz="1600" b="1" dirty="0">
                <a:latin typeface="Times New Roman" panose="02020603050405020304" pitchFamily="18" charset="0"/>
              </a:rPr>
              <a:t>Coord      </a:t>
            </a:r>
            <a:r>
              <a:rPr lang="zh-CN" altLang="en-US" sz="1600" b="1" dirty="0">
                <a:latin typeface="Times New Roman" panose="02020603050405020304" pitchFamily="18" charset="0"/>
              </a:rPr>
              <a:t>该字段包含一个</a:t>
            </a:r>
            <a:r>
              <a:rPr lang="en-US" altLang="zh-CN" sz="1600" b="1" dirty="0">
                <a:latin typeface="Times New Roman" panose="02020603050405020304" pitchFamily="18" charset="0"/>
              </a:rPr>
              <a:t>coordinate</a:t>
            </a:r>
            <a:r>
              <a:rPr lang="zh-CN" altLang="en-US" sz="1600" b="1" dirty="0">
                <a:latin typeface="Times New Roman" panose="02020603050405020304" pitchFamily="18" charset="0"/>
              </a:rPr>
              <a:t>节点，用来定义要用到的顶点。</a:t>
            </a:r>
            <a:endParaRPr lang="zh-CN" altLang="en-US" sz="1600" b="1" dirty="0">
              <a:latin typeface="Times New Roman" panose="02020603050405020304" pitchFamily="18" charset="0"/>
            </a:endParaRPr>
          </a:p>
          <a:p>
            <a:pPr indent="266700" defTabSz="914400">
              <a:tabLst>
                <a:tab pos="114300" algn="l"/>
              </a:tabLst>
            </a:pPr>
            <a:r>
              <a:rPr lang="zh-CN" altLang="en-US" sz="1600" b="1" dirty="0">
                <a:latin typeface="Times New Roman" panose="02020603050405020304" pitchFamily="18" charset="0"/>
              </a:rPr>
              <a:t>   </a:t>
            </a:r>
            <a:r>
              <a:rPr lang="en-US" altLang="zh-CN" sz="1600" b="1" dirty="0">
                <a:latin typeface="Times New Roman" panose="02020603050405020304" pitchFamily="18" charset="0"/>
              </a:rPr>
              <a:t>Coordindex  </a:t>
            </a:r>
            <a:r>
              <a:rPr lang="zh-CN" altLang="en-US" sz="1600" b="1" dirty="0">
                <a:latin typeface="Times New Roman" panose="02020603050405020304" pitchFamily="18" charset="0"/>
              </a:rPr>
              <a:t>指向</a:t>
            </a:r>
            <a:r>
              <a:rPr lang="en-US" altLang="zh-CN" sz="1600" b="1" dirty="0">
                <a:latin typeface="Times New Roman" panose="02020603050405020304" pitchFamily="18" charset="0"/>
              </a:rPr>
              <a:t>coordinate</a:t>
            </a:r>
            <a:r>
              <a:rPr lang="zh-CN" altLang="en-US" sz="1600" b="1" dirty="0">
                <a:latin typeface="Times New Roman" panose="02020603050405020304" pitchFamily="18" charset="0"/>
              </a:rPr>
              <a:t>节点的一个索引列表，指明那些顶点相连和以什么顺序相连</a:t>
            </a:r>
            <a:endParaRPr lang="zh-CN" altLang="en-US" sz="1600" b="1" dirty="0">
              <a:latin typeface="Times New Roman" panose="02020603050405020304" pitchFamily="18" charset="0"/>
            </a:endParaRPr>
          </a:p>
          <a:p>
            <a:pPr indent="266700" defTabSz="914400">
              <a:tabLst>
                <a:tab pos="114300" algn="l"/>
              </a:tabLst>
            </a:pPr>
            <a:r>
              <a:rPr lang="zh-CN" altLang="en-US" sz="1600" b="1" dirty="0">
                <a:latin typeface="Times New Roman" panose="02020603050405020304" pitchFamily="18" charset="0"/>
              </a:rPr>
              <a:t>   </a:t>
            </a:r>
            <a:r>
              <a:rPr lang="en-US" altLang="zh-CN" sz="1600" b="1" dirty="0">
                <a:latin typeface="Times New Roman" panose="02020603050405020304" pitchFamily="18" charset="0"/>
              </a:rPr>
              <a:t>Color       </a:t>
            </a:r>
            <a:r>
              <a:rPr lang="zh-CN" altLang="en-US" sz="1600" b="1" dirty="0">
                <a:latin typeface="Times New Roman" panose="02020603050405020304" pitchFamily="18" charset="0"/>
              </a:rPr>
              <a:t>该字段包含一个</a:t>
            </a:r>
            <a:r>
              <a:rPr lang="en-US" altLang="zh-CN" sz="1600" b="1" dirty="0">
                <a:latin typeface="Times New Roman" panose="02020603050405020304" pitchFamily="18" charset="0"/>
              </a:rPr>
              <a:t>color</a:t>
            </a:r>
            <a:r>
              <a:rPr lang="zh-CN" altLang="en-US" sz="1600" b="1" dirty="0">
                <a:latin typeface="Times New Roman" panose="02020603050405020304" pitchFamily="18" charset="0"/>
              </a:rPr>
              <a:t>节点，它列出了用于为每个顶点或每个面着色的颜色列表。</a:t>
            </a:r>
            <a:endParaRPr lang="zh-CN" altLang="en-US" sz="1600" b="1" dirty="0">
              <a:latin typeface="Times New Roman" panose="02020603050405020304" pitchFamily="18" charset="0"/>
            </a:endParaRPr>
          </a:p>
        </p:txBody>
      </p:sp>
      <p:sp>
        <p:nvSpPr>
          <p:cNvPr id="84996" name="Rectangle 3"/>
          <p:cNvSpPr/>
          <p:nvPr/>
        </p:nvSpPr>
        <p:spPr>
          <a:xfrm>
            <a:off x="1331913" y="908050"/>
            <a:ext cx="4621212" cy="457200"/>
          </a:xfrm>
          <a:prstGeom prst="rect">
            <a:avLst/>
          </a:prstGeom>
          <a:noFill/>
          <a:ln w="9525">
            <a:noFill/>
          </a:ln>
        </p:spPr>
        <p:txBody>
          <a:bodyPr wrap="none">
            <a:spAutoFit/>
          </a:bodyPr>
          <a:p>
            <a:r>
              <a:rPr lang="zh-CN" altLang="en-US" b="1" dirty="0">
                <a:latin typeface="Times New Roman" panose="02020603050405020304" pitchFamily="18" charset="0"/>
              </a:rPr>
              <a:t>指针线集合节点—</a:t>
            </a:r>
            <a:r>
              <a:rPr lang="en-US" altLang="zh-CN" b="1" dirty="0">
                <a:latin typeface="Times New Roman" panose="02020603050405020304" pitchFamily="18" charset="0"/>
              </a:rPr>
              <a:t>IndexedLineset</a:t>
            </a:r>
            <a:endParaRPr lang="en-US" altLang="zh-CN" b="1" dirty="0">
              <a:latin typeface="Times New Roman" panose="02020603050405020304" pitchFamily="18" charset="0"/>
            </a:endParaRPr>
          </a:p>
        </p:txBody>
      </p:sp>
    </p:spTree>
  </p:cSld>
  <p:clrMapOvr>
    <a:masterClrMapping/>
  </p:clrMapOvr>
  <p:transition>
    <p:random/>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6018" name="页脚占位符 1"/>
          <p:cNvSpPr txBox="1">
            <a:spLocks noGrp="1"/>
          </p:cNvSpPr>
          <p:nvPr>
            <p:ph type="ftr" sz="quarter" idx="3"/>
          </p:nvPr>
        </p:nvSpPr>
        <p:spPr>
          <a:xfrm>
            <a:off x="3733800" y="6570663"/>
            <a:ext cx="2590800" cy="280987"/>
          </a:xfrm>
          <a:ln/>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r>
              <a:rPr lang="zh-CN" altLang="en-US" sz="1200" dirty="0">
                <a:solidFill>
                  <a:schemeClr val="folHlink"/>
                </a:solidFill>
              </a:rPr>
              <a:t>《虚拟地理环境及其应用》</a:t>
            </a:r>
            <a:endParaRPr lang="zh-CN" altLang="en-US" sz="1200" dirty="0">
              <a:solidFill>
                <a:schemeClr val="folHlink"/>
              </a:solidFill>
            </a:endParaRPr>
          </a:p>
        </p:txBody>
      </p:sp>
      <p:sp>
        <p:nvSpPr>
          <p:cNvPr id="86019" name="Rectangle 2"/>
          <p:cNvSpPr/>
          <p:nvPr/>
        </p:nvSpPr>
        <p:spPr>
          <a:xfrm>
            <a:off x="1066800" y="1981200"/>
            <a:ext cx="7567613" cy="4413250"/>
          </a:xfrm>
          <a:prstGeom prst="rect">
            <a:avLst/>
          </a:prstGeom>
          <a:noFill/>
          <a:ln w="9525">
            <a:noFill/>
          </a:ln>
        </p:spPr>
        <p:txBody>
          <a:bodyPr anchor="ctr" anchorCtr="0">
            <a:spAutoFit/>
          </a:bodyPr>
          <a:p>
            <a:pPr indent="266700" defTabSz="914400">
              <a:tabLst>
                <a:tab pos="114300" algn="l"/>
              </a:tabLst>
            </a:pPr>
            <a:r>
              <a:rPr lang="en-US" altLang="zh-CN" b="1" dirty="0">
                <a:latin typeface="宋体" panose="02010600030101010101" pitchFamily="2" charset="-122"/>
              </a:rPr>
              <a:t>Colorindex  </a:t>
            </a:r>
            <a:r>
              <a:rPr lang="zh-CN" altLang="en-US" b="1" dirty="0">
                <a:latin typeface="宋体" panose="02010600030101010101" pitchFamily="2" charset="-122"/>
              </a:rPr>
              <a:t>指向</a:t>
            </a:r>
            <a:r>
              <a:rPr lang="en-US" altLang="zh-CN" b="1" dirty="0">
                <a:latin typeface="宋体" panose="02010600030101010101" pitchFamily="2" charset="-122"/>
              </a:rPr>
              <a:t>Color</a:t>
            </a:r>
            <a:r>
              <a:rPr lang="zh-CN" altLang="en-US" b="1" dirty="0">
                <a:latin typeface="宋体" panose="02010600030101010101" pitchFamily="2" charset="-122"/>
              </a:rPr>
              <a:t>节点的索引列表,指明每种颜色赋给的顶点或折线。</a:t>
            </a:r>
            <a:endParaRPr lang="zh-CN" altLang="en-US" b="1" dirty="0">
              <a:latin typeface="宋体" panose="02010600030101010101" pitchFamily="2" charset="-122"/>
            </a:endParaRPr>
          </a:p>
          <a:p>
            <a:pPr indent="266700" defTabSz="914400">
              <a:tabLst>
                <a:tab pos="114300" algn="l"/>
              </a:tabLst>
            </a:pPr>
            <a:r>
              <a:rPr lang="en-US" altLang="zh-CN" b="1" dirty="0">
                <a:latin typeface="宋体" panose="02010600030101010101" pitchFamily="2" charset="-122"/>
              </a:rPr>
              <a:t>Colorpervertex  </a:t>
            </a:r>
            <a:r>
              <a:rPr lang="zh-CN" altLang="en-US" b="1" dirty="0">
                <a:latin typeface="宋体" panose="02010600030101010101" pitchFamily="2" charset="-122"/>
              </a:rPr>
              <a:t>如果在</a:t>
            </a:r>
            <a:r>
              <a:rPr lang="en-US" altLang="zh-CN" b="1" dirty="0">
                <a:latin typeface="宋体" panose="02010600030101010101" pitchFamily="2" charset="-122"/>
              </a:rPr>
              <a:t>color</a:t>
            </a:r>
            <a:r>
              <a:rPr lang="zh-CN" altLang="en-US" b="1" dirty="0">
                <a:latin typeface="宋体" panose="02010600030101010101" pitchFamily="2" charset="-122"/>
              </a:rPr>
              <a:t>字段有一个</a:t>
            </a:r>
            <a:r>
              <a:rPr lang="en-US" altLang="zh-CN" b="1" dirty="0">
                <a:latin typeface="宋体" panose="02010600030101010101" pitchFamily="2" charset="-122"/>
              </a:rPr>
              <a:t>Color</a:t>
            </a:r>
            <a:r>
              <a:rPr lang="zh-CN" altLang="en-US" b="1" dirty="0">
                <a:latin typeface="宋体" panose="02010600030101010101" pitchFamily="2" charset="-122"/>
              </a:rPr>
              <a:t>节点，则该字段指明是把一种颜色赋给每个顶点（</a:t>
            </a:r>
            <a:r>
              <a:rPr lang="en-US" altLang="zh-CN" b="1" dirty="0">
                <a:latin typeface="宋体" panose="02010600030101010101" pitchFamily="2" charset="-122"/>
              </a:rPr>
              <a:t>TRUE）</a:t>
            </a:r>
            <a:r>
              <a:rPr lang="zh-CN" altLang="en-US" b="1" dirty="0">
                <a:latin typeface="宋体" panose="02010600030101010101" pitchFamily="2" charset="-122"/>
              </a:rPr>
              <a:t>还是赋给每条折线（</a:t>
            </a:r>
            <a:r>
              <a:rPr lang="en-US" altLang="zh-CN" b="1" dirty="0">
                <a:latin typeface="宋体" panose="02010600030101010101" pitchFamily="2" charset="-122"/>
              </a:rPr>
              <a:t>FALSE）。</a:t>
            </a:r>
            <a:endParaRPr lang="en-US" altLang="zh-CN" b="1" dirty="0">
              <a:latin typeface="宋体" panose="02010600030101010101" pitchFamily="2" charset="-122"/>
            </a:endParaRPr>
          </a:p>
          <a:p>
            <a:pPr indent="266700" defTabSz="914400">
              <a:tabLst>
                <a:tab pos="114300" algn="l"/>
              </a:tabLst>
            </a:pPr>
            <a:r>
              <a:rPr lang="zh-CN" altLang="en-US" b="1" dirty="0">
                <a:latin typeface="宋体" panose="02010600030101010101" pitchFamily="2" charset="-122"/>
              </a:rPr>
              <a:t>事件说明：</a:t>
            </a:r>
            <a:endParaRPr lang="zh-CN" altLang="en-US" b="1" dirty="0">
              <a:latin typeface="宋体" panose="02010600030101010101" pitchFamily="2" charset="-122"/>
            </a:endParaRPr>
          </a:p>
          <a:p>
            <a:pPr indent="266700" defTabSz="914400">
              <a:tabLst>
                <a:tab pos="114300" algn="l"/>
              </a:tabLst>
            </a:pPr>
            <a:r>
              <a:rPr lang="en-US" altLang="zh-CN" b="1" dirty="0">
                <a:latin typeface="宋体" panose="02010600030101010101" pitchFamily="2" charset="-122"/>
              </a:rPr>
              <a:t>set_colorindex    </a:t>
            </a:r>
            <a:r>
              <a:rPr lang="zh-CN" altLang="en-US" b="1" dirty="0">
                <a:latin typeface="宋体" panose="02010600030101010101" pitchFamily="2" charset="-122"/>
              </a:rPr>
              <a:t>该事件是一个</a:t>
            </a:r>
            <a:r>
              <a:rPr lang="en-US" altLang="zh-CN" b="1" dirty="0">
                <a:latin typeface="宋体" panose="02010600030101010101" pitchFamily="2" charset="-122"/>
              </a:rPr>
              <a:t>eventin</a:t>
            </a:r>
            <a:r>
              <a:rPr lang="zh-CN" altLang="en-US" b="1" dirty="0">
                <a:latin typeface="宋体" panose="02010600030101010101" pitchFamily="2" charset="-122"/>
              </a:rPr>
              <a:t>事件，用来设置</a:t>
            </a:r>
            <a:r>
              <a:rPr lang="en-US" altLang="zh-CN" b="1" dirty="0">
                <a:latin typeface="宋体" panose="02010600030101010101" pitchFamily="2" charset="-122"/>
              </a:rPr>
              <a:t>colorindex</a:t>
            </a:r>
            <a:r>
              <a:rPr lang="zh-CN" altLang="en-US" b="1" dirty="0">
                <a:latin typeface="宋体" panose="02010600030101010101" pitchFamily="2" charset="-122"/>
              </a:rPr>
              <a:t>字段的值。</a:t>
            </a:r>
            <a:endParaRPr lang="zh-CN" altLang="en-US" b="1" dirty="0">
              <a:latin typeface="宋体" panose="02010600030101010101" pitchFamily="2" charset="-122"/>
            </a:endParaRPr>
          </a:p>
          <a:p>
            <a:pPr indent="266700" defTabSz="914400">
              <a:tabLst>
                <a:tab pos="114300" algn="l"/>
              </a:tabLst>
            </a:pPr>
            <a:r>
              <a:rPr lang="en-US" altLang="zh-CN" b="1" dirty="0">
                <a:latin typeface="宋体" panose="02010600030101010101" pitchFamily="2" charset="-122"/>
              </a:rPr>
              <a:t>set_coordindex    </a:t>
            </a:r>
            <a:r>
              <a:rPr lang="zh-CN" altLang="en-US" b="1" dirty="0">
                <a:latin typeface="宋体" panose="02010600030101010101" pitchFamily="2" charset="-122"/>
              </a:rPr>
              <a:t>该事件是一个</a:t>
            </a:r>
            <a:r>
              <a:rPr lang="en-US" altLang="zh-CN" b="1" dirty="0">
                <a:latin typeface="宋体" panose="02010600030101010101" pitchFamily="2" charset="-122"/>
              </a:rPr>
              <a:t>eventin</a:t>
            </a:r>
            <a:r>
              <a:rPr lang="zh-CN" altLang="en-US" b="1" dirty="0">
                <a:latin typeface="宋体" panose="02010600030101010101" pitchFamily="2" charset="-122"/>
              </a:rPr>
              <a:t>事件，用来设置</a:t>
            </a:r>
            <a:r>
              <a:rPr lang="en-US" altLang="zh-CN" b="1" dirty="0">
                <a:latin typeface="宋体" panose="02010600030101010101" pitchFamily="2" charset="-122"/>
              </a:rPr>
              <a:t>coordindex</a:t>
            </a:r>
            <a:r>
              <a:rPr lang="zh-CN" altLang="en-US" b="1" dirty="0">
                <a:latin typeface="宋体" panose="02010600030101010101" pitchFamily="2" charset="-122"/>
              </a:rPr>
              <a:t>字段的值。</a:t>
            </a:r>
            <a:r>
              <a:rPr lang="zh-CN" altLang="en-US" sz="2200" b="1" dirty="0">
                <a:latin typeface="Times New Roman" panose="02020603050405020304" pitchFamily="18" charset="0"/>
              </a:rPr>
              <a:t>   </a:t>
            </a:r>
            <a:endParaRPr lang="zh-CN" altLang="en-US" sz="2200" b="1" dirty="0">
              <a:latin typeface="Times New Roman" panose="02020603050405020304" pitchFamily="18" charset="0"/>
            </a:endParaRPr>
          </a:p>
          <a:p>
            <a:pPr indent="266700" defTabSz="914400">
              <a:tabLst>
                <a:tab pos="114300" algn="l"/>
              </a:tabLst>
            </a:pPr>
            <a:r>
              <a:rPr lang="zh-CN" altLang="en-US" sz="2200" b="1" dirty="0">
                <a:latin typeface="宋体" panose="02010600030101010101" pitchFamily="2" charset="-122"/>
              </a:rPr>
              <a:t>示例4-10</a:t>
            </a:r>
            <a:endParaRPr lang="zh-CN" altLang="en-US" sz="2200" b="1" dirty="0">
              <a:latin typeface="宋体" panose="02010600030101010101" pitchFamily="2" charset="-122"/>
            </a:endParaRPr>
          </a:p>
          <a:p>
            <a:pPr indent="266700" defTabSz="914400">
              <a:tabLst>
                <a:tab pos="114300" algn="l"/>
              </a:tabLst>
            </a:pPr>
            <a:endParaRPr lang="zh-CN" altLang="en-US" sz="2200" b="1" dirty="0">
              <a:latin typeface="Times New Roman" panose="02020603050405020304" pitchFamily="18" charset="0"/>
            </a:endParaRPr>
          </a:p>
        </p:txBody>
      </p:sp>
      <p:sp>
        <p:nvSpPr>
          <p:cNvPr id="86020" name="Rectangle 3"/>
          <p:cNvSpPr/>
          <p:nvPr/>
        </p:nvSpPr>
        <p:spPr>
          <a:xfrm>
            <a:off x="1403350" y="981075"/>
            <a:ext cx="4621213" cy="457200"/>
          </a:xfrm>
          <a:prstGeom prst="rect">
            <a:avLst/>
          </a:prstGeom>
          <a:noFill/>
          <a:ln w="9525">
            <a:noFill/>
          </a:ln>
        </p:spPr>
        <p:txBody>
          <a:bodyPr wrap="none">
            <a:spAutoFit/>
          </a:bodyPr>
          <a:p>
            <a:r>
              <a:rPr lang="zh-CN" altLang="en-US" b="1" dirty="0">
                <a:latin typeface="Times New Roman" panose="02020603050405020304" pitchFamily="18" charset="0"/>
              </a:rPr>
              <a:t>指针线集合节点—</a:t>
            </a:r>
            <a:r>
              <a:rPr lang="en-US" altLang="zh-CN" b="1" dirty="0">
                <a:latin typeface="Times New Roman" panose="02020603050405020304" pitchFamily="18" charset="0"/>
              </a:rPr>
              <a:t>IndexedLineset</a:t>
            </a:r>
            <a:endParaRPr lang="en-US" altLang="zh-CN" b="1" dirty="0">
              <a:latin typeface="Times New Roman" panose="02020603050405020304" pitchFamily="18" charset="0"/>
            </a:endParaRPr>
          </a:p>
        </p:txBody>
      </p:sp>
    </p:spTree>
  </p:cSld>
  <p:clrMapOvr>
    <a:masterClrMapping/>
  </p:clrMapOvr>
  <p:transition>
    <p:random/>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2" name="页脚占位符 1"/>
          <p:cNvSpPr txBox="1">
            <a:spLocks noGrp="1"/>
          </p:cNvSpPr>
          <p:nvPr>
            <p:ph type="ftr" sz="quarter" idx="3"/>
          </p:nvPr>
        </p:nvSpPr>
        <p:spPr>
          <a:xfrm>
            <a:off x="3733800" y="6570663"/>
            <a:ext cx="2590800" cy="280987"/>
          </a:xfrm>
          <a:ln/>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r>
              <a:rPr lang="zh-CN" altLang="en-US" sz="1200" dirty="0">
                <a:solidFill>
                  <a:schemeClr val="folHlink"/>
                </a:solidFill>
              </a:rPr>
              <a:t>《虚拟地理环境及其应用》</a:t>
            </a:r>
            <a:endParaRPr lang="zh-CN" altLang="en-US" sz="1200" dirty="0">
              <a:solidFill>
                <a:schemeClr val="folHlink"/>
              </a:solidFill>
            </a:endParaRPr>
          </a:p>
        </p:txBody>
      </p:sp>
      <p:sp>
        <p:nvSpPr>
          <p:cNvPr id="87043" name="Rectangle 2"/>
          <p:cNvSpPr/>
          <p:nvPr/>
        </p:nvSpPr>
        <p:spPr>
          <a:xfrm>
            <a:off x="539750" y="2284413"/>
            <a:ext cx="7200900" cy="4054475"/>
          </a:xfrm>
          <a:prstGeom prst="rect">
            <a:avLst/>
          </a:prstGeom>
          <a:noFill/>
          <a:ln w="9525">
            <a:noFill/>
          </a:ln>
        </p:spPr>
        <p:txBody>
          <a:bodyPr anchor="ctr" anchorCtr="0">
            <a:spAutoFit/>
          </a:bodyPr>
          <a:p>
            <a:pPr indent="266700" defTabSz="914400">
              <a:tabLst>
                <a:tab pos="114300" algn="l"/>
              </a:tabLst>
            </a:pPr>
            <a:r>
              <a:rPr lang="en-US" altLang="zh-CN" sz="1600" b="1" dirty="0">
                <a:latin typeface="Times New Roman" panose="02020603050405020304" pitchFamily="18" charset="0"/>
              </a:rPr>
              <a:t>  </a:t>
            </a:r>
            <a:r>
              <a:rPr lang="en-US" altLang="zh-CN" sz="2000" b="1" dirty="0">
                <a:latin typeface="宋体" panose="02010600030101010101" pitchFamily="2" charset="-122"/>
              </a:rPr>
              <a:t>IndexedFaceSet</a:t>
            </a:r>
            <a:r>
              <a:rPr lang="zh-CN" altLang="en-US" sz="2000" b="1" dirty="0">
                <a:latin typeface="宋体" panose="02010600030101010101" pitchFamily="2" charset="-122"/>
              </a:rPr>
              <a:t>节点的功能是将很多的面集合，并且给定每个面一个指针（</a:t>
            </a:r>
            <a:r>
              <a:rPr lang="en-US" altLang="zh-CN" sz="2000" b="1" dirty="0">
                <a:latin typeface="宋体" panose="02010600030101010101" pitchFamily="2" charset="-122"/>
              </a:rPr>
              <a:t>Index）。Polygon</a:t>
            </a:r>
            <a:r>
              <a:rPr lang="zh-CN" altLang="en-US" sz="2000" b="1" dirty="0">
                <a:latin typeface="宋体" panose="02010600030101010101" pitchFamily="2" charset="-122"/>
              </a:rPr>
              <a:t>的意义类似4.9节的</a:t>
            </a:r>
            <a:r>
              <a:rPr lang="en-US" altLang="zh-CN" sz="2000" b="1" dirty="0">
                <a:latin typeface="宋体" panose="02010600030101010101" pitchFamily="2" charset="-122"/>
              </a:rPr>
              <a:t>polylines, </a:t>
            </a:r>
            <a:r>
              <a:rPr lang="zh-CN" altLang="en-US" sz="2000" b="1" dirty="0">
                <a:latin typeface="宋体" panose="02010600030101010101" pitchFamily="2" charset="-122"/>
              </a:rPr>
              <a:t>矩形、正方形、八边形和圆形都是多边形，所以此节点主要就是利用多边形组成一个几何对象</a:t>
            </a:r>
            <a:r>
              <a:rPr lang="en-US" altLang="zh-CN" sz="2000" b="1" dirty="0">
                <a:latin typeface="宋体" panose="02010600030101010101" pitchFamily="2" charset="-122"/>
              </a:rPr>
              <a:t>Colorindex  </a:t>
            </a:r>
            <a:r>
              <a:rPr lang="zh-CN" altLang="en-US" sz="2000" b="1" dirty="0">
                <a:latin typeface="宋体" panose="02010600030101010101" pitchFamily="2" charset="-122"/>
              </a:rPr>
              <a:t>指向</a:t>
            </a:r>
            <a:r>
              <a:rPr lang="en-US" altLang="zh-CN" sz="2000" b="1" dirty="0">
                <a:latin typeface="宋体" panose="02010600030101010101" pitchFamily="2" charset="-122"/>
              </a:rPr>
              <a:t>Color</a:t>
            </a:r>
            <a:r>
              <a:rPr lang="zh-CN" altLang="en-US" sz="2000" b="1" dirty="0">
                <a:latin typeface="宋体" panose="02010600030101010101" pitchFamily="2" charset="-122"/>
              </a:rPr>
              <a:t>节点的索引列表,指明每种颜色赋给的顶点或折线。</a:t>
            </a:r>
            <a:endParaRPr lang="zh-CN" altLang="en-US" sz="2000" b="1" dirty="0">
              <a:latin typeface="宋体" panose="02010600030101010101" pitchFamily="2" charset="-122"/>
            </a:endParaRPr>
          </a:p>
          <a:p>
            <a:pPr indent="266700" defTabSz="914400">
              <a:tabLst>
                <a:tab pos="114300" algn="l"/>
              </a:tabLst>
            </a:pPr>
            <a:r>
              <a:rPr lang="zh-CN" altLang="en-US" sz="2000" b="1" dirty="0">
                <a:latin typeface="宋体" panose="02010600030101010101" pitchFamily="2" charset="-122"/>
              </a:rPr>
              <a:t>   </a:t>
            </a:r>
            <a:r>
              <a:rPr lang="en-US" altLang="zh-CN" sz="2000" b="1" dirty="0">
                <a:latin typeface="宋体" panose="02010600030101010101" pitchFamily="2" charset="-122"/>
              </a:rPr>
              <a:t>Colorpervertex  </a:t>
            </a:r>
            <a:r>
              <a:rPr lang="zh-CN" altLang="en-US" sz="2000" b="1" dirty="0">
                <a:latin typeface="宋体" panose="02010600030101010101" pitchFamily="2" charset="-122"/>
              </a:rPr>
              <a:t>如果在</a:t>
            </a:r>
            <a:r>
              <a:rPr lang="en-US" altLang="zh-CN" sz="2000" b="1" dirty="0">
                <a:latin typeface="宋体" panose="02010600030101010101" pitchFamily="2" charset="-122"/>
              </a:rPr>
              <a:t>color</a:t>
            </a:r>
            <a:r>
              <a:rPr lang="zh-CN" altLang="en-US" sz="2000" b="1" dirty="0">
                <a:latin typeface="宋体" panose="02010600030101010101" pitchFamily="2" charset="-122"/>
              </a:rPr>
              <a:t>字段有一个</a:t>
            </a:r>
            <a:r>
              <a:rPr lang="en-US" altLang="zh-CN" sz="2000" b="1" dirty="0">
                <a:latin typeface="宋体" panose="02010600030101010101" pitchFamily="2" charset="-122"/>
              </a:rPr>
              <a:t>Color</a:t>
            </a:r>
            <a:r>
              <a:rPr lang="zh-CN" altLang="en-US" sz="2000" b="1" dirty="0">
                <a:latin typeface="宋体" panose="02010600030101010101" pitchFamily="2" charset="-122"/>
              </a:rPr>
              <a:t>节点，则该字段指明是把一种颜色赋给每个顶点（</a:t>
            </a:r>
            <a:r>
              <a:rPr lang="en-US" altLang="zh-CN" sz="2000" b="1" dirty="0">
                <a:latin typeface="宋体" panose="02010600030101010101" pitchFamily="2" charset="-122"/>
              </a:rPr>
              <a:t>TRUE）</a:t>
            </a:r>
            <a:r>
              <a:rPr lang="zh-CN" altLang="en-US" sz="2000" b="1" dirty="0">
                <a:latin typeface="宋体" panose="02010600030101010101" pitchFamily="2" charset="-122"/>
              </a:rPr>
              <a:t>还是赋给每条折线（</a:t>
            </a:r>
            <a:r>
              <a:rPr lang="en-US" altLang="zh-CN" sz="2000" b="1" dirty="0">
                <a:latin typeface="宋体" panose="02010600030101010101" pitchFamily="2" charset="-122"/>
              </a:rPr>
              <a:t>FALSE）。</a:t>
            </a:r>
            <a:endParaRPr lang="en-US" altLang="zh-CN" sz="2000" b="1" dirty="0">
              <a:latin typeface="宋体" panose="02010600030101010101" pitchFamily="2" charset="-122"/>
            </a:endParaRPr>
          </a:p>
          <a:p>
            <a:pPr indent="266700" defTabSz="914400">
              <a:tabLst>
                <a:tab pos="114300" algn="l"/>
              </a:tabLst>
            </a:pPr>
            <a:r>
              <a:rPr lang="zh-CN" altLang="en-US" sz="2000" b="1" dirty="0">
                <a:latin typeface="宋体" panose="02010600030101010101" pitchFamily="2" charset="-122"/>
              </a:rPr>
              <a:t>事件说明：</a:t>
            </a:r>
            <a:endParaRPr lang="zh-CN" altLang="en-US" sz="2000" b="1" dirty="0">
              <a:latin typeface="宋体" panose="02010600030101010101" pitchFamily="2" charset="-122"/>
            </a:endParaRPr>
          </a:p>
          <a:p>
            <a:pPr indent="266700" defTabSz="914400">
              <a:tabLst>
                <a:tab pos="114300" algn="l"/>
              </a:tabLst>
            </a:pPr>
            <a:r>
              <a:rPr lang="en-US" altLang="zh-CN" sz="2000" b="1" dirty="0">
                <a:latin typeface="宋体" panose="02010600030101010101" pitchFamily="2" charset="-122"/>
              </a:rPr>
              <a:t>set_colorindex    </a:t>
            </a:r>
            <a:r>
              <a:rPr lang="zh-CN" altLang="en-US" sz="2000" b="1" dirty="0">
                <a:latin typeface="宋体" panose="02010600030101010101" pitchFamily="2" charset="-122"/>
              </a:rPr>
              <a:t>该事件是一个</a:t>
            </a:r>
            <a:r>
              <a:rPr lang="en-US" altLang="zh-CN" sz="2000" b="1" dirty="0">
                <a:latin typeface="宋体" panose="02010600030101010101" pitchFamily="2" charset="-122"/>
              </a:rPr>
              <a:t>eventin</a:t>
            </a:r>
            <a:r>
              <a:rPr lang="zh-CN" altLang="en-US" sz="2000" b="1" dirty="0">
                <a:latin typeface="宋体" panose="02010600030101010101" pitchFamily="2" charset="-122"/>
              </a:rPr>
              <a:t>事件，用来设置</a:t>
            </a:r>
            <a:r>
              <a:rPr lang="en-US" altLang="zh-CN" sz="2000" b="1" dirty="0">
                <a:latin typeface="宋体" panose="02010600030101010101" pitchFamily="2" charset="-122"/>
              </a:rPr>
              <a:t>colorindex</a:t>
            </a:r>
            <a:r>
              <a:rPr lang="zh-CN" altLang="en-US" sz="2000" b="1" dirty="0">
                <a:latin typeface="宋体" panose="02010600030101010101" pitchFamily="2" charset="-122"/>
              </a:rPr>
              <a:t>字段的值。</a:t>
            </a:r>
            <a:endParaRPr lang="zh-CN" altLang="en-US" sz="2000" b="1" dirty="0">
              <a:latin typeface="宋体" panose="02010600030101010101" pitchFamily="2" charset="-122"/>
            </a:endParaRPr>
          </a:p>
          <a:p>
            <a:pPr indent="266700" defTabSz="914400">
              <a:tabLst>
                <a:tab pos="114300" algn="l"/>
              </a:tabLst>
            </a:pPr>
            <a:r>
              <a:rPr lang="en-US" altLang="zh-CN" sz="2000" b="1" dirty="0">
                <a:latin typeface="宋体" panose="02010600030101010101" pitchFamily="2" charset="-122"/>
              </a:rPr>
              <a:t>set_coordindex    </a:t>
            </a:r>
            <a:r>
              <a:rPr lang="zh-CN" altLang="en-US" sz="2000" b="1" dirty="0">
                <a:latin typeface="宋体" panose="02010600030101010101" pitchFamily="2" charset="-122"/>
              </a:rPr>
              <a:t>该事件是一个</a:t>
            </a:r>
            <a:r>
              <a:rPr lang="en-US" altLang="zh-CN" sz="2000" b="1" dirty="0">
                <a:latin typeface="宋体" panose="02010600030101010101" pitchFamily="2" charset="-122"/>
              </a:rPr>
              <a:t>eventin</a:t>
            </a:r>
            <a:r>
              <a:rPr lang="zh-CN" altLang="en-US" sz="2000" b="1" dirty="0">
                <a:latin typeface="宋体" panose="02010600030101010101" pitchFamily="2" charset="-122"/>
              </a:rPr>
              <a:t>事件，用来设置</a:t>
            </a:r>
            <a:r>
              <a:rPr lang="en-US" altLang="zh-CN" sz="2000" b="1" dirty="0">
                <a:latin typeface="宋体" panose="02010600030101010101" pitchFamily="2" charset="-122"/>
              </a:rPr>
              <a:t>coordindex</a:t>
            </a:r>
            <a:r>
              <a:rPr lang="zh-CN" altLang="en-US" sz="2000" b="1" dirty="0">
                <a:latin typeface="宋体" panose="02010600030101010101" pitchFamily="2" charset="-122"/>
              </a:rPr>
              <a:t>字段的值。</a:t>
            </a:r>
            <a:endParaRPr lang="zh-CN" altLang="en-US" sz="2000" b="1" dirty="0">
              <a:latin typeface="宋体" panose="02010600030101010101" pitchFamily="2" charset="-122"/>
            </a:endParaRPr>
          </a:p>
        </p:txBody>
      </p:sp>
      <p:sp>
        <p:nvSpPr>
          <p:cNvPr id="87044" name="Rectangle 3"/>
          <p:cNvSpPr/>
          <p:nvPr/>
        </p:nvSpPr>
        <p:spPr>
          <a:xfrm>
            <a:off x="1403350" y="765175"/>
            <a:ext cx="5805488" cy="457200"/>
          </a:xfrm>
          <a:prstGeom prst="rect">
            <a:avLst/>
          </a:prstGeom>
          <a:noFill/>
          <a:ln w="9525">
            <a:noFill/>
          </a:ln>
        </p:spPr>
        <p:txBody>
          <a:bodyPr wrap="none">
            <a:spAutoFit/>
          </a:bodyPr>
          <a:p>
            <a:r>
              <a:rPr lang="zh-CN" altLang="en-US" b="1" dirty="0">
                <a:latin typeface="Times New Roman" panose="02020603050405020304" pitchFamily="18" charset="0"/>
              </a:rPr>
              <a:t>（10）指针表面集合节点--</a:t>
            </a:r>
            <a:r>
              <a:rPr lang="en-US" altLang="zh-CN" b="1" dirty="0">
                <a:latin typeface="Times New Roman" panose="02020603050405020304" pitchFamily="18" charset="0"/>
              </a:rPr>
              <a:t>IndexedFaceSet</a:t>
            </a:r>
            <a:endParaRPr lang="en-US" altLang="zh-CN" b="1" dirty="0">
              <a:latin typeface="Times New Roman" panose="02020603050405020304" pitchFamily="18" charset="0"/>
            </a:endParaRPr>
          </a:p>
        </p:txBody>
      </p:sp>
    </p:spTree>
  </p:cSld>
  <p:clrMapOvr>
    <a:masterClrMapping/>
  </p:clrMapOvr>
  <p:transition>
    <p:random/>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8066" name="页脚占位符 1"/>
          <p:cNvSpPr txBox="1">
            <a:spLocks noGrp="1"/>
          </p:cNvSpPr>
          <p:nvPr>
            <p:ph type="ftr" sz="quarter" idx="3"/>
          </p:nvPr>
        </p:nvSpPr>
        <p:spPr>
          <a:xfrm>
            <a:off x="3733800" y="6570663"/>
            <a:ext cx="2590800" cy="280987"/>
          </a:xfrm>
          <a:ln/>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r>
              <a:rPr lang="zh-CN" altLang="en-US" sz="1200" dirty="0">
                <a:solidFill>
                  <a:schemeClr val="folHlink"/>
                </a:solidFill>
              </a:rPr>
              <a:t>《虚拟地理环境及其应用》</a:t>
            </a:r>
            <a:endParaRPr lang="zh-CN" altLang="en-US" sz="1200" dirty="0">
              <a:solidFill>
                <a:schemeClr val="folHlink"/>
              </a:solidFill>
            </a:endParaRPr>
          </a:p>
        </p:txBody>
      </p:sp>
      <p:sp>
        <p:nvSpPr>
          <p:cNvPr id="88067" name="Rectangle 2"/>
          <p:cNvSpPr/>
          <p:nvPr/>
        </p:nvSpPr>
        <p:spPr>
          <a:xfrm>
            <a:off x="539750" y="2205038"/>
            <a:ext cx="8351838" cy="3940175"/>
          </a:xfrm>
          <a:prstGeom prst="rect">
            <a:avLst/>
          </a:prstGeom>
          <a:noFill/>
          <a:ln w="9525">
            <a:noFill/>
          </a:ln>
        </p:spPr>
        <p:txBody>
          <a:bodyPr anchor="ctr" anchorCtr="0">
            <a:spAutoFit/>
          </a:bodyPr>
          <a:p>
            <a:pPr indent="266700" defTabSz="914400">
              <a:tabLst>
                <a:tab pos="114300" algn="l"/>
              </a:tabLst>
            </a:pPr>
            <a:endParaRPr lang="en-US" altLang="zh-CN" sz="2200" b="1" dirty="0">
              <a:latin typeface="Times New Roman" panose="02020603050405020304" pitchFamily="18" charset="0"/>
            </a:endParaRPr>
          </a:p>
          <a:p>
            <a:pPr indent="266700" defTabSz="914400">
              <a:tabLst>
                <a:tab pos="114300" algn="l"/>
              </a:tabLst>
            </a:pPr>
            <a:r>
              <a:rPr lang="en-US" altLang="zh-CN" sz="2200" b="1" dirty="0">
                <a:latin typeface="Times New Roman" panose="02020603050405020304" pitchFamily="18" charset="0"/>
              </a:rPr>
              <a:t>    </a:t>
            </a:r>
            <a:r>
              <a:rPr lang="en-US" altLang="zh-CN" sz="1600" b="1" dirty="0">
                <a:latin typeface="Times New Roman" panose="02020603050405020304" pitchFamily="18" charset="0"/>
              </a:rPr>
              <a:t>IndexedFaceSet</a:t>
            </a:r>
            <a:r>
              <a:rPr lang="zh-CN" altLang="en-US" sz="1600" b="1" dirty="0">
                <a:latin typeface="Times New Roman" panose="02020603050405020304" pitchFamily="18" charset="0"/>
              </a:rPr>
              <a:t>节点的功能是将很多的面集合，并且给定每个面一个指针（</a:t>
            </a:r>
            <a:r>
              <a:rPr lang="en-US" altLang="zh-CN" sz="1600" b="1" dirty="0">
                <a:latin typeface="Times New Roman" panose="02020603050405020304" pitchFamily="18" charset="0"/>
              </a:rPr>
              <a:t>Index）。Polygon</a:t>
            </a:r>
            <a:r>
              <a:rPr lang="zh-CN" altLang="en-US" sz="1600" b="1" dirty="0">
                <a:latin typeface="Times New Roman" panose="02020603050405020304" pitchFamily="18" charset="0"/>
              </a:rPr>
              <a:t>的意义类似4.9节的</a:t>
            </a:r>
            <a:r>
              <a:rPr lang="en-US" altLang="zh-CN" sz="1600" b="1" dirty="0">
                <a:latin typeface="Times New Roman" panose="02020603050405020304" pitchFamily="18" charset="0"/>
              </a:rPr>
              <a:t>polylines, </a:t>
            </a:r>
            <a:r>
              <a:rPr lang="zh-CN" altLang="en-US" sz="1600" b="1" dirty="0">
                <a:latin typeface="Times New Roman" panose="02020603050405020304" pitchFamily="18" charset="0"/>
              </a:rPr>
              <a:t>矩形、正方形、八边形和圆形都是多边形，所以此节点主要就是利用多边形组成一个几何对。</a:t>
            </a:r>
            <a:endParaRPr lang="zh-CN" altLang="en-US" sz="1600" b="1" dirty="0">
              <a:latin typeface="Times New Roman" panose="02020603050405020304" pitchFamily="18" charset="0"/>
            </a:endParaRPr>
          </a:p>
          <a:p>
            <a:pPr indent="266700" defTabSz="914400">
              <a:tabLst>
                <a:tab pos="114300" algn="l"/>
              </a:tabLst>
            </a:pPr>
            <a:r>
              <a:rPr lang="en-US" altLang="zh-CN" sz="1600" b="1" dirty="0">
                <a:latin typeface="Times New Roman" panose="02020603050405020304" pitchFamily="18" charset="0"/>
              </a:rPr>
              <a:t>IndexedFaceSet  Node  Syntax</a:t>
            </a:r>
            <a:endParaRPr lang="en-US" altLang="zh-CN" sz="1600" b="1" dirty="0">
              <a:latin typeface="Times New Roman" panose="02020603050405020304" pitchFamily="18" charset="0"/>
            </a:endParaRPr>
          </a:p>
          <a:p>
            <a:pPr indent="266700" defTabSz="914400">
              <a:tabLst>
                <a:tab pos="114300" algn="l"/>
              </a:tabLst>
            </a:pPr>
            <a:r>
              <a:rPr lang="en-US" altLang="zh-CN" sz="1600" b="1" dirty="0">
                <a:latin typeface="Times New Roman" panose="02020603050405020304" pitchFamily="18" charset="0"/>
              </a:rPr>
              <a:t>  Indexedfaceset  {</a:t>
            </a:r>
            <a:endParaRPr lang="en-US" altLang="zh-CN" sz="1600" b="1" dirty="0">
              <a:latin typeface="Times New Roman" panose="02020603050405020304" pitchFamily="18" charset="0"/>
            </a:endParaRPr>
          </a:p>
          <a:p>
            <a:pPr indent="266700" defTabSz="914400">
              <a:tabLst>
                <a:tab pos="114300" algn="l"/>
              </a:tabLst>
            </a:pPr>
            <a:r>
              <a:rPr lang="en-US" altLang="zh-CN" sz="1600" b="1" dirty="0">
                <a:latin typeface="Times New Roman" panose="02020603050405020304" pitchFamily="18" charset="0"/>
              </a:rPr>
              <a:t>         Exposedfield    SFNode       coord           NULL</a:t>
            </a:r>
            <a:endParaRPr lang="en-US" altLang="zh-CN" sz="1600" b="1" dirty="0">
              <a:latin typeface="Times New Roman" panose="02020603050405020304" pitchFamily="18" charset="0"/>
            </a:endParaRPr>
          </a:p>
          <a:p>
            <a:pPr indent="266700" defTabSz="914400">
              <a:tabLst>
                <a:tab pos="114300" algn="l"/>
              </a:tabLst>
            </a:pPr>
            <a:r>
              <a:rPr lang="en-US" altLang="zh-CN" sz="1600" b="1" dirty="0">
                <a:latin typeface="Times New Roman" panose="02020603050405020304" pitchFamily="18" charset="0"/>
              </a:rPr>
              <a:t>         Field          MFInt32      coordindex          [ ]     #[-1, +∞]</a:t>
            </a:r>
            <a:endParaRPr lang="en-US" altLang="zh-CN" sz="1600" b="1" dirty="0">
              <a:latin typeface="Times New Roman" panose="02020603050405020304" pitchFamily="18" charset="0"/>
            </a:endParaRPr>
          </a:p>
          <a:p>
            <a:pPr indent="266700" defTabSz="914400">
              <a:tabLst>
                <a:tab pos="114300" algn="l"/>
              </a:tabLst>
            </a:pPr>
            <a:r>
              <a:rPr lang="en-US" altLang="zh-CN" sz="1600" b="1" dirty="0">
                <a:latin typeface="Times New Roman" panose="02020603050405020304" pitchFamily="18" charset="0"/>
              </a:rPr>
              <a:t>         Exposedfield    SFNode       color           NULL</a:t>
            </a:r>
            <a:endParaRPr lang="en-US" altLang="zh-CN" sz="1600" b="1" dirty="0">
              <a:latin typeface="Times New Roman" panose="02020603050405020304" pitchFamily="18" charset="0"/>
            </a:endParaRPr>
          </a:p>
          <a:p>
            <a:pPr indent="266700" defTabSz="914400">
              <a:tabLst>
                <a:tab pos="114300" algn="l"/>
              </a:tabLst>
            </a:pPr>
            <a:r>
              <a:rPr lang="en-US" altLang="zh-CN" sz="1600" b="1" dirty="0">
                <a:latin typeface="Times New Roman" panose="02020603050405020304" pitchFamily="18" charset="0"/>
              </a:rPr>
              <a:t>         Field          MFInt32      colorindex          [ ]     #[-1, +∞]</a:t>
            </a:r>
            <a:endParaRPr lang="en-US" altLang="zh-CN" sz="1600" b="1" dirty="0">
              <a:latin typeface="Times New Roman" panose="02020603050405020304" pitchFamily="18" charset="0"/>
            </a:endParaRPr>
          </a:p>
          <a:p>
            <a:pPr indent="266700" defTabSz="914400">
              <a:tabLst>
                <a:tab pos="114300" algn="l"/>
              </a:tabLst>
            </a:pPr>
            <a:r>
              <a:rPr lang="en-US" altLang="zh-CN" sz="1600" b="1" dirty="0">
                <a:latin typeface="Times New Roman" panose="02020603050405020304" pitchFamily="18" charset="0"/>
              </a:rPr>
              <a:t>         Field          SFBool       colorpervertex     TRUE</a:t>
            </a:r>
            <a:endParaRPr lang="en-US" altLang="zh-CN" sz="1600" b="1" dirty="0">
              <a:latin typeface="Times New Roman" panose="02020603050405020304" pitchFamily="18" charset="0"/>
            </a:endParaRPr>
          </a:p>
          <a:p>
            <a:pPr indent="266700" defTabSz="914400">
              <a:tabLst>
                <a:tab pos="114300" algn="l"/>
              </a:tabLst>
            </a:pPr>
            <a:r>
              <a:rPr lang="en-US" altLang="zh-CN" sz="1600" b="1" dirty="0">
                <a:latin typeface="Times New Roman" panose="02020603050405020304" pitchFamily="18" charset="0"/>
              </a:rPr>
              <a:t>         Exposedfield    SFNode       normal          NULL</a:t>
            </a:r>
            <a:endParaRPr lang="en-US" altLang="zh-CN" sz="1600" b="1" dirty="0">
              <a:latin typeface="Times New Roman" panose="02020603050405020304" pitchFamily="18" charset="0"/>
            </a:endParaRPr>
          </a:p>
          <a:p>
            <a:pPr indent="266700" defTabSz="914400">
              <a:tabLst>
                <a:tab pos="114300" algn="l"/>
              </a:tabLst>
            </a:pPr>
            <a:r>
              <a:rPr lang="en-US" altLang="zh-CN" sz="1600" b="1" dirty="0">
                <a:latin typeface="Times New Roman" panose="02020603050405020304" pitchFamily="18" charset="0"/>
              </a:rPr>
              <a:t>         Field          MFInt32      normalindex         [ ]     #[-1, +∞]</a:t>
            </a:r>
            <a:endParaRPr lang="en-US" altLang="zh-CN" sz="1600" b="1" dirty="0">
              <a:latin typeface="Times New Roman" panose="02020603050405020304" pitchFamily="18" charset="0"/>
            </a:endParaRPr>
          </a:p>
          <a:p>
            <a:pPr indent="266700" defTabSz="914400">
              <a:tabLst>
                <a:tab pos="114300" algn="l"/>
              </a:tabLst>
            </a:pPr>
            <a:r>
              <a:rPr lang="en-US" altLang="zh-CN" sz="1600" b="1" dirty="0">
                <a:latin typeface="Times New Roman" panose="02020603050405020304" pitchFamily="18" charset="0"/>
              </a:rPr>
              <a:t>         Field          SFBool       normalpervertex    TRUE</a:t>
            </a:r>
            <a:endParaRPr lang="en-US" altLang="zh-CN" sz="1600" b="1" dirty="0">
              <a:latin typeface="Times New Roman" panose="02020603050405020304" pitchFamily="18" charset="0"/>
            </a:endParaRPr>
          </a:p>
          <a:p>
            <a:pPr indent="266700" defTabSz="914400">
              <a:tabLst>
                <a:tab pos="114300" algn="l"/>
              </a:tabLst>
            </a:pPr>
            <a:r>
              <a:rPr lang="en-US" altLang="zh-CN" sz="1600" b="1" dirty="0">
                <a:latin typeface="Times New Roman" panose="02020603050405020304" pitchFamily="18" charset="0"/>
              </a:rPr>
              <a:t>                        }</a:t>
            </a:r>
            <a:endParaRPr lang="en-US" altLang="zh-CN" sz="1600" b="1" dirty="0">
              <a:latin typeface="Times New Roman" panose="02020603050405020304" pitchFamily="18" charset="0"/>
            </a:endParaRPr>
          </a:p>
        </p:txBody>
      </p:sp>
      <p:sp>
        <p:nvSpPr>
          <p:cNvPr id="88068" name="Rectangle 3"/>
          <p:cNvSpPr/>
          <p:nvPr/>
        </p:nvSpPr>
        <p:spPr>
          <a:xfrm>
            <a:off x="1403350" y="981075"/>
            <a:ext cx="4992688" cy="457200"/>
          </a:xfrm>
          <a:prstGeom prst="rect">
            <a:avLst/>
          </a:prstGeom>
          <a:noFill/>
          <a:ln w="9525">
            <a:noFill/>
          </a:ln>
        </p:spPr>
        <p:txBody>
          <a:bodyPr wrap="none">
            <a:spAutoFit/>
          </a:bodyPr>
          <a:p>
            <a:r>
              <a:rPr lang="zh-CN" altLang="en-US" b="1" dirty="0">
                <a:latin typeface="Times New Roman" panose="02020603050405020304" pitchFamily="18" charset="0"/>
              </a:rPr>
              <a:t>指针表面集合节点—</a:t>
            </a:r>
            <a:r>
              <a:rPr lang="en-US" altLang="zh-CN" b="1" dirty="0">
                <a:latin typeface="Times New Roman" panose="02020603050405020304" pitchFamily="18" charset="0"/>
              </a:rPr>
              <a:t>IndexedFaceSet</a:t>
            </a:r>
            <a:endParaRPr lang="en-US" altLang="zh-CN" b="1" dirty="0">
              <a:latin typeface="Times New Roman" panose="02020603050405020304" pitchFamily="18" charset="0"/>
            </a:endParaRPr>
          </a:p>
        </p:txBody>
      </p:sp>
    </p:spTree>
  </p:cSld>
  <p:clrMapOvr>
    <a:masterClrMapping/>
  </p:clrMapOvr>
  <p:transition>
    <p:random/>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9090" name="页脚占位符 1"/>
          <p:cNvSpPr txBox="1">
            <a:spLocks noGrp="1"/>
          </p:cNvSpPr>
          <p:nvPr>
            <p:ph type="ftr" sz="quarter" idx="3"/>
          </p:nvPr>
        </p:nvSpPr>
        <p:spPr>
          <a:xfrm>
            <a:off x="3733800" y="6570663"/>
            <a:ext cx="2590800" cy="280987"/>
          </a:xfrm>
          <a:ln/>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r>
              <a:rPr lang="zh-CN" altLang="en-US" sz="1200" dirty="0">
                <a:solidFill>
                  <a:schemeClr val="folHlink"/>
                </a:solidFill>
              </a:rPr>
              <a:t>《虚拟地理环境及其应用》</a:t>
            </a:r>
            <a:endParaRPr lang="zh-CN" altLang="en-US" sz="1200" dirty="0">
              <a:solidFill>
                <a:schemeClr val="folHlink"/>
              </a:solidFill>
            </a:endParaRPr>
          </a:p>
        </p:txBody>
      </p:sp>
      <p:sp>
        <p:nvSpPr>
          <p:cNvPr id="89091" name="Rectangle 2"/>
          <p:cNvSpPr/>
          <p:nvPr/>
        </p:nvSpPr>
        <p:spPr>
          <a:xfrm>
            <a:off x="755650" y="2997200"/>
            <a:ext cx="7605713" cy="2536825"/>
          </a:xfrm>
          <a:prstGeom prst="rect">
            <a:avLst/>
          </a:prstGeom>
          <a:noFill/>
          <a:ln w="9525">
            <a:noFill/>
          </a:ln>
        </p:spPr>
        <p:txBody>
          <a:bodyPr anchor="ctr" anchorCtr="0">
            <a:spAutoFit/>
          </a:bodyPr>
          <a:p>
            <a:pPr indent="266700" defTabSz="914400">
              <a:tabLst>
                <a:tab pos="114300" algn="l"/>
              </a:tabLst>
            </a:pPr>
            <a:r>
              <a:rPr lang="en-US" altLang="zh-CN" sz="1600" b="1" dirty="0">
                <a:latin typeface="Times New Roman" panose="02020603050405020304" pitchFamily="18" charset="0"/>
              </a:rPr>
              <a:t>Exposedfield    SFNode       texcoord         NULL</a:t>
            </a:r>
            <a:endParaRPr lang="en-US" altLang="zh-CN" sz="1600" b="1" dirty="0">
              <a:latin typeface="Times New Roman" panose="02020603050405020304" pitchFamily="18" charset="0"/>
            </a:endParaRPr>
          </a:p>
          <a:p>
            <a:pPr indent="266700" defTabSz="914400">
              <a:tabLst>
                <a:tab pos="114300" algn="l"/>
              </a:tabLst>
            </a:pPr>
            <a:r>
              <a:rPr lang="en-US" altLang="zh-CN" sz="1600" b="1" dirty="0">
                <a:latin typeface="Times New Roman" panose="02020603050405020304" pitchFamily="18" charset="0"/>
              </a:rPr>
              <a:t>         Field          MFInt32      texcoordindex        [ ]     #[-1, +∞]</a:t>
            </a:r>
            <a:endParaRPr lang="en-US" altLang="zh-CN" sz="1600" b="1" dirty="0">
              <a:latin typeface="Times New Roman" panose="02020603050405020304" pitchFamily="18" charset="0"/>
            </a:endParaRPr>
          </a:p>
          <a:p>
            <a:pPr indent="266700" defTabSz="914400">
              <a:tabLst>
                <a:tab pos="114300" algn="l"/>
              </a:tabLst>
            </a:pPr>
            <a:r>
              <a:rPr lang="en-US" altLang="zh-CN" sz="1600" b="1" dirty="0">
                <a:latin typeface="Times New Roman" panose="02020603050405020304" pitchFamily="18" charset="0"/>
              </a:rPr>
              <a:t>         Field          SFBool       ccw             TRUE</a:t>
            </a:r>
            <a:endParaRPr lang="en-US" altLang="zh-CN" sz="1600" b="1" dirty="0">
              <a:latin typeface="Times New Roman" panose="02020603050405020304" pitchFamily="18" charset="0"/>
            </a:endParaRPr>
          </a:p>
          <a:p>
            <a:pPr indent="266700" defTabSz="914400">
              <a:tabLst>
                <a:tab pos="114300" algn="l"/>
              </a:tabLst>
            </a:pPr>
            <a:r>
              <a:rPr lang="en-US" altLang="zh-CN" sz="1600" b="1" dirty="0">
                <a:latin typeface="Times New Roman" panose="02020603050405020304" pitchFamily="18" charset="0"/>
              </a:rPr>
              <a:t>         Field          SFBool       solid             TRUE</a:t>
            </a:r>
            <a:endParaRPr lang="en-US" altLang="zh-CN" sz="1600" b="1" dirty="0">
              <a:latin typeface="Times New Roman" panose="02020603050405020304" pitchFamily="18" charset="0"/>
            </a:endParaRPr>
          </a:p>
          <a:p>
            <a:pPr indent="266700" defTabSz="914400">
              <a:tabLst>
                <a:tab pos="114300" algn="l"/>
              </a:tabLst>
            </a:pPr>
            <a:r>
              <a:rPr lang="en-US" altLang="zh-CN" sz="1600" b="1" dirty="0">
                <a:latin typeface="Times New Roman" panose="02020603050405020304" pitchFamily="18" charset="0"/>
              </a:rPr>
              <a:t>         Field          SFBool       convex           TRUE</a:t>
            </a:r>
            <a:endParaRPr lang="en-US" altLang="zh-CN" sz="1600" b="1" dirty="0">
              <a:latin typeface="Times New Roman" panose="02020603050405020304" pitchFamily="18" charset="0"/>
            </a:endParaRPr>
          </a:p>
          <a:p>
            <a:pPr indent="266700" defTabSz="914400">
              <a:tabLst>
                <a:tab pos="114300" algn="l"/>
              </a:tabLst>
            </a:pPr>
            <a:r>
              <a:rPr lang="en-US" altLang="zh-CN" sz="1600" b="1" dirty="0">
                <a:latin typeface="Times New Roman" panose="02020603050405020304" pitchFamily="18" charset="0"/>
              </a:rPr>
              <a:t>         Field          MFFloat      creaseangle          0       #[0, +∞]</a:t>
            </a:r>
            <a:endParaRPr lang="en-US" altLang="zh-CN" sz="1600" b="1" dirty="0">
              <a:latin typeface="Times New Roman" panose="02020603050405020304" pitchFamily="18" charset="0"/>
            </a:endParaRPr>
          </a:p>
          <a:p>
            <a:pPr indent="266700" defTabSz="914400">
              <a:tabLst>
                <a:tab pos="114300" algn="l"/>
              </a:tabLst>
            </a:pPr>
            <a:r>
              <a:rPr lang="en-US" altLang="zh-CN" sz="1600" b="1" dirty="0">
                <a:latin typeface="Times New Roman" panose="02020603050405020304" pitchFamily="18" charset="0"/>
              </a:rPr>
              <a:t>         Eventin        MFInt32      set_colorindex</a:t>
            </a:r>
            <a:endParaRPr lang="en-US" altLang="zh-CN" sz="1600" b="1" dirty="0">
              <a:latin typeface="Times New Roman" panose="02020603050405020304" pitchFamily="18" charset="0"/>
            </a:endParaRPr>
          </a:p>
          <a:p>
            <a:pPr indent="266700" defTabSz="914400">
              <a:tabLst>
                <a:tab pos="114300" algn="l"/>
              </a:tabLst>
            </a:pPr>
            <a:r>
              <a:rPr lang="en-US" altLang="zh-CN" sz="1600" b="1" dirty="0">
                <a:latin typeface="Times New Roman" panose="02020603050405020304" pitchFamily="18" charset="0"/>
              </a:rPr>
              <a:t>         Eventin        MFInt32      set_coordindex</a:t>
            </a:r>
            <a:endParaRPr lang="en-US" altLang="zh-CN" sz="1600" b="1" dirty="0">
              <a:latin typeface="Times New Roman" panose="02020603050405020304" pitchFamily="18" charset="0"/>
            </a:endParaRPr>
          </a:p>
          <a:p>
            <a:pPr indent="266700" defTabSz="914400">
              <a:tabLst>
                <a:tab pos="114300" algn="l"/>
              </a:tabLst>
            </a:pPr>
            <a:r>
              <a:rPr lang="en-US" altLang="zh-CN" sz="1600" b="1" dirty="0">
                <a:latin typeface="Times New Roman" panose="02020603050405020304" pitchFamily="18" charset="0"/>
              </a:rPr>
              <a:t>         Eventin        MFInt32      set_normalindex</a:t>
            </a:r>
            <a:endParaRPr lang="en-US" altLang="zh-CN" sz="1600" b="1" dirty="0">
              <a:latin typeface="Times New Roman" panose="02020603050405020304" pitchFamily="18" charset="0"/>
            </a:endParaRPr>
          </a:p>
          <a:p>
            <a:pPr indent="266700" defTabSz="914400">
              <a:tabLst>
                <a:tab pos="114300" algn="l"/>
              </a:tabLst>
            </a:pPr>
            <a:r>
              <a:rPr lang="en-US" altLang="zh-CN" sz="1600" b="1" dirty="0">
                <a:latin typeface="Times New Roman" panose="02020603050405020304" pitchFamily="18" charset="0"/>
              </a:rPr>
              <a:t>         Eventin        MFInt32      set_texcoordindex</a:t>
            </a:r>
            <a:endParaRPr lang="en-US" altLang="zh-CN" sz="1600" b="1" dirty="0">
              <a:latin typeface="Times New Roman" panose="02020603050405020304" pitchFamily="18" charset="0"/>
            </a:endParaRPr>
          </a:p>
        </p:txBody>
      </p:sp>
      <p:sp>
        <p:nvSpPr>
          <p:cNvPr id="89092" name="Rectangle 3"/>
          <p:cNvSpPr/>
          <p:nvPr/>
        </p:nvSpPr>
        <p:spPr>
          <a:xfrm>
            <a:off x="1331913" y="836613"/>
            <a:ext cx="4992687" cy="457200"/>
          </a:xfrm>
          <a:prstGeom prst="rect">
            <a:avLst/>
          </a:prstGeom>
          <a:noFill/>
          <a:ln w="9525">
            <a:noFill/>
          </a:ln>
        </p:spPr>
        <p:txBody>
          <a:bodyPr wrap="none">
            <a:spAutoFit/>
          </a:bodyPr>
          <a:p>
            <a:r>
              <a:rPr lang="zh-CN" altLang="en-US" b="1" dirty="0">
                <a:latin typeface="Times New Roman" panose="02020603050405020304" pitchFamily="18" charset="0"/>
              </a:rPr>
              <a:t>指针表面集合节点—</a:t>
            </a:r>
            <a:r>
              <a:rPr lang="en-US" altLang="zh-CN" b="1" dirty="0">
                <a:latin typeface="Times New Roman" panose="02020603050405020304" pitchFamily="18" charset="0"/>
              </a:rPr>
              <a:t>IndexedFaceSet</a:t>
            </a:r>
            <a:endParaRPr lang="en-US" altLang="zh-CN" b="1" dirty="0">
              <a:latin typeface="Times New Roman" panose="02020603050405020304" pitchFamily="18" charset="0"/>
            </a:endParaRPr>
          </a:p>
        </p:txBody>
      </p:sp>
    </p:spTree>
  </p:cSld>
  <p:clrMapOvr>
    <a:masterClrMapping/>
  </p:clrMapOvr>
  <p:transition>
    <p:random/>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0114" name="页脚占位符 1"/>
          <p:cNvSpPr txBox="1">
            <a:spLocks noGrp="1"/>
          </p:cNvSpPr>
          <p:nvPr>
            <p:ph type="ftr" sz="quarter" idx="3"/>
          </p:nvPr>
        </p:nvSpPr>
        <p:spPr>
          <a:xfrm>
            <a:off x="3733800" y="6570663"/>
            <a:ext cx="2590800" cy="280987"/>
          </a:xfrm>
          <a:ln/>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r>
              <a:rPr lang="zh-CN" altLang="en-US" sz="1200" dirty="0">
                <a:solidFill>
                  <a:schemeClr val="folHlink"/>
                </a:solidFill>
              </a:rPr>
              <a:t>《虚拟地理环境及其应用》</a:t>
            </a:r>
            <a:endParaRPr lang="zh-CN" altLang="en-US" sz="1200" dirty="0">
              <a:solidFill>
                <a:schemeClr val="folHlink"/>
              </a:solidFill>
            </a:endParaRPr>
          </a:p>
        </p:txBody>
      </p:sp>
      <p:sp>
        <p:nvSpPr>
          <p:cNvPr id="90115" name="Rectangle 2"/>
          <p:cNvSpPr/>
          <p:nvPr/>
        </p:nvSpPr>
        <p:spPr>
          <a:xfrm>
            <a:off x="1042988" y="2378075"/>
            <a:ext cx="7416800" cy="3514725"/>
          </a:xfrm>
          <a:prstGeom prst="rect">
            <a:avLst/>
          </a:prstGeom>
          <a:noFill/>
          <a:ln w="9525">
            <a:noFill/>
          </a:ln>
        </p:spPr>
        <p:txBody>
          <a:bodyPr anchor="ctr" anchorCtr="0">
            <a:spAutoFit/>
          </a:bodyPr>
          <a:p>
            <a:pPr indent="266700" defTabSz="914400">
              <a:tabLst>
                <a:tab pos="114300" algn="l"/>
              </a:tabLst>
            </a:pPr>
            <a:r>
              <a:rPr lang="zh-CN" altLang="en-US" sz="1600" b="1" dirty="0">
                <a:latin typeface="Times New Roman" panose="02020603050405020304" pitchFamily="18" charset="0"/>
              </a:rPr>
              <a:t>字段说明：</a:t>
            </a:r>
            <a:endParaRPr lang="zh-CN" altLang="en-US" sz="1600" b="1" dirty="0">
              <a:latin typeface="Times New Roman" panose="02020603050405020304" pitchFamily="18" charset="0"/>
            </a:endParaRPr>
          </a:p>
          <a:p>
            <a:pPr indent="266700" defTabSz="914400">
              <a:tabLst>
                <a:tab pos="114300" algn="l"/>
              </a:tabLst>
            </a:pPr>
            <a:r>
              <a:rPr lang="zh-CN" altLang="en-US" sz="1600" b="1" dirty="0">
                <a:latin typeface="Times New Roman" panose="02020603050405020304" pitchFamily="18" charset="0"/>
              </a:rPr>
              <a:t>    </a:t>
            </a:r>
            <a:r>
              <a:rPr lang="en-US" altLang="zh-CN" sz="1600" b="1" dirty="0">
                <a:latin typeface="Times New Roman" panose="02020603050405020304" pitchFamily="18" charset="0"/>
              </a:rPr>
              <a:t>coord         </a:t>
            </a:r>
            <a:r>
              <a:rPr lang="zh-CN" altLang="en-US" sz="1600" b="1" dirty="0">
                <a:latin typeface="Times New Roman" panose="02020603050405020304" pitchFamily="18" charset="0"/>
              </a:rPr>
              <a:t>该字段包含一个</a:t>
            </a:r>
            <a:r>
              <a:rPr lang="en-US" altLang="zh-CN" sz="1600" b="1" dirty="0">
                <a:latin typeface="Times New Roman" panose="02020603050405020304" pitchFamily="18" charset="0"/>
              </a:rPr>
              <a:t>coordinate</a:t>
            </a:r>
            <a:r>
              <a:rPr lang="zh-CN" altLang="en-US" sz="1600" b="1" dirty="0">
                <a:latin typeface="Times New Roman" panose="02020603050405020304" pitchFamily="18" charset="0"/>
              </a:rPr>
              <a:t>节点，用来定义一个表面的顶点位置。</a:t>
            </a:r>
            <a:endParaRPr lang="zh-CN" altLang="en-US" sz="1600" b="1" dirty="0">
              <a:latin typeface="Times New Roman" panose="02020603050405020304" pitchFamily="18" charset="0"/>
            </a:endParaRPr>
          </a:p>
          <a:p>
            <a:pPr indent="266700" defTabSz="914400">
              <a:tabLst>
                <a:tab pos="114300" algn="l"/>
              </a:tabLst>
            </a:pPr>
            <a:r>
              <a:rPr lang="zh-CN" altLang="en-US" sz="1600" b="1" dirty="0">
                <a:latin typeface="Times New Roman" panose="02020603050405020304" pitchFamily="18" charset="0"/>
              </a:rPr>
              <a:t>    </a:t>
            </a:r>
            <a:r>
              <a:rPr lang="en-US" altLang="zh-CN" sz="1600" b="1" dirty="0">
                <a:latin typeface="Times New Roman" panose="02020603050405020304" pitchFamily="18" charset="0"/>
              </a:rPr>
              <a:t>coordindex       </a:t>
            </a:r>
            <a:r>
              <a:rPr lang="zh-CN" altLang="en-US" sz="1600" b="1" dirty="0">
                <a:latin typeface="Times New Roman" panose="02020603050405020304" pitchFamily="18" charset="0"/>
              </a:rPr>
              <a:t>该字段用来定义一连串的多边形指针，每个指针对应于</a:t>
            </a:r>
            <a:r>
              <a:rPr lang="en-US" altLang="zh-CN" sz="1600" b="1" dirty="0">
                <a:latin typeface="Times New Roman" panose="02020603050405020304" pitchFamily="18" charset="0"/>
              </a:rPr>
              <a:t>coordinate</a:t>
            </a:r>
            <a:r>
              <a:rPr lang="zh-CN" altLang="en-US" sz="1600" b="1" dirty="0">
                <a:latin typeface="Times New Roman" panose="02020603050405020304" pitchFamily="18" charset="0"/>
              </a:rPr>
              <a:t>节点中每个坐标值。</a:t>
            </a:r>
            <a:endParaRPr lang="zh-CN" altLang="en-US" sz="1600" b="1" dirty="0">
              <a:latin typeface="Times New Roman" panose="02020603050405020304" pitchFamily="18" charset="0"/>
            </a:endParaRPr>
          </a:p>
          <a:p>
            <a:pPr indent="266700" defTabSz="914400">
              <a:tabLst>
                <a:tab pos="114300" algn="l"/>
              </a:tabLst>
            </a:pPr>
            <a:r>
              <a:rPr lang="zh-CN" altLang="en-US" sz="1600" b="1" dirty="0">
                <a:latin typeface="Times New Roman" panose="02020603050405020304" pitchFamily="18" charset="0"/>
              </a:rPr>
              <a:t>    </a:t>
            </a:r>
            <a:r>
              <a:rPr lang="en-US" altLang="zh-CN" sz="1600" b="1" dirty="0">
                <a:latin typeface="Times New Roman" panose="02020603050405020304" pitchFamily="18" charset="0"/>
              </a:rPr>
              <a:t>color           </a:t>
            </a:r>
            <a:r>
              <a:rPr lang="zh-CN" altLang="en-US" sz="1600" b="1" dirty="0">
                <a:latin typeface="Times New Roman" panose="02020603050405020304" pitchFamily="18" charset="0"/>
              </a:rPr>
              <a:t>该字段包含一个</a:t>
            </a:r>
            <a:r>
              <a:rPr lang="en-US" altLang="zh-CN" sz="1600" b="1" dirty="0">
                <a:latin typeface="Times New Roman" panose="02020603050405020304" pitchFamily="18" charset="0"/>
              </a:rPr>
              <a:t>color</a:t>
            </a:r>
            <a:r>
              <a:rPr lang="zh-CN" altLang="en-US" sz="1600" b="1" dirty="0">
                <a:latin typeface="Times New Roman" panose="02020603050405020304" pitchFamily="18" charset="0"/>
              </a:rPr>
              <a:t>节点，用来定义每个顶点或每个表面颜色。</a:t>
            </a:r>
            <a:endParaRPr lang="zh-CN" altLang="en-US" sz="1600" b="1" dirty="0">
              <a:latin typeface="Times New Roman" panose="02020603050405020304" pitchFamily="18" charset="0"/>
            </a:endParaRPr>
          </a:p>
          <a:p>
            <a:pPr indent="266700" defTabSz="914400">
              <a:tabLst>
                <a:tab pos="114300" algn="l"/>
              </a:tabLst>
            </a:pPr>
            <a:r>
              <a:rPr lang="zh-CN" altLang="en-US" sz="1600" b="1" dirty="0">
                <a:latin typeface="Times New Roman" panose="02020603050405020304" pitchFamily="18" charset="0"/>
              </a:rPr>
              <a:t>    </a:t>
            </a:r>
            <a:r>
              <a:rPr lang="en-US" altLang="zh-CN" sz="1600" b="1" dirty="0">
                <a:latin typeface="Times New Roman" panose="02020603050405020304" pitchFamily="18" charset="0"/>
              </a:rPr>
              <a:t>colorindex        </a:t>
            </a:r>
            <a:r>
              <a:rPr lang="zh-CN" altLang="en-US" sz="1600" b="1" dirty="0">
                <a:latin typeface="Times New Roman" panose="02020603050405020304" pitchFamily="18" charset="0"/>
              </a:rPr>
              <a:t>该字段用来定义一连串指针，每个指针对应</a:t>
            </a:r>
            <a:r>
              <a:rPr lang="en-US" altLang="zh-CN" sz="1600" b="1" dirty="0">
                <a:latin typeface="Times New Roman" panose="02020603050405020304" pitchFamily="18" charset="0"/>
              </a:rPr>
              <a:t>color</a:t>
            </a:r>
            <a:r>
              <a:rPr lang="zh-CN" altLang="en-US" sz="1600" b="1" dirty="0">
                <a:latin typeface="Times New Roman" panose="02020603050405020304" pitchFamily="18" charset="0"/>
              </a:rPr>
              <a:t>节点的每组颜色值。</a:t>
            </a:r>
            <a:endParaRPr lang="zh-CN" altLang="en-US" sz="1600" b="1" dirty="0">
              <a:latin typeface="Times New Roman" panose="02020603050405020304" pitchFamily="18" charset="0"/>
            </a:endParaRPr>
          </a:p>
          <a:p>
            <a:pPr indent="266700" defTabSz="914400">
              <a:tabLst>
                <a:tab pos="114300" algn="l"/>
              </a:tabLst>
            </a:pPr>
            <a:r>
              <a:rPr lang="zh-CN" altLang="en-US" sz="1600" b="1" dirty="0">
                <a:latin typeface="Times New Roman" panose="02020603050405020304" pitchFamily="18" charset="0"/>
              </a:rPr>
              <a:t>    </a:t>
            </a:r>
            <a:r>
              <a:rPr lang="en-US" altLang="zh-CN" sz="1600" b="1" dirty="0">
                <a:latin typeface="Times New Roman" panose="02020603050405020304" pitchFamily="18" charset="0"/>
              </a:rPr>
              <a:t>colorpervertex     </a:t>
            </a:r>
            <a:r>
              <a:rPr lang="zh-CN" altLang="en-US" sz="1600" b="1" dirty="0">
                <a:latin typeface="Times New Roman" panose="02020603050405020304" pitchFamily="18" charset="0"/>
              </a:rPr>
              <a:t>该字段是布尔值，</a:t>
            </a:r>
            <a:r>
              <a:rPr lang="en-US" altLang="zh-CN" sz="1600" b="1" dirty="0">
                <a:latin typeface="Times New Roman" panose="02020603050405020304" pitchFamily="18" charset="0"/>
              </a:rPr>
              <a:t>TURE</a:t>
            </a:r>
            <a:r>
              <a:rPr lang="zh-CN" altLang="en-US" sz="1600" b="1" dirty="0">
                <a:latin typeface="Times New Roman" panose="02020603050405020304" pitchFamily="18" charset="0"/>
              </a:rPr>
              <a:t>表示提供每个顶点一个颜色，此为默认值。</a:t>
            </a:r>
            <a:r>
              <a:rPr lang="en-US" altLang="zh-CN" sz="1600" b="1" dirty="0">
                <a:latin typeface="Times New Roman" panose="02020603050405020304" pitchFamily="18" charset="0"/>
              </a:rPr>
              <a:t>FALSE</a:t>
            </a:r>
            <a:r>
              <a:rPr lang="zh-CN" altLang="en-US" sz="1600" b="1" dirty="0">
                <a:latin typeface="Times New Roman" panose="02020603050405020304" pitchFamily="18" charset="0"/>
              </a:rPr>
              <a:t>表示提供一个表面一个颜色。</a:t>
            </a:r>
            <a:endParaRPr lang="zh-CN" altLang="en-US" sz="1600" b="1" dirty="0">
              <a:latin typeface="Times New Roman" panose="02020603050405020304" pitchFamily="18" charset="0"/>
            </a:endParaRPr>
          </a:p>
          <a:p>
            <a:pPr indent="266700" defTabSz="914400">
              <a:tabLst>
                <a:tab pos="114300" algn="l"/>
              </a:tabLst>
            </a:pPr>
            <a:r>
              <a:rPr lang="zh-CN" altLang="en-US" sz="1600" b="1" dirty="0">
                <a:latin typeface="Times New Roman" panose="02020603050405020304" pitchFamily="18" charset="0"/>
              </a:rPr>
              <a:t>    </a:t>
            </a:r>
            <a:r>
              <a:rPr lang="en-US" altLang="zh-CN" sz="1600" b="1" dirty="0">
                <a:latin typeface="Times New Roman" panose="02020603050405020304" pitchFamily="18" charset="0"/>
              </a:rPr>
              <a:t>normal           </a:t>
            </a:r>
            <a:r>
              <a:rPr lang="zh-CN" altLang="en-US" sz="1600" b="1" dirty="0">
                <a:latin typeface="Times New Roman" panose="02020603050405020304" pitchFamily="18" charset="0"/>
              </a:rPr>
              <a:t>该字段可以包含一个</a:t>
            </a:r>
            <a:r>
              <a:rPr lang="en-US" altLang="zh-CN" sz="1600" b="1" dirty="0">
                <a:latin typeface="Times New Roman" panose="02020603050405020304" pitchFamily="18" charset="0"/>
              </a:rPr>
              <a:t>normal</a:t>
            </a:r>
            <a:r>
              <a:rPr lang="zh-CN" altLang="en-US" sz="1600" b="1" dirty="0">
                <a:latin typeface="Times New Roman" panose="02020603050405020304" pitchFamily="18" charset="0"/>
              </a:rPr>
              <a:t>节点，可以准确的定义出向量值。</a:t>
            </a:r>
            <a:endParaRPr lang="zh-CN" altLang="en-US" sz="1600" b="1" dirty="0">
              <a:latin typeface="Times New Roman" panose="02020603050405020304" pitchFamily="18" charset="0"/>
            </a:endParaRPr>
          </a:p>
          <a:p>
            <a:pPr indent="266700" defTabSz="914400">
              <a:tabLst>
                <a:tab pos="114300" algn="l"/>
              </a:tabLst>
            </a:pPr>
            <a:r>
              <a:rPr lang="zh-CN" altLang="en-US" sz="1600" b="1" dirty="0">
                <a:latin typeface="Times New Roman" panose="02020603050405020304" pitchFamily="18" charset="0"/>
              </a:rPr>
              <a:t>    </a:t>
            </a:r>
            <a:r>
              <a:rPr lang="en-US" altLang="zh-CN" sz="1600" b="1" dirty="0">
                <a:latin typeface="Times New Roman" panose="02020603050405020304" pitchFamily="18" charset="0"/>
              </a:rPr>
              <a:t>normalindex       </a:t>
            </a:r>
            <a:r>
              <a:rPr lang="zh-CN" altLang="en-US" sz="1600" b="1" dirty="0">
                <a:latin typeface="Times New Roman" panose="02020603050405020304" pitchFamily="18" charset="0"/>
              </a:rPr>
              <a:t>该字段用来定义一连串的指针，每个指针都对应</a:t>
            </a:r>
            <a:r>
              <a:rPr lang="en-US" altLang="zh-CN" sz="1600" b="1" dirty="0">
                <a:latin typeface="Times New Roman" panose="02020603050405020304" pitchFamily="18" charset="0"/>
              </a:rPr>
              <a:t>normal</a:t>
            </a:r>
            <a:r>
              <a:rPr lang="zh-CN" altLang="en-US" sz="1600" b="1" dirty="0">
                <a:latin typeface="Times New Roman" panose="02020603050405020304" pitchFamily="18" charset="0"/>
              </a:rPr>
              <a:t>节点中的每组向量值。</a:t>
            </a:r>
            <a:endParaRPr lang="zh-CN" altLang="en-US" sz="1600" b="1" dirty="0">
              <a:latin typeface="Times New Roman" panose="02020603050405020304" pitchFamily="18" charset="0"/>
            </a:endParaRPr>
          </a:p>
          <a:p>
            <a:pPr indent="266700" defTabSz="914400">
              <a:tabLst>
                <a:tab pos="114300" algn="l"/>
              </a:tabLst>
            </a:pPr>
            <a:r>
              <a:rPr lang="en-US" altLang="zh-CN" sz="1600" b="1" dirty="0">
                <a:latin typeface="Times New Roman" panose="02020603050405020304" pitchFamily="18" charset="0"/>
              </a:rPr>
              <a:t>normalpervertex    </a:t>
            </a:r>
            <a:r>
              <a:rPr lang="zh-CN" altLang="en-US" sz="1600" b="1" dirty="0">
                <a:latin typeface="Times New Roman" panose="02020603050405020304" pitchFamily="18" charset="0"/>
              </a:rPr>
              <a:t>该字段是布尔值，</a:t>
            </a:r>
            <a:r>
              <a:rPr lang="en-US" altLang="zh-CN" sz="1600" b="1" dirty="0">
                <a:latin typeface="Times New Roman" panose="02020603050405020304" pitchFamily="18" charset="0"/>
              </a:rPr>
              <a:t>TRUE</a:t>
            </a:r>
            <a:r>
              <a:rPr lang="zh-CN" altLang="en-US" sz="1600" b="1" dirty="0">
                <a:latin typeface="Times New Roman" panose="02020603050405020304" pitchFamily="18" charset="0"/>
              </a:rPr>
              <a:t>表示为每个顶点提供一个向量，</a:t>
            </a:r>
            <a:r>
              <a:rPr lang="en-US" altLang="zh-CN" sz="1600" b="1" dirty="0">
                <a:latin typeface="Times New Roman" panose="02020603050405020304" pitchFamily="18" charset="0"/>
              </a:rPr>
              <a:t>FALSE</a:t>
            </a:r>
            <a:r>
              <a:rPr lang="zh-CN" altLang="en-US" sz="1600" b="1" dirty="0">
                <a:latin typeface="Times New Roman" panose="02020603050405020304" pitchFamily="18" charset="0"/>
              </a:rPr>
              <a:t>表示为每个表面一个向量。</a:t>
            </a:r>
            <a:endParaRPr lang="zh-CN" altLang="en-US" sz="1600" b="1" dirty="0">
              <a:latin typeface="Times New Roman" panose="02020603050405020304" pitchFamily="18" charset="0"/>
            </a:endParaRPr>
          </a:p>
        </p:txBody>
      </p:sp>
      <p:sp>
        <p:nvSpPr>
          <p:cNvPr id="90116" name="Rectangle 3"/>
          <p:cNvSpPr/>
          <p:nvPr/>
        </p:nvSpPr>
        <p:spPr>
          <a:xfrm>
            <a:off x="1331913" y="981075"/>
            <a:ext cx="4992687" cy="457200"/>
          </a:xfrm>
          <a:prstGeom prst="rect">
            <a:avLst/>
          </a:prstGeom>
          <a:noFill/>
          <a:ln w="9525">
            <a:noFill/>
          </a:ln>
        </p:spPr>
        <p:txBody>
          <a:bodyPr wrap="none">
            <a:spAutoFit/>
          </a:bodyPr>
          <a:p>
            <a:r>
              <a:rPr lang="zh-CN" altLang="en-US" b="1" dirty="0">
                <a:latin typeface="Times New Roman" panose="02020603050405020304" pitchFamily="18" charset="0"/>
              </a:rPr>
              <a:t>指针表面集合节点—</a:t>
            </a:r>
            <a:r>
              <a:rPr lang="en-US" altLang="zh-CN" b="1" dirty="0">
                <a:latin typeface="Times New Roman" panose="02020603050405020304" pitchFamily="18" charset="0"/>
              </a:rPr>
              <a:t>IndexedFaceSet</a:t>
            </a:r>
            <a:endParaRPr lang="en-US" altLang="zh-CN" b="1" dirty="0">
              <a:latin typeface="Times New Roman" panose="02020603050405020304" pitchFamily="18" charset="0"/>
            </a:endParaRPr>
          </a:p>
        </p:txBody>
      </p:sp>
    </p:spTree>
  </p:cSld>
  <p:clrMapOvr>
    <a:masterClrMapping/>
  </p:clrMapOvr>
  <p:transition>
    <p:random/>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1138" name="页脚占位符 1"/>
          <p:cNvSpPr txBox="1">
            <a:spLocks noGrp="1"/>
          </p:cNvSpPr>
          <p:nvPr>
            <p:ph type="ftr" sz="quarter" idx="3"/>
          </p:nvPr>
        </p:nvSpPr>
        <p:spPr>
          <a:xfrm>
            <a:off x="3733800" y="6570663"/>
            <a:ext cx="2590800" cy="280987"/>
          </a:xfrm>
          <a:ln/>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r>
              <a:rPr lang="zh-CN" altLang="en-US" sz="1200" dirty="0">
                <a:solidFill>
                  <a:schemeClr val="folHlink"/>
                </a:solidFill>
              </a:rPr>
              <a:t>《虚拟地理环境及其应用》</a:t>
            </a:r>
            <a:endParaRPr lang="zh-CN" altLang="en-US" sz="1200" dirty="0">
              <a:solidFill>
                <a:schemeClr val="folHlink"/>
              </a:solidFill>
            </a:endParaRPr>
          </a:p>
        </p:txBody>
      </p:sp>
      <p:sp>
        <p:nvSpPr>
          <p:cNvPr id="91139" name="Rectangle 2"/>
          <p:cNvSpPr/>
          <p:nvPr/>
        </p:nvSpPr>
        <p:spPr>
          <a:xfrm>
            <a:off x="1042988" y="2205038"/>
            <a:ext cx="7848600" cy="3387725"/>
          </a:xfrm>
          <a:prstGeom prst="rect">
            <a:avLst/>
          </a:prstGeom>
          <a:noFill/>
          <a:ln w="9525">
            <a:noFill/>
          </a:ln>
        </p:spPr>
        <p:txBody>
          <a:bodyPr anchor="ctr" anchorCtr="0">
            <a:spAutoFit/>
          </a:bodyPr>
          <a:p>
            <a:r>
              <a:rPr lang="en-US" altLang="zh-CN" sz="1800" b="1" dirty="0">
                <a:latin typeface="Times New Roman" panose="02020603050405020304" pitchFamily="18" charset="0"/>
              </a:rPr>
              <a:t>texcoord           </a:t>
            </a:r>
            <a:r>
              <a:rPr lang="zh-CN" altLang="en-US" sz="1800" b="1" dirty="0">
                <a:latin typeface="Times New Roman" panose="02020603050405020304" pitchFamily="18" charset="0"/>
              </a:rPr>
              <a:t>该字段包含一个</a:t>
            </a:r>
            <a:r>
              <a:rPr lang="en-US" altLang="zh-CN" sz="1800" b="1" dirty="0">
                <a:latin typeface="Times New Roman" panose="02020603050405020304" pitchFamily="18" charset="0"/>
              </a:rPr>
              <a:t>texturecoordinate</a:t>
            </a:r>
            <a:r>
              <a:rPr lang="zh-CN" altLang="en-US" sz="1800" b="1" dirty="0">
                <a:latin typeface="Times New Roman" panose="02020603050405020304" pitchFamily="18" charset="0"/>
              </a:rPr>
              <a:t>节点，以准确的粘贴材质图到</a:t>
            </a:r>
            <a:r>
              <a:rPr lang="en-US" altLang="zh-CN" sz="1800" b="1" dirty="0">
                <a:latin typeface="Times New Roman" panose="02020603050405020304" pitchFamily="18" charset="0"/>
              </a:rPr>
              <a:t>indexedfaceset</a:t>
            </a:r>
            <a:r>
              <a:rPr lang="zh-CN" altLang="en-US" sz="1800" b="1" dirty="0">
                <a:latin typeface="Times New Roman" panose="02020603050405020304" pitchFamily="18" charset="0"/>
              </a:rPr>
              <a:t>节点所构建的虚拟对象表面。</a:t>
            </a:r>
            <a:endParaRPr lang="zh-CN" altLang="en-US" sz="1800" b="1" dirty="0">
              <a:latin typeface="Times New Roman" panose="02020603050405020304" pitchFamily="18" charset="0"/>
            </a:endParaRPr>
          </a:p>
          <a:p>
            <a:r>
              <a:rPr lang="zh-CN" altLang="en-US" sz="1800" b="1" dirty="0">
                <a:latin typeface="Times New Roman" panose="02020603050405020304" pitchFamily="18" charset="0"/>
              </a:rPr>
              <a:t>    </a:t>
            </a:r>
            <a:r>
              <a:rPr lang="en-US" altLang="zh-CN" sz="1800" b="1" dirty="0">
                <a:latin typeface="Times New Roman" panose="02020603050405020304" pitchFamily="18" charset="0"/>
              </a:rPr>
              <a:t>texcoordindex        </a:t>
            </a:r>
            <a:r>
              <a:rPr lang="zh-CN" altLang="en-US" sz="1800" b="1" dirty="0">
                <a:latin typeface="Times New Roman" panose="02020603050405020304" pitchFamily="18" charset="0"/>
              </a:rPr>
              <a:t>该字段用来定义一连串指针，每个指针都对应</a:t>
            </a:r>
            <a:r>
              <a:rPr lang="en-US" altLang="zh-CN" sz="1800" b="1" dirty="0">
                <a:latin typeface="Times New Roman" panose="02020603050405020304" pitchFamily="18" charset="0"/>
              </a:rPr>
              <a:t>texturecoordinate</a:t>
            </a:r>
            <a:r>
              <a:rPr lang="zh-CN" altLang="en-US" sz="1800" b="1" dirty="0">
                <a:latin typeface="Times New Roman" panose="02020603050405020304" pitchFamily="18" charset="0"/>
              </a:rPr>
              <a:t>节点中的坐标值。</a:t>
            </a:r>
            <a:endParaRPr lang="zh-CN" altLang="en-US" sz="1800" b="1" dirty="0">
              <a:latin typeface="Times New Roman" panose="02020603050405020304" pitchFamily="18" charset="0"/>
            </a:endParaRPr>
          </a:p>
          <a:p>
            <a:r>
              <a:rPr lang="zh-CN" altLang="en-US" sz="1800" b="1" dirty="0">
                <a:latin typeface="Times New Roman" panose="02020603050405020304" pitchFamily="18" charset="0"/>
              </a:rPr>
              <a:t>    </a:t>
            </a:r>
            <a:r>
              <a:rPr lang="en-US" altLang="zh-CN" sz="1800" b="1" dirty="0">
                <a:latin typeface="Times New Roman" panose="02020603050405020304" pitchFamily="18" charset="0"/>
              </a:rPr>
              <a:t>ccw                </a:t>
            </a:r>
            <a:r>
              <a:rPr lang="zh-CN" altLang="en-US" sz="1800" b="1" dirty="0">
                <a:latin typeface="Times New Roman" panose="02020603050405020304" pitchFamily="18" charset="0"/>
              </a:rPr>
              <a:t>该字段是布尔值。</a:t>
            </a:r>
            <a:r>
              <a:rPr lang="en-US" altLang="zh-CN" sz="1800" b="1" dirty="0">
                <a:latin typeface="Times New Roman" panose="02020603050405020304" pitchFamily="18" charset="0"/>
              </a:rPr>
              <a:t>TRUE</a:t>
            </a:r>
            <a:r>
              <a:rPr lang="zh-CN" altLang="en-US" sz="1800" b="1" dirty="0">
                <a:latin typeface="Times New Roman" panose="02020603050405020304" pitchFamily="18" charset="0"/>
              </a:rPr>
              <a:t>表示每个面的顶点依照逆时针排列，此为默认值。</a:t>
            </a:r>
            <a:r>
              <a:rPr lang="en-US" altLang="zh-CN" sz="1800" b="1" dirty="0">
                <a:latin typeface="Times New Roman" panose="02020603050405020304" pitchFamily="18" charset="0"/>
              </a:rPr>
              <a:t>FALSE</a:t>
            </a:r>
            <a:r>
              <a:rPr lang="zh-CN" altLang="en-US" sz="1800" b="1" dirty="0">
                <a:latin typeface="Times New Roman" panose="02020603050405020304" pitchFamily="18" charset="0"/>
              </a:rPr>
              <a:t>表示每个面的顶点依照顺时针排列。</a:t>
            </a:r>
            <a:endParaRPr lang="zh-CN" altLang="en-US" sz="1800" b="1" dirty="0">
              <a:latin typeface="Times New Roman" panose="02020603050405020304" pitchFamily="18" charset="0"/>
            </a:endParaRPr>
          </a:p>
          <a:p>
            <a:r>
              <a:rPr lang="zh-CN" altLang="en-US" sz="1800" b="1" dirty="0">
                <a:latin typeface="Times New Roman" panose="02020603050405020304" pitchFamily="18" charset="0"/>
              </a:rPr>
              <a:t>    </a:t>
            </a:r>
            <a:r>
              <a:rPr lang="en-US" altLang="zh-CN" sz="1800" b="1" dirty="0">
                <a:latin typeface="Times New Roman" panose="02020603050405020304" pitchFamily="18" charset="0"/>
              </a:rPr>
              <a:t>solid               </a:t>
            </a:r>
            <a:r>
              <a:rPr lang="zh-CN" altLang="en-US" sz="1800" b="1" dirty="0">
                <a:latin typeface="Times New Roman" panose="02020603050405020304" pitchFamily="18" charset="0"/>
              </a:rPr>
              <a:t>该字段是布尔值。</a:t>
            </a:r>
            <a:r>
              <a:rPr lang="en-US" altLang="zh-CN" sz="1800" b="1" dirty="0">
                <a:latin typeface="Times New Roman" panose="02020603050405020304" pitchFamily="18" charset="0"/>
              </a:rPr>
              <a:t>TRUE</a:t>
            </a:r>
            <a:r>
              <a:rPr lang="zh-CN" altLang="en-US" sz="1800" b="1" dirty="0">
                <a:latin typeface="Times New Roman" panose="02020603050405020304" pitchFamily="18" charset="0"/>
              </a:rPr>
              <a:t>表示只构建对象的表面，不构建背面，这是默认值。</a:t>
            </a:r>
            <a:r>
              <a:rPr lang="en-US" altLang="zh-CN" sz="1800" b="1" dirty="0">
                <a:latin typeface="Times New Roman" panose="02020603050405020304" pitchFamily="18" charset="0"/>
              </a:rPr>
              <a:t>FALSE</a:t>
            </a:r>
            <a:r>
              <a:rPr lang="zh-CN" altLang="en-US" sz="1800" b="1" dirty="0">
                <a:latin typeface="Times New Roman" panose="02020603050405020304" pitchFamily="18" charset="0"/>
              </a:rPr>
              <a:t>表示正面和背面均构建。</a:t>
            </a:r>
            <a:endParaRPr lang="zh-CN" altLang="en-US" sz="1800" b="1" dirty="0">
              <a:latin typeface="Times New Roman" panose="02020603050405020304" pitchFamily="18" charset="0"/>
            </a:endParaRPr>
          </a:p>
          <a:p>
            <a:r>
              <a:rPr lang="zh-CN" altLang="en-US" sz="1800" b="1" dirty="0">
                <a:latin typeface="Times New Roman" panose="02020603050405020304" pitchFamily="18" charset="0"/>
              </a:rPr>
              <a:t>    </a:t>
            </a:r>
            <a:r>
              <a:rPr lang="en-US" altLang="zh-CN" sz="1800" b="1" dirty="0">
                <a:latin typeface="Times New Roman" panose="02020603050405020304" pitchFamily="18" charset="0"/>
              </a:rPr>
              <a:t>convex            </a:t>
            </a:r>
            <a:r>
              <a:rPr lang="zh-CN" altLang="en-US" sz="1800" b="1" dirty="0">
                <a:latin typeface="Times New Roman" panose="02020603050405020304" pitchFamily="18" charset="0"/>
              </a:rPr>
              <a:t>该字段是布尔值。</a:t>
            </a:r>
            <a:r>
              <a:rPr lang="en-US" altLang="zh-CN" sz="1800" b="1" dirty="0">
                <a:latin typeface="Times New Roman" panose="02020603050405020304" pitchFamily="18" charset="0"/>
              </a:rPr>
              <a:t>TRUE</a:t>
            </a:r>
            <a:r>
              <a:rPr lang="zh-CN" altLang="en-US" sz="1800" b="1" dirty="0">
                <a:latin typeface="Times New Roman" panose="02020603050405020304" pitchFamily="18" charset="0"/>
              </a:rPr>
              <a:t>表示所有的表面是凸的，此为默认值。</a:t>
            </a:r>
            <a:r>
              <a:rPr lang="en-US" altLang="zh-CN" sz="1800" b="1" dirty="0">
                <a:latin typeface="Times New Roman" panose="02020603050405020304" pitchFamily="18" charset="0"/>
              </a:rPr>
              <a:t>FALSE</a:t>
            </a:r>
            <a:r>
              <a:rPr lang="zh-CN" altLang="en-US" sz="1800" b="1" dirty="0">
                <a:latin typeface="Times New Roman" panose="02020603050405020304" pitchFamily="18" charset="0"/>
              </a:rPr>
              <a:t>表示为凹的。</a:t>
            </a:r>
            <a:endParaRPr lang="zh-CN" altLang="en-US" sz="1800" b="1" dirty="0">
              <a:latin typeface="Times New Roman" panose="02020603050405020304" pitchFamily="18" charset="0"/>
            </a:endParaRPr>
          </a:p>
          <a:p>
            <a:r>
              <a:rPr lang="zh-CN" altLang="en-US" sz="1800" b="1" dirty="0">
                <a:latin typeface="Times New Roman" panose="02020603050405020304" pitchFamily="18" charset="0"/>
              </a:rPr>
              <a:t>    </a:t>
            </a:r>
            <a:r>
              <a:rPr lang="en-US" altLang="zh-CN" sz="1800" b="1" dirty="0">
                <a:latin typeface="Times New Roman" panose="02020603050405020304" pitchFamily="18" charset="0"/>
              </a:rPr>
              <a:t>creaseangle         </a:t>
            </a:r>
            <a:r>
              <a:rPr lang="zh-CN" altLang="en-US" sz="1800" b="1" dirty="0">
                <a:latin typeface="Times New Roman" panose="02020603050405020304" pitchFamily="18" charset="0"/>
              </a:rPr>
              <a:t>该字段用来定义角度值，调整这个角度值可以使两个交接的表面看起来更加平衡</a:t>
            </a:r>
            <a:r>
              <a:rPr lang="zh-CN" altLang="en-US" sz="1800" dirty="0">
                <a:latin typeface="Times New Roman" panose="02020603050405020304" pitchFamily="18" charset="0"/>
              </a:rPr>
              <a:t>。</a:t>
            </a:r>
            <a:endParaRPr lang="zh-CN" altLang="en-US" sz="1800" dirty="0">
              <a:latin typeface="Times New Roman" panose="02020603050405020304" pitchFamily="18" charset="0"/>
            </a:endParaRPr>
          </a:p>
        </p:txBody>
      </p:sp>
      <p:sp>
        <p:nvSpPr>
          <p:cNvPr id="91140" name="Rectangle 3"/>
          <p:cNvSpPr/>
          <p:nvPr/>
        </p:nvSpPr>
        <p:spPr>
          <a:xfrm>
            <a:off x="1403350" y="908050"/>
            <a:ext cx="4992688" cy="457200"/>
          </a:xfrm>
          <a:prstGeom prst="rect">
            <a:avLst/>
          </a:prstGeom>
          <a:noFill/>
          <a:ln w="9525">
            <a:noFill/>
          </a:ln>
        </p:spPr>
        <p:txBody>
          <a:bodyPr wrap="none">
            <a:spAutoFit/>
          </a:bodyPr>
          <a:p>
            <a:r>
              <a:rPr lang="zh-CN" altLang="en-US" b="1" dirty="0">
                <a:latin typeface="Times New Roman" panose="02020603050405020304" pitchFamily="18" charset="0"/>
              </a:rPr>
              <a:t>指针表面集合节点—</a:t>
            </a:r>
            <a:r>
              <a:rPr lang="en-US" altLang="zh-CN" b="1" dirty="0">
                <a:latin typeface="Times New Roman" panose="02020603050405020304" pitchFamily="18" charset="0"/>
              </a:rPr>
              <a:t>IndexedFaceSet</a:t>
            </a:r>
            <a:endParaRPr lang="en-US" altLang="zh-CN" b="1" dirty="0">
              <a:latin typeface="Times New Roman" panose="02020603050405020304" pitchFamily="18" charset="0"/>
            </a:endParaRPr>
          </a:p>
        </p:txBody>
      </p:sp>
    </p:spTree>
  </p:cSld>
  <p:clrMapOvr>
    <a:masterClrMapping/>
  </p:clrMapOvr>
  <p:transition>
    <p:random/>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62" name="页脚占位符 1"/>
          <p:cNvSpPr txBox="1">
            <a:spLocks noGrp="1"/>
          </p:cNvSpPr>
          <p:nvPr>
            <p:ph type="ftr" sz="quarter" idx="3"/>
          </p:nvPr>
        </p:nvSpPr>
        <p:spPr>
          <a:xfrm>
            <a:off x="3733800" y="6570663"/>
            <a:ext cx="2590800" cy="280987"/>
          </a:xfrm>
          <a:ln/>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r>
              <a:rPr lang="zh-CN" altLang="en-US" sz="1200" dirty="0">
                <a:solidFill>
                  <a:schemeClr val="folHlink"/>
                </a:solidFill>
              </a:rPr>
              <a:t>《虚拟地理环境及其应用》</a:t>
            </a:r>
            <a:endParaRPr lang="zh-CN" altLang="en-US" sz="1200" dirty="0">
              <a:solidFill>
                <a:schemeClr val="folHlink"/>
              </a:solidFill>
            </a:endParaRPr>
          </a:p>
        </p:txBody>
      </p:sp>
      <p:sp>
        <p:nvSpPr>
          <p:cNvPr id="92163" name="Rectangle 2"/>
          <p:cNvSpPr/>
          <p:nvPr/>
        </p:nvSpPr>
        <p:spPr>
          <a:xfrm>
            <a:off x="900113" y="1384300"/>
            <a:ext cx="7272337" cy="5243513"/>
          </a:xfrm>
          <a:prstGeom prst="rect">
            <a:avLst/>
          </a:prstGeom>
          <a:noFill/>
          <a:ln w="9525">
            <a:noFill/>
          </a:ln>
        </p:spPr>
        <p:txBody>
          <a:bodyPr anchor="ctr" anchorCtr="0">
            <a:spAutoFit/>
          </a:bodyPr>
          <a:p>
            <a:pPr indent="266700" defTabSz="914400">
              <a:tabLst>
                <a:tab pos="114300" algn="l"/>
              </a:tabLst>
            </a:pPr>
            <a:r>
              <a:rPr lang="zh-CN" altLang="en-US" sz="2000" b="1" dirty="0">
                <a:latin typeface="宋体" panose="02010600030101010101" pitchFamily="2" charset="-122"/>
              </a:rPr>
              <a:t>事件说明：</a:t>
            </a:r>
            <a:endParaRPr lang="zh-CN" altLang="en-US" sz="2000" b="1" dirty="0">
              <a:latin typeface="宋体" panose="02010600030101010101" pitchFamily="2" charset="-122"/>
            </a:endParaRPr>
          </a:p>
          <a:p>
            <a:pPr indent="266700" defTabSz="914400">
              <a:tabLst>
                <a:tab pos="114300" algn="l"/>
              </a:tabLst>
            </a:pPr>
            <a:r>
              <a:rPr lang="en-US" altLang="zh-CN" sz="2000" b="1" dirty="0">
                <a:latin typeface="宋体" panose="02010600030101010101" pitchFamily="2" charset="-122"/>
              </a:rPr>
              <a:t>set_colorindex           </a:t>
            </a:r>
            <a:r>
              <a:rPr lang="zh-CN" altLang="en-US" sz="2000" b="1" dirty="0">
                <a:latin typeface="宋体" panose="02010600030101010101" pitchFamily="2" charset="-122"/>
              </a:rPr>
              <a:t>该事件为</a:t>
            </a:r>
            <a:r>
              <a:rPr lang="en-US" altLang="zh-CN" sz="2000" b="1" dirty="0">
                <a:latin typeface="宋体" panose="02010600030101010101" pitchFamily="2" charset="-122"/>
              </a:rPr>
              <a:t>eventin</a:t>
            </a:r>
            <a:r>
              <a:rPr lang="zh-CN" altLang="en-US" sz="2000" b="1" dirty="0">
                <a:latin typeface="宋体" panose="02010600030101010101" pitchFamily="2" charset="-122"/>
              </a:rPr>
              <a:t>事件，用来设置</a:t>
            </a:r>
            <a:r>
              <a:rPr lang="en-US" altLang="zh-CN" sz="2000" b="1" dirty="0">
                <a:latin typeface="宋体" panose="02010600030101010101" pitchFamily="2" charset="-122"/>
              </a:rPr>
              <a:t>colorindex</a:t>
            </a:r>
            <a:r>
              <a:rPr lang="zh-CN" altLang="en-US" sz="2000" b="1" dirty="0">
                <a:latin typeface="宋体" panose="02010600030101010101" pitchFamily="2" charset="-122"/>
              </a:rPr>
              <a:t>字段的值。</a:t>
            </a:r>
            <a:endParaRPr lang="zh-CN" altLang="en-US" sz="2000" b="1" dirty="0">
              <a:latin typeface="宋体" panose="02010600030101010101" pitchFamily="2" charset="-122"/>
            </a:endParaRPr>
          </a:p>
          <a:p>
            <a:pPr indent="266700" defTabSz="914400">
              <a:tabLst>
                <a:tab pos="114300" algn="l"/>
              </a:tabLst>
            </a:pPr>
            <a:r>
              <a:rPr lang="en-US" altLang="zh-CN" sz="2000" b="1" dirty="0">
                <a:latin typeface="宋体" panose="02010600030101010101" pitchFamily="2" charset="-122"/>
              </a:rPr>
              <a:t>set_coordindex          </a:t>
            </a:r>
            <a:r>
              <a:rPr lang="zh-CN" altLang="en-US" sz="2000" b="1" dirty="0">
                <a:latin typeface="宋体" panose="02010600030101010101" pitchFamily="2" charset="-122"/>
              </a:rPr>
              <a:t>该事件为</a:t>
            </a:r>
            <a:r>
              <a:rPr lang="en-US" altLang="zh-CN" sz="2000" b="1" dirty="0">
                <a:latin typeface="宋体" panose="02010600030101010101" pitchFamily="2" charset="-122"/>
              </a:rPr>
              <a:t>eventin</a:t>
            </a:r>
            <a:r>
              <a:rPr lang="zh-CN" altLang="en-US" sz="2000" b="1" dirty="0">
                <a:latin typeface="宋体" panose="02010600030101010101" pitchFamily="2" charset="-122"/>
              </a:rPr>
              <a:t>事件，用来设置</a:t>
            </a:r>
            <a:r>
              <a:rPr lang="en-US" altLang="zh-CN" sz="2000" b="1" dirty="0">
                <a:latin typeface="宋体" panose="02010600030101010101" pitchFamily="2" charset="-122"/>
              </a:rPr>
              <a:t>coordindex</a:t>
            </a:r>
            <a:r>
              <a:rPr lang="zh-CN" altLang="en-US" sz="2000" b="1" dirty="0">
                <a:latin typeface="宋体" panose="02010600030101010101" pitchFamily="2" charset="-122"/>
              </a:rPr>
              <a:t>字段的值。</a:t>
            </a:r>
            <a:endParaRPr lang="zh-CN" altLang="en-US" sz="2000" b="1" dirty="0">
              <a:latin typeface="宋体" panose="02010600030101010101" pitchFamily="2" charset="-122"/>
            </a:endParaRPr>
          </a:p>
          <a:p>
            <a:pPr indent="266700" defTabSz="914400">
              <a:tabLst>
                <a:tab pos="114300" algn="l"/>
              </a:tabLst>
            </a:pPr>
            <a:r>
              <a:rPr lang="en-US" altLang="zh-CN" sz="2000" b="1" dirty="0">
                <a:latin typeface="宋体" panose="02010600030101010101" pitchFamily="2" charset="-122"/>
              </a:rPr>
              <a:t>set_normalindex         </a:t>
            </a:r>
            <a:r>
              <a:rPr lang="zh-CN" altLang="en-US" sz="2000" b="1" dirty="0">
                <a:latin typeface="宋体" panose="02010600030101010101" pitchFamily="2" charset="-122"/>
              </a:rPr>
              <a:t>该事件为</a:t>
            </a:r>
            <a:r>
              <a:rPr lang="en-US" altLang="zh-CN" sz="2000" b="1" dirty="0">
                <a:latin typeface="宋体" panose="02010600030101010101" pitchFamily="2" charset="-122"/>
              </a:rPr>
              <a:t>eventin</a:t>
            </a:r>
            <a:r>
              <a:rPr lang="zh-CN" altLang="en-US" sz="2000" b="1" dirty="0">
                <a:latin typeface="宋体" panose="02010600030101010101" pitchFamily="2" charset="-122"/>
              </a:rPr>
              <a:t>事件，用来设置</a:t>
            </a:r>
            <a:r>
              <a:rPr lang="en-US" altLang="zh-CN" sz="2000" b="1" dirty="0">
                <a:latin typeface="宋体" panose="02010600030101010101" pitchFamily="2" charset="-122"/>
              </a:rPr>
              <a:t>normalindex</a:t>
            </a:r>
            <a:r>
              <a:rPr lang="zh-CN" altLang="en-US" sz="2000" b="1" dirty="0">
                <a:latin typeface="宋体" panose="02010600030101010101" pitchFamily="2" charset="-122"/>
              </a:rPr>
              <a:t>字段的值。</a:t>
            </a:r>
            <a:endParaRPr lang="zh-CN" altLang="en-US" sz="2000" b="1" dirty="0">
              <a:latin typeface="宋体" panose="02010600030101010101" pitchFamily="2" charset="-122"/>
            </a:endParaRPr>
          </a:p>
          <a:p>
            <a:pPr indent="266700" defTabSz="914400">
              <a:tabLst>
                <a:tab pos="114300" algn="l"/>
              </a:tabLst>
            </a:pPr>
            <a:r>
              <a:rPr lang="en-US" altLang="zh-CN" sz="2000" b="1" dirty="0">
                <a:latin typeface="宋体" panose="02010600030101010101" pitchFamily="2" charset="-122"/>
              </a:rPr>
              <a:t>set_texcoordindex        </a:t>
            </a:r>
            <a:r>
              <a:rPr lang="zh-CN" altLang="en-US" sz="2000" b="1" dirty="0">
                <a:latin typeface="宋体" panose="02010600030101010101" pitchFamily="2" charset="-122"/>
              </a:rPr>
              <a:t>该事件为</a:t>
            </a:r>
            <a:r>
              <a:rPr lang="en-US" altLang="zh-CN" sz="2000" b="1" dirty="0">
                <a:latin typeface="宋体" panose="02010600030101010101" pitchFamily="2" charset="-122"/>
              </a:rPr>
              <a:t>eventin</a:t>
            </a:r>
            <a:r>
              <a:rPr lang="zh-CN" altLang="en-US" sz="2000" b="1" dirty="0">
                <a:latin typeface="宋体" panose="02010600030101010101" pitchFamily="2" charset="-122"/>
              </a:rPr>
              <a:t>事件，用来设置</a:t>
            </a:r>
            <a:r>
              <a:rPr lang="en-US" altLang="zh-CN" sz="2000" b="1" dirty="0">
                <a:latin typeface="宋体" panose="02010600030101010101" pitchFamily="2" charset="-122"/>
              </a:rPr>
              <a:t>texcoordindex</a:t>
            </a:r>
            <a:r>
              <a:rPr lang="zh-CN" altLang="en-US" sz="2000" b="1" dirty="0">
                <a:latin typeface="宋体" panose="02010600030101010101" pitchFamily="2" charset="-122"/>
              </a:rPr>
              <a:t>字段的值。</a:t>
            </a:r>
            <a:endParaRPr lang="zh-CN" altLang="en-US" sz="2000" b="1" dirty="0">
              <a:latin typeface="宋体" panose="02010600030101010101" pitchFamily="2" charset="-122"/>
            </a:endParaRPr>
          </a:p>
          <a:p>
            <a:pPr indent="266700" defTabSz="914400">
              <a:tabLst>
                <a:tab pos="114300" algn="l"/>
              </a:tabLst>
            </a:pPr>
            <a:r>
              <a:rPr lang="zh-CN" altLang="en-US" sz="2000" b="1" dirty="0">
                <a:latin typeface="宋体" panose="02010600030101010101" pitchFamily="2" charset="-122"/>
              </a:rPr>
              <a:t>图形学说明：</a:t>
            </a:r>
            <a:endParaRPr lang="zh-CN" altLang="en-US" sz="2000" b="1" dirty="0">
              <a:latin typeface="宋体" panose="02010600030101010101" pitchFamily="2" charset="-122"/>
            </a:endParaRPr>
          </a:p>
          <a:p>
            <a:pPr indent="266700" defTabSz="914400">
              <a:tabLst>
                <a:tab pos="114300" algn="l"/>
              </a:tabLst>
            </a:pPr>
            <a:r>
              <a:rPr lang="zh-CN" altLang="en-US" sz="2000" b="1" dirty="0">
                <a:latin typeface="宋体" panose="02010600030101010101" pitchFamily="2" charset="-122"/>
              </a:rPr>
              <a:t>  一个</a:t>
            </a:r>
            <a:r>
              <a:rPr lang="en-US" altLang="zh-CN" sz="2000" b="1" dirty="0">
                <a:latin typeface="宋体" panose="02010600030101010101" pitchFamily="2" charset="-122"/>
              </a:rPr>
              <a:t>IndexedFaceset</a:t>
            </a:r>
            <a:r>
              <a:rPr lang="zh-CN" altLang="en-US" sz="2000" b="1" dirty="0">
                <a:latin typeface="宋体" panose="02010600030101010101" pitchFamily="2" charset="-122"/>
              </a:rPr>
              <a:t>节点代表一个由一组顶点构建的一系列平面多边形形成的3</a:t>
            </a:r>
            <a:r>
              <a:rPr lang="en-US" altLang="zh-CN" sz="2000" b="1" dirty="0">
                <a:latin typeface="宋体" panose="02010600030101010101" pitchFamily="2" charset="-122"/>
              </a:rPr>
              <a:t>D</a:t>
            </a:r>
            <a:r>
              <a:rPr lang="zh-CN" altLang="en-US" sz="2000" b="1" dirty="0">
                <a:latin typeface="宋体" panose="02010600030101010101" pitchFamily="2" charset="-122"/>
              </a:rPr>
              <a:t>形体。一个索引的表面集合通过</a:t>
            </a:r>
            <a:r>
              <a:rPr lang="en-US" altLang="zh-CN" sz="2000" b="1" dirty="0">
                <a:latin typeface="宋体" panose="02010600030101010101" pitchFamily="2" charset="-122"/>
              </a:rPr>
              <a:t>coordIndex</a:t>
            </a:r>
            <a:r>
              <a:rPr lang="zh-CN" altLang="en-US" sz="2000" b="1" dirty="0">
                <a:latin typeface="宋体" panose="02010600030101010101" pitchFamily="2" charset="-122"/>
              </a:rPr>
              <a:t>域内的一个索引值列表说明它的多边形表面。索引值为一</a:t>
            </a:r>
            <a:r>
              <a:rPr lang="en-US" altLang="zh-CN" sz="2000" b="1" dirty="0">
                <a:latin typeface="宋体" panose="02010600030101010101" pitchFamily="2" charset="-122"/>
              </a:rPr>
              <a:t>l</a:t>
            </a:r>
            <a:r>
              <a:rPr lang="zh-CN" altLang="en-US" sz="2000" b="1" dirty="0">
                <a:latin typeface="宋体" panose="02010600030101010101" pitchFamily="2" charset="-122"/>
              </a:rPr>
              <a:t>时，表明当前表面已经结束，下一个表面将要开始。索引的表面集合只能在</a:t>
            </a:r>
            <a:r>
              <a:rPr lang="en-US" altLang="zh-CN" sz="2000" b="1" dirty="0">
                <a:latin typeface="宋体" panose="02010600030101010101" pitchFamily="2" charset="-122"/>
              </a:rPr>
              <a:t>Shape</a:t>
            </a:r>
            <a:r>
              <a:rPr lang="zh-CN" altLang="en-US" sz="2000" b="1" dirty="0">
                <a:latin typeface="宋体" panose="02010600030101010101" pitchFamily="2" charset="-122"/>
              </a:rPr>
              <a:t>节点的</a:t>
            </a:r>
            <a:r>
              <a:rPr lang="en-US" altLang="zh-CN" sz="2000" b="1" dirty="0">
                <a:latin typeface="宋体" panose="02010600030101010101" pitchFamily="2" charset="-122"/>
              </a:rPr>
              <a:t>geometry</a:t>
            </a:r>
            <a:r>
              <a:rPr lang="zh-CN" altLang="en-US" sz="2000" b="1" dirty="0">
                <a:latin typeface="宋体" panose="02010600030101010101" pitchFamily="2" charset="-122"/>
              </a:rPr>
              <a:t>域中出现。</a:t>
            </a:r>
            <a:endParaRPr lang="zh-CN" altLang="en-US" sz="2000" b="1" dirty="0">
              <a:latin typeface="宋体" panose="02010600030101010101" pitchFamily="2" charset="-122"/>
            </a:endParaRPr>
          </a:p>
          <a:p>
            <a:pPr indent="266700" defTabSz="914400">
              <a:tabLst>
                <a:tab pos="114300" algn="l"/>
              </a:tabLst>
            </a:pPr>
            <a:r>
              <a:rPr lang="zh-CN" altLang="en-US" sz="2200" b="1" dirty="0">
                <a:latin typeface="宋体" panose="02010600030101010101" pitchFamily="2" charset="-122"/>
              </a:rPr>
              <a:t>示例4-11</a:t>
            </a:r>
            <a:endParaRPr lang="zh-CN" altLang="en-US" sz="1600" b="1" dirty="0">
              <a:latin typeface="Times New Roman" panose="02020603050405020304" pitchFamily="18" charset="0"/>
            </a:endParaRPr>
          </a:p>
          <a:p>
            <a:pPr indent="266700" defTabSz="914400">
              <a:tabLst>
                <a:tab pos="114300" algn="l"/>
              </a:tabLst>
            </a:pPr>
            <a:endParaRPr lang="zh-CN" altLang="en-US" sz="1600" b="1" dirty="0">
              <a:latin typeface="Times New Roman" panose="02020603050405020304" pitchFamily="18" charset="0"/>
            </a:endParaRPr>
          </a:p>
        </p:txBody>
      </p:sp>
      <p:sp>
        <p:nvSpPr>
          <p:cNvPr id="92164" name="Rectangle 3"/>
          <p:cNvSpPr/>
          <p:nvPr/>
        </p:nvSpPr>
        <p:spPr>
          <a:xfrm>
            <a:off x="1331913" y="908050"/>
            <a:ext cx="4992687" cy="457200"/>
          </a:xfrm>
          <a:prstGeom prst="rect">
            <a:avLst/>
          </a:prstGeom>
          <a:noFill/>
          <a:ln w="9525">
            <a:noFill/>
          </a:ln>
        </p:spPr>
        <p:txBody>
          <a:bodyPr wrap="none">
            <a:spAutoFit/>
          </a:bodyPr>
          <a:p>
            <a:r>
              <a:rPr lang="zh-CN" altLang="en-US" b="1" dirty="0">
                <a:latin typeface="Times New Roman" panose="02020603050405020304" pitchFamily="18" charset="0"/>
              </a:rPr>
              <a:t>指针表面集合节点—</a:t>
            </a:r>
            <a:r>
              <a:rPr lang="en-US" altLang="zh-CN" b="1" dirty="0">
                <a:latin typeface="Times New Roman" panose="02020603050405020304" pitchFamily="18" charset="0"/>
              </a:rPr>
              <a:t>IndexedFaceSet</a:t>
            </a:r>
            <a:endParaRPr lang="en-US" altLang="zh-CN" b="1" dirty="0">
              <a:latin typeface="Times New Roman" panose="02020603050405020304" pitchFamily="18" charset="0"/>
            </a:endParaRPr>
          </a:p>
        </p:txBody>
      </p:sp>
    </p:spTree>
  </p:cSld>
  <p:clrMapOvr>
    <a:masterClrMapping/>
  </p:clrMapOvr>
  <p:transition>
    <p:random/>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3186" name="页脚占位符 1"/>
          <p:cNvSpPr txBox="1">
            <a:spLocks noGrp="1"/>
          </p:cNvSpPr>
          <p:nvPr>
            <p:ph type="ftr" sz="quarter" idx="3"/>
          </p:nvPr>
        </p:nvSpPr>
        <p:spPr>
          <a:xfrm>
            <a:off x="3733800" y="6570663"/>
            <a:ext cx="2590800" cy="280987"/>
          </a:xfrm>
          <a:ln/>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r>
              <a:rPr lang="zh-CN" altLang="en-US" sz="1200" dirty="0">
                <a:solidFill>
                  <a:schemeClr val="folHlink"/>
                </a:solidFill>
              </a:rPr>
              <a:t>《虚拟地理环境及其应用》</a:t>
            </a:r>
            <a:endParaRPr lang="zh-CN" altLang="en-US" sz="1200" dirty="0">
              <a:solidFill>
                <a:schemeClr val="folHlink"/>
              </a:solidFill>
            </a:endParaRPr>
          </a:p>
        </p:txBody>
      </p:sp>
      <p:sp>
        <p:nvSpPr>
          <p:cNvPr id="93187" name="Rectangle 2"/>
          <p:cNvSpPr/>
          <p:nvPr/>
        </p:nvSpPr>
        <p:spPr>
          <a:xfrm>
            <a:off x="1042988" y="2227263"/>
            <a:ext cx="7416800" cy="3605212"/>
          </a:xfrm>
          <a:prstGeom prst="rect">
            <a:avLst/>
          </a:prstGeom>
          <a:noFill/>
          <a:ln w="9525">
            <a:noFill/>
          </a:ln>
        </p:spPr>
        <p:txBody>
          <a:bodyPr anchor="ctr" anchorCtr="0">
            <a:spAutoFit/>
          </a:bodyPr>
          <a:p>
            <a:pPr indent="276225"/>
            <a:endParaRPr lang="en-US" altLang="zh-CN" sz="2200" b="1" dirty="0">
              <a:latin typeface="Times New Roman" panose="02020603050405020304" pitchFamily="18" charset="0"/>
            </a:endParaRPr>
          </a:p>
          <a:p>
            <a:pPr indent="276225"/>
            <a:r>
              <a:rPr lang="en-US" altLang="zh-CN" sz="1600" b="1" dirty="0">
                <a:latin typeface="Times New Roman" panose="02020603050405020304" pitchFamily="18" charset="0"/>
              </a:rPr>
              <a:t>Text</a:t>
            </a:r>
            <a:r>
              <a:rPr lang="zh-CN" altLang="en-US" sz="1600" b="1" dirty="0">
                <a:latin typeface="Times New Roman" panose="02020603050405020304" pitchFamily="18" charset="0"/>
              </a:rPr>
              <a:t>节点用于在虚拟现实中创建文字，是</a:t>
            </a:r>
            <a:r>
              <a:rPr lang="en-US" altLang="zh-CN" sz="1600" b="1" dirty="0">
                <a:latin typeface="Times New Roman" panose="02020603050405020304" pitchFamily="18" charset="0"/>
              </a:rPr>
              <a:t>Shape</a:t>
            </a:r>
            <a:r>
              <a:rPr lang="zh-CN" altLang="en-US" sz="1600" b="1" dirty="0">
                <a:latin typeface="Times New Roman" panose="02020603050405020304" pitchFamily="18" charset="0"/>
              </a:rPr>
              <a:t>节点中的</a:t>
            </a:r>
            <a:r>
              <a:rPr lang="en-US" altLang="zh-CN" sz="1600" b="1" dirty="0">
                <a:latin typeface="Times New Roman" panose="02020603050405020304" pitchFamily="18" charset="0"/>
              </a:rPr>
              <a:t>Geometry</a:t>
            </a:r>
            <a:r>
              <a:rPr lang="zh-CN" altLang="en-US" sz="1600" b="1" dirty="0">
                <a:latin typeface="Times New Roman" panose="02020603050405020304" pitchFamily="18" charset="0"/>
              </a:rPr>
              <a:t>节点之一。文字是创建在</a:t>
            </a:r>
            <a:r>
              <a:rPr lang="en-US" altLang="zh-CN" sz="1600" b="1" dirty="0">
                <a:latin typeface="Times New Roman" panose="02020603050405020304" pitchFamily="18" charset="0"/>
              </a:rPr>
              <a:t>X—Y</a:t>
            </a:r>
            <a:r>
              <a:rPr lang="zh-CN" altLang="en-US" sz="1600" b="1" dirty="0">
                <a:latin typeface="Times New Roman" panose="02020603050405020304" pitchFamily="18" charset="0"/>
              </a:rPr>
              <a:t>平面（</a:t>
            </a:r>
            <a:r>
              <a:rPr lang="en-US" altLang="zh-CN" sz="1600" b="1" dirty="0">
                <a:latin typeface="Times New Roman" panose="02020603050405020304" pitchFamily="18" charset="0"/>
              </a:rPr>
              <a:t>Z=0）</a:t>
            </a:r>
            <a:r>
              <a:rPr lang="zh-CN" altLang="en-US" sz="1600" b="1" dirty="0">
                <a:latin typeface="Times New Roman" panose="02020603050405020304" pitchFamily="18" charset="0"/>
              </a:rPr>
              <a:t>上的。</a:t>
            </a:r>
            <a:endParaRPr lang="zh-CN" altLang="en-US" sz="1600" b="1" dirty="0">
              <a:latin typeface="Times New Roman" panose="02020603050405020304" pitchFamily="18" charset="0"/>
            </a:endParaRPr>
          </a:p>
          <a:p>
            <a:pPr indent="276225"/>
            <a:r>
              <a:rPr lang="en-US" altLang="zh-CN" sz="1600" b="1" dirty="0">
                <a:latin typeface="Times New Roman" panose="02020603050405020304" pitchFamily="18" charset="0"/>
              </a:rPr>
              <a:t>Text  Node  Syntax  </a:t>
            </a:r>
            <a:endParaRPr lang="en-US" altLang="zh-CN" sz="1600" b="1" dirty="0">
              <a:latin typeface="Times New Roman" panose="02020603050405020304" pitchFamily="18" charset="0"/>
            </a:endParaRPr>
          </a:p>
          <a:p>
            <a:pPr indent="276225"/>
            <a:r>
              <a:rPr lang="en-US" altLang="zh-CN" sz="1600" b="1" dirty="0">
                <a:latin typeface="Times New Roman" panose="02020603050405020304" pitchFamily="18" charset="0"/>
              </a:rPr>
              <a:t>  Text  {</a:t>
            </a:r>
            <a:endParaRPr lang="en-US" altLang="zh-CN" sz="1600" b="1" dirty="0">
              <a:latin typeface="Times New Roman" panose="02020603050405020304" pitchFamily="18" charset="0"/>
            </a:endParaRPr>
          </a:p>
          <a:p>
            <a:pPr indent="276225"/>
            <a:r>
              <a:rPr lang="en-US" altLang="zh-CN" sz="1600" b="1" dirty="0">
                <a:latin typeface="Times New Roman" panose="02020603050405020304" pitchFamily="18" charset="0"/>
              </a:rPr>
              <a:t>        Exposedfield     MFString      string       [ ] </a:t>
            </a:r>
            <a:endParaRPr lang="en-US" altLang="zh-CN" sz="1600" b="1" dirty="0">
              <a:latin typeface="Times New Roman" panose="02020603050405020304" pitchFamily="18" charset="0"/>
            </a:endParaRPr>
          </a:p>
          <a:p>
            <a:pPr indent="276225"/>
            <a:r>
              <a:rPr lang="en-US" altLang="zh-CN" sz="1600" b="1" dirty="0">
                <a:latin typeface="Times New Roman" panose="02020603050405020304" pitchFamily="18" charset="0"/>
              </a:rPr>
              <a:t>        Exposedfield     SFNode       fontstyle     NULL</a:t>
            </a:r>
            <a:endParaRPr lang="en-US" altLang="zh-CN" sz="1600" b="1" dirty="0">
              <a:latin typeface="Times New Roman" panose="02020603050405020304" pitchFamily="18" charset="0"/>
            </a:endParaRPr>
          </a:p>
          <a:p>
            <a:pPr indent="276225"/>
            <a:r>
              <a:rPr lang="en-US" altLang="zh-CN" sz="1600" b="1" dirty="0">
                <a:latin typeface="Times New Roman" panose="02020603050405020304" pitchFamily="18" charset="0"/>
              </a:rPr>
              <a:t>        Exposedfield     MFFloat       length       [ ]         #[0, +∞]</a:t>
            </a:r>
            <a:endParaRPr lang="en-US" altLang="zh-CN" sz="1600" b="1" dirty="0">
              <a:latin typeface="Times New Roman" panose="02020603050405020304" pitchFamily="18" charset="0"/>
            </a:endParaRPr>
          </a:p>
          <a:p>
            <a:pPr indent="276225"/>
            <a:r>
              <a:rPr lang="en-US" altLang="zh-CN" sz="1600" b="1" dirty="0">
                <a:latin typeface="Times New Roman" panose="02020603050405020304" pitchFamily="18" charset="0"/>
              </a:rPr>
              <a:t>        Exposedfield     SFFloat        maxextent    0.0        #[0, +∞]</a:t>
            </a:r>
            <a:endParaRPr lang="en-US" altLang="zh-CN" sz="1600" b="1" dirty="0">
              <a:latin typeface="Times New Roman" panose="02020603050405020304" pitchFamily="18" charset="0"/>
            </a:endParaRPr>
          </a:p>
          <a:p>
            <a:pPr indent="276225"/>
            <a:r>
              <a:rPr lang="en-US" altLang="zh-CN" sz="1600" b="1" dirty="0">
                <a:latin typeface="Times New Roman" panose="02020603050405020304" pitchFamily="18" charset="0"/>
              </a:rPr>
              <a:t>        }</a:t>
            </a:r>
            <a:endParaRPr lang="en-US" altLang="zh-CN" sz="1600" b="1" dirty="0">
              <a:latin typeface="Times New Roman" panose="02020603050405020304" pitchFamily="18" charset="0"/>
            </a:endParaRPr>
          </a:p>
          <a:p>
            <a:pPr indent="276225"/>
            <a:r>
              <a:rPr lang="zh-CN" altLang="en-US" sz="1600" b="1" dirty="0">
                <a:latin typeface="Times New Roman" panose="02020603050405020304" pitchFamily="18" charset="0"/>
              </a:rPr>
              <a:t>字段说明：</a:t>
            </a:r>
            <a:endParaRPr lang="zh-CN" altLang="en-US" sz="1600" b="1" dirty="0">
              <a:latin typeface="Times New Roman" panose="02020603050405020304" pitchFamily="18" charset="0"/>
            </a:endParaRPr>
          </a:p>
          <a:p>
            <a:pPr indent="276225"/>
            <a:r>
              <a:rPr lang="en-US" altLang="zh-CN" sz="1600" b="1" dirty="0">
                <a:latin typeface="Times New Roman" panose="02020603050405020304" pitchFamily="18" charset="0"/>
              </a:rPr>
              <a:t>String          </a:t>
            </a:r>
            <a:r>
              <a:rPr lang="zh-CN" altLang="en-US" sz="1600" b="1" dirty="0">
                <a:latin typeface="Times New Roman" panose="02020603050405020304" pitchFamily="18" charset="0"/>
              </a:rPr>
              <a:t>这个字段可以包含一行或一行以上的字符串，每行字符串要用双引号将字符串包起来，如果给出多于一个的字符串，则每个串单独占一行，行距由</a:t>
            </a:r>
            <a:r>
              <a:rPr lang="en-US" altLang="zh-CN" sz="1600" b="1" dirty="0">
                <a:latin typeface="Times New Roman" panose="02020603050405020304" pitchFamily="18" charset="0"/>
              </a:rPr>
              <a:t>Fontstyle</a:t>
            </a:r>
            <a:r>
              <a:rPr lang="zh-CN" altLang="en-US" sz="1600" b="1" dirty="0">
                <a:latin typeface="Times New Roman" panose="02020603050405020304" pitchFamily="18" charset="0"/>
              </a:rPr>
              <a:t>节点决定</a:t>
            </a:r>
            <a:r>
              <a:rPr lang="zh-CN" altLang="en-US" sz="1600" dirty="0">
                <a:latin typeface="Times New Roman" panose="02020603050405020304" pitchFamily="18" charset="0"/>
              </a:rPr>
              <a:t>。</a:t>
            </a:r>
            <a:endParaRPr lang="zh-CN" altLang="en-US" sz="1600" dirty="0">
              <a:latin typeface="Times New Roman" panose="02020603050405020304" pitchFamily="18" charset="0"/>
            </a:endParaRPr>
          </a:p>
        </p:txBody>
      </p:sp>
      <p:sp>
        <p:nvSpPr>
          <p:cNvPr id="93188" name="Rectangle 3"/>
          <p:cNvSpPr/>
          <p:nvPr/>
        </p:nvSpPr>
        <p:spPr>
          <a:xfrm>
            <a:off x="1403350" y="836613"/>
            <a:ext cx="3367088" cy="457200"/>
          </a:xfrm>
          <a:prstGeom prst="rect">
            <a:avLst/>
          </a:prstGeom>
          <a:noFill/>
          <a:ln w="9525">
            <a:noFill/>
          </a:ln>
        </p:spPr>
        <p:txBody>
          <a:bodyPr wrap="none">
            <a:spAutoFit/>
          </a:bodyPr>
          <a:p>
            <a:pPr eaLnBrk="1" hangingPunct="1"/>
            <a:r>
              <a:rPr lang="zh-CN" altLang="en-US" b="1" dirty="0">
                <a:latin typeface="Times New Roman" panose="02020603050405020304" pitchFamily="18" charset="0"/>
              </a:rPr>
              <a:t>（11）  文字节点—</a:t>
            </a:r>
            <a:r>
              <a:rPr lang="en-US" altLang="zh-CN" b="1" dirty="0">
                <a:latin typeface="Times New Roman" panose="02020603050405020304" pitchFamily="18" charset="0"/>
              </a:rPr>
              <a:t>Text</a:t>
            </a:r>
            <a:endParaRPr lang="zh-CN" altLang="en-US" b="1" dirty="0">
              <a:latin typeface="Times New Roman" panose="02020603050405020304" pitchFamily="18" charset="0"/>
            </a:endParaRPr>
          </a:p>
        </p:txBody>
      </p:sp>
    </p:spTree>
  </p:cSld>
  <p:clrMapOvr>
    <a:masterClrMapping/>
  </p:clrMapOvr>
  <p:transition>
    <p:random/>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4210" name="页脚占位符 1"/>
          <p:cNvSpPr txBox="1">
            <a:spLocks noGrp="1"/>
          </p:cNvSpPr>
          <p:nvPr>
            <p:ph type="ftr" sz="quarter" idx="3"/>
          </p:nvPr>
        </p:nvSpPr>
        <p:spPr>
          <a:xfrm>
            <a:off x="3733800" y="6570663"/>
            <a:ext cx="2590800" cy="280987"/>
          </a:xfrm>
          <a:ln/>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r>
              <a:rPr lang="zh-CN" altLang="en-US" sz="1200" dirty="0">
                <a:solidFill>
                  <a:schemeClr val="folHlink"/>
                </a:solidFill>
              </a:rPr>
              <a:t>《虚拟地理环境及其应用》</a:t>
            </a:r>
            <a:endParaRPr lang="zh-CN" altLang="en-US" sz="1200" dirty="0">
              <a:solidFill>
                <a:schemeClr val="folHlink"/>
              </a:solidFill>
            </a:endParaRPr>
          </a:p>
        </p:txBody>
      </p:sp>
      <p:sp>
        <p:nvSpPr>
          <p:cNvPr id="94211" name="Rectangle 2"/>
          <p:cNvSpPr/>
          <p:nvPr/>
        </p:nvSpPr>
        <p:spPr>
          <a:xfrm>
            <a:off x="1258888" y="2349500"/>
            <a:ext cx="6696075" cy="3270250"/>
          </a:xfrm>
          <a:prstGeom prst="rect">
            <a:avLst/>
          </a:prstGeom>
          <a:noFill/>
          <a:ln w="9525">
            <a:noFill/>
          </a:ln>
        </p:spPr>
        <p:txBody>
          <a:bodyPr anchor="ctr" anchorCtr="0">
            <a:spAutoFit/>
          </a:bodyPr>
          <a:p>
            <a:pPr indent="276225"/>
            <a:r>
              <a:rPr lang="en-US" altLang="zh-CN" sz="1600" b="1" dirty="0">
                <a:latin typeface="Times New Roman" panose="02020603050405020304" pitchFamily="18" charset="0"/>
              </a:rPr>
              <a:t>Length         </a:t>
            </a:r>
            <a:r>
              <a:rPr lang="zh-CN" altLang="en-US" sz="1600" b="1" dirty="0">
                <a:latin typeface="Times New Roman" panose="02020603050405020304" pitchFamily="18" charset="0"/>
              </a:rPr>
              <a:t>这个字段是定义在</a:t>
            </a:r>
            <a:r>
              <a:rPr lang="en-US" altLang="zh-CN" sz="1600" b="1" dirty="0">
                <a:latin typeface="Times New Roman" panose="02020603050405020304" pitchFamily="18" charset="0"/>
              </a:rPr>
              <a:t>string</a:t>
            </a:r>
            <a:r>
              <a:rPr lang="zh-CN" altLang="en-US" sz="1600" b="1" dirty="0">
                <a:latin typeface="Times New Roman" panose="02020603050405020304" pitchFamily="18" charset="0"/>
              </a:rPr>
              <a:t>字段中，每一行字符串的长度，也就是在</a:t>
            </a:r>
            <a:r>
              <a:rPr lang="en-US" altLang="zh-CN" sz="1600" b="1" dirty="0">
                <a:latin typeface="Times New Roman" panose="02020603050405020304" pitchFamily="18" charset="0"/>
              </a:rPr>
              <a:t>length</a:t>
            </a:r>
            <a:r>
              <a:rPr lang="zh-CN" altLang="en-US" sz="1600" b="1" dirty="0">
                <a:latin typeface="Times New Roman" panose="02020603050405020304" pitchFamily="18" charset="0"/>
              </a:rPr>
              <a:t>字段中的第一个长度控制</a:t>
            </a:r>
            <a:r>
              <a:rPr lang="en-US" altLang="zh-CN" sz="1600" b="1" dirty="0">
                <a:latin typeface="Times New Roman" panose="02020603050405020304" pitchFamily="18" charset="0"/>
              </a:rPr>
              <a:t>string</a:t>
            </a:r>
            <a:r>
              <a:rPr lang="zh-CN" altLang="en-US" sz="1600" b="1" dirty="0">
                <a:latin typeface="Times New Roman" panose="02020603050405020304" pitchFamily="18" charset="0"/>
              </a:rPr>
              <a:t>字段中的第一行字符串。如果</a:t>
            </a:r>
            <a:r>
              <a:rPr lang="en-US" altLang="zh-CN" sz="1600" b="1" dirty="0">
                <a:latin typeface="Times New Roman" panose="02020603050405020304" pitchFamily="18" charset="0"/>
              </a:rPr>
              <a:t>length</a:t>
            </a:r>
            <a:r>
              <a:rPr lang="zh-CN" altLang="en-US" sz="1600" b="1" dirty="0">
                <a:latin typeface="Times New Roman" panose="02020603050405020304" pitchFamily="18" charset="0"/>
              </a:rPr>
              <a:t>已经定义好，字符串太短，那么字符串建立时将会被拉长到定义的长度；字符串太长，那么字符串建立时将会被压缩到定义的长度（浏览器将字符串拉长或压缩到所需长度）。0表示可为任意长度，缺省值为0，此时字体的显示按照</a:t>
            </a:r>
            <a:r>
              <a:rPr lang="en-US" altLang="zh-CN" sz="1600" b="1" dirty="0">
                <a:latin typeface="Times New Roman" panose="02020603050405020304" pitchFamily="18" charset="0"/>
              </a:rPr>
              <a:t>maxextent</a:t>
            </a:r>
            <a:r>
              <a:rPr lang="zh-CN" altLang="en-US" sz="1600" b="1" dirty="0">
                <a:latin typeface="Times New Roman" panose="02020603050405020304" pitchFamily="18" charset="0"/>
              </a:rPr>
              <a:t>字段和</a:t>
            </a:r>
            <a:r>
              <a:rPr lang="en-US" altLang="zh-CN" sz="1600" b="1" dirty="0">
                <a:latin typeface="Times New Roman" panose="02020603050405020304" pitchFamily="18" charset="0"/>
              </a:rPr>
              <a:t>Fontstyle</a:t>
            </a:r>
            <a:r>
              <a:rPr lang="zh-CN" altLang="en-US" sz="1600" b="1" dirty="0">
                <a:latin typeface="Times New Roman" panose="02020603050405020304" pitchFamily="18" charset="0"/>
              </a:rPr>
              <a:t>节点设置显示。</a:t>
            </a:r>
            <a:endParaRPr lang="zh-CN" altLang="en-US" sz="1600" b="1" dirty="0">
              <a:latin typeface="Times New Roman" panose="02020603050405020304" pitchFamily="18" charset="0"/>
            </a:endParaRPr>
          </a:p>
          <a:p>
            <a:pPr indent="276225"/>
            <a:r>
              <a:rPr lang="en-US" altLang="zh-CN" sz="1600" b="1" dirty="0">
                <a:latin typeface="Times New Roman" panose="02020603050405020304" pitchFamily="18" charset="0"/>
              </a:rPr>
              <a:t>Maxextent       </a:t>
            </a:r>
            <a:r>
              <a:rPr lang="zh-CN" altLang="en-US" sz="1600" b="1" dirty="0">
                <a:latin typeface="Times New Roman" panose="02020603050405020304" pitchFamily="18" charset="0"/>
              </a:rPr>
              <a:t>这个字段是用来定义字符串最大长度，如果最长的字符串超过</a:t>
            </a:r>
            <a:r>
              <a:rPr lang="en-US" altLang="zh-CN" sz="1600" b="1" dirty="0">
                <a:latin typeface="Times New Roman" panose="02020603050405020304" pitchFamily="18" charset="0"/>
              </a:rPr>
              <a:t>maxextent</a:t>
            </a:r>
            <a:r>
              <a:rPr lang="zh-CN" altLang="en-US" sz="1600" b="1" dirty="0">
                <a:latin typeface="Times New Roman" panose="02020603050405020304" pitchFamily="18" charset="0"/>
              </a:rPr>
              <a:t>的范围，它的宽度和间距将被压缩到其范围内，其它的字符串相应缩小同样的程度。如果长度小于</a:t>
            </a:r>
            <a:r>
              <a:rPr lang="en-US" altLang="zh-CN" sz="1600" b="1" dirty="0">
                <a:latin typeface="Times New Roman" panose="02020603050405020304" pitchFamily="18" charset="0"/>
              </a:rPr>
              <a:t>maxextent，</a:t>
            </a:r>
            <a:r>
              <a:rPr lang="zh-CN" altLang="en-US" sz="1600" b="1" dirty="0">
                <a:latin typeface="Times New Roman" panose="02020603050405020304" pitchFamily="18" charset="0"/>
              </a:rPr>
              <a:t>将没有任何的影响。</a:t>
            </a:r>
            <a:endParaRPr lang="zh-CN" altLang="en-US" sz="1600" b="1" dirty="0">
              <a:latin typeface="Times New Roman" panose="02020603050405020304" pitchFamily="18" charset="0"/>
            </a:endParaRPr>
          </a:p>
          <a:p>
            <a:pPr indent="276225"/>
            <a:r>
              <a:rPr lang="en-US" altLang="zh-CN" sz="1600" b="1" dirty="0">
                <a:latin typeface="Times New Roman" panose="02020603050405020304" pitchFamily="18" charset="0"/>
              </a:rPr>
              <a:t>Fontstyle       </a:t>
            </a:r>
            <a:r>
              <a:rPr lang="zh-CN" altLang="en-US" sz="1600" b="1" dirty="0">
                <a:latin typeface="Times New Roman" panose="02020603050405020304" pitchFamily="18" charset="0"/>
              </a:rPr>
              <a:t>这包含</a:t>
            </a:r>
            <a:r>
              <a:rPr lang="en-US" altLang="zh-CN" sz="1600" b="1" dirty="0">
                <a:latin typeface="Times New Roman" panose="02020603050405020304" pitchFamily="18" charset="0"/>
              </a:rPr>
              <a:t>Fontstyle</a:t>
            </a:r>
            <a:r>
              <a:rPr lang="zh-CN" altLang="en-US" sz="1600" b="1" dirty="0">
                <a:latin typeface="Times New Roman" panose="02020603050405020304" pitchFamily="18" charset="0"/>
              </a:rPr>
              <a:t>节点，是一个控制字体、字号、间距等的节点。</a:t>
            </a:r>
            <a:endParaRPr lang="zh-CN" altLang="en-US" sz="1600" b="1" dirty="0">
              <a:latin typeface="Times New Roman" panose="02020603050405020304" pitchFamily="18" charset="0"/>
            </a:endParaRPr>
          </a:p>
          <a:p>
            <a:pPr indent="276225"/>
            <a:r>
              <a:rPr lang="en-US" altLang="zh-CN" sz="1600" b="1" dirty="0">
                <a:latin typeface="Times New Roman" panose="02020603050405020304" pitchFamily="18" charset="0"/>
              </a:rPr>
              <a:t>Fontstyle  Node   Syntax  </a:t>
            </a:r>
            <a:endParaRPr lang="en-US" altLang="zh-CN" sz="1600" b="1" dirty="0">
              <a:latin typeface="Times New Roman" panose="02020603050405020304" pitchFamily="18" charset="0"/>
            </a:endParaRPr>
          </a:p>
        </p:txBody>
      </p:sp>
      <p:sp>
        <p:nvSpPr>
          <p:cNvPr id="94212" name="Rectangle 3"/>
          <p:cNvSpPr/>
          <p:nvPr/>
        </p:nvSpPr>
        <p:spPr>
          <a:xfrm>
            <a:off x="1403350" y="908050"/>
            <a:ext cx="2300288" cy="457200"/>
          </a:xfrm>
          <a:prstGeom prst="rect">
            <a:avLst/>
          </a:prstGeom>
          <a:noFill/>
          <a:ln w="9525">
            <a:noFill/>
          </a:ln>
        </p:spPr>
        <p:txBody>
          <a:bodyPr wrap="none">
            <a:spAutoFit/>
          </a:bodyPr>
          <a:p>
            <a:pPr eaLnBrk="1" hangingPunct="1"/>
            <a:r>
              <a:rPr lang="zh-CN" altLang="en-US" b="1" dirty="0">
                <a:latin typeface="Times New Roman" panose="02020603050405020304" pitchFamily="18" charset="0"/>
              </a:rPr>
              <a:t>文字节点—</a:t>
            </a:r>
            <a:r>
              <a:rPr lang="en-US" altLang="zh-CN" b="1" dirty="0">
                <a:latin typeface="Times New Roman" panose="02020603050405020304" pitchFamily="18" charset="0"/>
              </a:rPr>
              <a:t>Text</a:t>
            </a:r>
            <a:endParaRPr lang="zh-CN" altLang="en-US" b="1" dirty="0">
              <a:latin typeface="Times New Roman" panose="02020603050405020304" pitchFamily="18" charset="0"/>
            </a:endParaRPr>
          </a:p>
        </p:txBody>
      </p:sp>
    </p:spTree>
  </p:cSld>
  <p:clrMapOvr>
    <a:masterClrMapping/>
  </p:clrMapOvr>
  <p:transition>
    <p:random/>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5234" name="页脚占位符 1"/>
          <p:cNvSpPr txBox="1">
            <a:spLocks noGrp="1"/>
          </p:cNvSpPr>
          <p:nvPr>
            <p:ph type="ftr" sz="quarter" idx="3"/>
          </p:nvPr>
        </p:nvSpPr>
        <p:spPr>
          <a:xfrm>
            <a:off x="3733800" y="6570663"/>
            <a:ext cx="2590800" cy="280987"/>
          </a:xfrm>
          <a:ln/>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r>
              <a:rPr lang="zh-CN" altLang="en-US" sz="1200" dirty="0">
                <a:solidFill>
                  <a:schemeClr val="folHlink"/>
                </a:solidFill>
              </a:rPr>
              <a:t>《虚拟地理环境及其应用》</a:t>
            </a:r>
            <a:endParaRPr lang="zh-CN" altLang="en-US" sz="1200" dirty="0">
              <a:solidFill>
                <a:schemeClr val="folHlink"/>
              </a:solidFill>
            </a:endParaRPr>
          </a:p>
        </p:txBody>
      </p:sp>
      <p:sp>
        <p:nvSpPr>
          <p:cNvPr id="95235" name="Rectangle 2"/>
          <p:cNvSpPr/>
          <p:nvPr/>
        </p:nvSpPr>
        <p:spPr>
          <a:xfrm>
            <a:off x="827088" y="2133600"/>
            <a:ext cx="7666037" cy="3776663"/>
          </a:xfrm>
          <a:prstGeom prst="rect">
            <a:avLst/>
          </a:prstGeom>
          <a:noFill/>
          <a:ln w="9525">
            <a:noFill/>
          </a:ln>
        </p:spPr>
        <p:txBody>
          <a:bodyPr anchor="ctr" anchorCtr="0">
            <a:spAutoFit/>
          </a:bodyPr>
          <a:p>
            <a:pPr indent="266700" defTabSz="914400">
              <a:tabLst>
                <a:tab pos="114300" algn="l"/>
              </a:tabLst>
            </a:pPr>
            <a:r>
              <a:rPr lang="en-US" altLang="zh-CN" sz="2200" b="1" dirty="0">
                <a:latin typeface="Times New Roman" panose="02020603050405020304" pitchFamily="18" charset="0"/>
              </a:rPr>
              <a:t>Fontstyle  {</a:t>
            </a:r>
            <a:endParaRPr lang="en-US" altLang="zh-CN" sz="2200" b="1" dirty="0">
              <a:latin typeface="Times New Roman" panose="02020603050405020304" pitchFamily="18" charset="0"/>
            </a:endParaRPr>
          </a:p>
          <a:p>
            <a:pPr indent="266700" defTabSz="914400">
              <a:tabLst>
                <a:tab pos="114300" algn="l"/>
              </a:tabLst>
            </a:pPr>
            <a:r>
              <a:rPr lang="en-US" altLang="zh-CN" sz="2200" b="1" dirty="0">
                <a:latin typeface="Times New Roman" panose="02020603050405020304" pitchFamily="18" charset="0"/>
              </a:rPr>
              <a:t>       Field      SFString        family        “SERIF”</a:t>
            </a:r>
            <a:endParaRPr lang="en-US" altLang="zh-CN" sz="2200" b="1" dirty="0">
              <a:latin typeface="Times New Roman" panose="02020603050405020304" pitchFamily="18" charset="0"/>
            </a:endParaRPr>
          </a:p>
          <a:p>
            <a:pPr indent="266700" defTabSz="914400">
              <a:tabLst>
                <a:tab pos="114300" algn="l"/>
              </a:tabLst>
            </a:pPr>
            <a:r>
              <a:rPr lang="en-US" altLang="zh-CN" sz="2200" b="1" dirty="0">
                <a:latin typeface="Times New Roman" panose="02020603050405020304" pitchFamily="18" charset="0"/>
              </a:rPr>
              <a:t>       Field      SFBool          horizontal     TRUE</a:t>
            </a:r>
            <a:endParaRPr lang="en-US" altLang="zh-CN" sz="2200" b="1" dirty="0">
              <a:latin typeface="Times New Roman" panose="02020603050405020304" pitchFamily="18" charset="0"/>
            </a:endParaRPr>
          </a:p>
          <a:p>
            <a:pPr indent="266700" defTabSz="914400">
              <a:tabLst>
                <a:tab pos="114300" algn="l"/>
              </a:tabLst>
            </a:pPr>
            <a:r>
              <a:rPr lang="en-US" altLang="zh-CN" sz="2200" b="1" dirty="0">
                <a:latin typeface="Times New Roman" panose="02020603050405020304" pitchFamily="18" charset="0"/>
              </a:rPr>
              <a:t>       Field      MFString         justify        [“BEGIN”]</a:t>
            </a:r>
            <a:endParaRPr lang="en-US" altLang="zh-CN" sz="2200" b="1" dirty="0">
              <a:latin typeface="Times New Roman" panose="02020603050405020304" pitchFamily="18" charset="0"/>
            </a:endParaRPr>
          </a:p>
          <a:p>
            <a:pPr indent="266700" defTabSz="914400">
              <a:tabLst>
                <a:tab pos="114300" algn="l"/>
              </a:tabLst>
            </a:pPr>
            <a:r>
              <a:rPr lang="en-US" altLang="zh-CN" sz="2200" b="1" dirty="0">
                <a:latin typeface="Times New Roman" panose="02020603050405020304" pitchFamily="18" charset="0"/>
              </a:rPr>
              <a:t>       Field      SFString          language       “”</a:t>
            </a:r>
            <a:endParaRPr lang="en-US" altLang="zh-CN" sz="2200" b="1" dirty="0">
              <a:latin typeface="Times New Roman" panose="02020603050405020304" pitchFamily="18" charset="0"/>
            </a:endParaRPr>
          </a:p>
          <a:p>
            <a:pPr indent="266700" defTabSz="914400">
              <a:tabLst>
                <a:tab pos="114300" algn="l"/>
              </a:tabLst>
            </a:pPr>
            <a:r>
              <a:rPr lang="en-US" altLang="zh-CN" sz="2200" b="1" dirty="0">
                <a:latin typeface="Times New Roman" panose="02020603050405020304" pitchFamily="18" charset="0"/>
              </a:rPr>
              <a:t>       Field      SFBool           lefttoright      TRUE </a:t>
            </a:r>
            <a:endParaRPr lang="en-US" altLang="zh-CN" sz="2200" b="1" dirty="0">
              <a:latin typeface="Times New Roman" panose="02020603050405020304" pitchFamily="18" charset="0"/>
            </a:endParaRPr>
          </a:p>
          <a:p>
            <a:pPr indent="266700" defTabSz="914400">
              <a:tabLst>
                <a:tab pos="114300" algn="l"/>
              </a:tabLst>
            </a:pPr>
            <a:r>
              <a:rPr lang="en-US" altLang="zh-CN" sz="2200" b="1" dirty="0">
                <a:latin typeface="Times New Roman" panose="02020603050405020304" pitchFamily="18" charset="0"/>
              </a:rPr>
              <a:t>       Field      SFFloat           size           1.0           #[0, +∞]</a:t>
            </a:r>
            <a:endParaRPr lang="en-US" altLang="zh-CN" sz="2200" b="1" dirty="0">
              <a:latin typeface="Times New Roman" panose="02020603050405020304" pitchFamily="18" charset="0"/>
            </a:endParaRPr>
          </a:p>
          <a:p>
            <a:pPr indent="266700" defTabSz="914400">
              <a:tabLst>
                <a:tab pos="114300" algn="l"/>
              </a:tabLst>
            </a:pPr>
            <a:r>
              <a:rPr lang="en-US" altLang="zh-CN" sz="2200" b="1" dirty="0">
                <a:latin typeface="Times New Roman" panose="02020603050405020304" pitchFamily="18" charset="0"/>
              </a:rPr>
              <a:t>       Field      SFFloat          spacing         1.0           #[0, +∞]</a:t>
            </a:r>
            <a:endParaRPr lang="en-US" altLang="zh-CN" sz="2200" b="1" dirty="0">
              <a:latin typeface="Times New Roman" panose="02020603050405020304" pitchFamily="18" charset="0"/>
            </a:endParaRPr>
          </a:p>
          <a:p>
            <a:pPr indent="266700" defTabSz="914400">
              <a:tabLst>
                <a:tab pos="114300" algn="l"/>
              </a:tabLst>
            </a:pPr>
            <a:r>
              <a:rPr lang="en-US" altLang="zh-CN" sz="2200" b="1" dirty="0">
                <a:latin typeface="Times New Roman" panose="02020603050405020304" pitchFamily="18" charset="0"/>
              </a:rPr>
              <a:t>       Field      SFString          style           “PLAIN”</a:t>
            </a:r>
            <a:endParaRPr lang="en-US" altLang="zh-CN" sz="2200" b="1" dirty="0">
              <a:latin typeface="Times New Roman" panose="02020603050405020304" pitchFamily="18" charset="0"/>
            </a:endParaRPr>
          </a:p>
          <a:p>
            <a:pPr indent="266700" defTabSz="914400">
              <a:tabLst>
                <a:tab pos="114300" algn="l"/>
              </a:tabLst>
            </a:pPr>
            <a:r>
              <a:rPr lang="en-US" altLang="zh-CN" sz="2200" b="1" dirty="0">
                <a:latin typeface="Times New Roman" panose="02020603050405020304" pitchFamily="18" charset="0"/>
              </a:rPr>
              <a:t>       Field      SFBool           toptobottom     TRUE </a:t>
            </a:r>
            <a:endParaRPr lang="en-US" altLang="zh-CN" sz="2200" b="1" dirty="0">
              <a:latin typeface="Times New Roman" panose="02020603050405020304" pitchFamily="18" charset="0"/>
            </a:endParaRPr>
          </a:p>
          <a:p>
            <a:pPr indent="266700" defTabSz="914400">
              <a:tabLst>
                <a:tab pos="114300" algn="l"/>
              </a:tabLst>
            </a:pPr>
            <a:r>
              <a:rPr lang="en-US" altLang="zh-CN" sz="2200" b="1" dirty="0">
                <a:latin typeface="Times New Roman" panose="02020603050405020304" pitchFamily="18" charset="0"/>
              </a:rPr>
              <a:t>         }</a:t>
            </a:r>
            <a:endParaRPr lang="en-US" altLang="zh-CN" sz="2200" b="1" dirty="0">
              <a:latin typeface="Times New Roman" panose="02020603050405020304" pitchFamily="18" charset="0"/>
            </a:endParaRPr>
          </a:p>
        </p:txBody>
      </p:sp>
      <p:sp>
        <p:nvSpPr>
          <p:cNvPr id="95236" name="Rectangle 3"/>
          <p:cNvSpPr/>
          <p:nvPr/>
        </p:nvSpPr>
        <p:spPr>
          <a:xfrm>
            <a:off x="1403350" y="836613"/>
            <a:ext cx="2986088" cy="457200"/>
          </a:xfrm>
          <a:prstGeom prst="rect">
            <a:avLst/>
          </a:prstGeom>
          <a:noFill/>
          <a:ln w="9525">
            <a:noFill/>
          </a:ln>
        </p:spPr>
        <p:txBody>
          <a:bodyPr wrap="none">
            <a:spAutoFit/>
          </a:bodyPr>
          <a:p>
            <a:pPr eaLnBrk="1" hangingPunct="1"/>
            <a:r>
              <a:rPr lang="zh-CN" altLang="en-US" b="1" dirty="0">
                <a:latin typeface="Times New Roman" panose="02020603050405020304" pitchFamily="18" charset="0"/>
              </a:rPr>
              <a:t>4.11  文字节点—</a:t>
            </a:r>
            <a:r>
              <a:rPr lang="en-US" altLang="zh-CN" b="1" dirty="0">
                <a:latin typeface="Times New Roman" panose="02020603050405020304" pitchFamily="18" charset="0"/>
              </a:rPr>
              <a:t>Text</a:t>
            </a:r>
            <a:endParaRPr lang="zh-CN" altLang="en-US" b="1" dirty="0">
              <a:latin typeface="Times New Roman" panose="02020603050405020304" pitchFamily="18" charset="0"/>
            </a:endParaRPr>
          </a:p>
        </p:txBody>
      </p:sp>
    </p:spTree>
  </p:cSld>
  <p:clrMapOvr>
    <a:masterClrMapping/>
  </p:clrMapOvr>
  <p:transition>
    <p:random/>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6258" name="页脚占位符 1"/>
          <p:cNvSpPr txBox="1">
            <a:spLocks noGrp="1"/>
          </p:cNvSpPr>
          <p:nvPr>
            <p:ph type="ftr" sz="quarter" idx="3"/>
          </p:nvPr>
        </p:nvSpPr>
        <p:spPr>
          <a:xfrm>
            <a:off x="3733800" y="6570663"/>
            <a:ext cx="2590800" cy="280987"/>
          </a:xfrm>
          <a:ln/>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r>
              <a:rPr lang="zh-CN" altLang="en-US" sz="1200" dirty="0">
                <a:solidFill>
                  <a:schemeClr val="folHlink"/>
                </a:solidFill>
              </a:rPr>
              <a:t>《虚拟地理环境及其应用》</a:t>
            </a:r>
            <a:endParaRPr lang="zh-CN" altLang="en-US" sz="1200" dirty="0">
              <a:solidFill>
                <a:schemeClr val="folHlink"/>
              </a:solidFill>
            </a:endParaRPr>
          </a:p>
        </p:txBody>
      </p:sp>
      <p:sp>
        <p:nvSpPr>
          <p:cNvPr id="96259" name="Rectangle 2"/>
          <p:cNvSpPr/>
          <p:nvPr/>
        </p:nvSpPr>
        <p:spPr>
          <a:xfrm>
            <a:off x="684213" y="2565400"/>
            <a:ext cx="7921625" cy="3025775"/>
          </a:xfrm>
          <a:prstGeom prst="rect">
            <a:avLst/>
          </a:prstGeom>
          <a:noFill/>
          <a:ln w="9525">
            <a:noFill/>
          </a:ln>
        </p:spPr>
        <p:txBody>
          <a:bodyPr anchor="ctr" anchorCtr="0">
            <a:spAutoFit/>
          </a:bodyPr>
          <a:p>
            <a:pPr indent="266700" defTabSz="914400">
              <a:tabLst>
                <a:tab pos="114300" algn="l"/>
              </a:tabLst>
            </a:pPr>
            <a:r>
              <a:rPr lang="zh-CN" altLang="en-US" sz="1600" b="1" dirty="0">
                <a:latin typeface="Times New Roman" panose="02020603050405020304" pitchFamily="18" charset="0"/>
              </a:rPr>
              <a:t>字段说明：</a:t>
            </a:r>
            <a:endParaRPr lang="zh-CN" altLang="en-US" sz="1600" b="1" dirty="0">
              <a:latin typeface="Times New Roman" panose="02020603050405020304" pitchFamily="18" charset="0"/>
            </a:endParaRPr>
          </a:p>
          <a:p>
            <a:pPr indent="266700" defTabSz="914400">
              <a:tabLst>
                <a:tab pos="114300" algn="l"/>
              </a:tabLst>
            </a:pPr>
            <a:r>
              <a:rPr lang="en-US" altLang="zh-CN" sz="1600" b="1" dirty="0">
                <a:latin typeface="Times New Roman" panose="02020603050405020304" pitchFamily="18" charset="0"/>
              </a:rPr>
              <a:t>Family         </a:t>
            </a:r>
            <a:r>
              <a:rPr lang="zh-CN" altLang="en-US" sz="1600" b="1" dirty="0">
                <a:latin typeface="Times New Roman" panose="02020603050405020304" pitchFamily="18" charset="0"/>
              </a:rPr>
              <a:t>该字段所定义的是字型，指明文字是属于</a:t>
            </a:r>
            <a:r>
              <a:rPr lang="en-US" altLang="zh-CN" sz="1600" b="1" dirty="0">
                <a:latin typeface="Times New Roman" panose="02020603050405020304" pitchFamily="18" charset="0"/>
              </a:rPr>
              <a:t>SERIF</a:t>
            </a:r>
            <a:r>
              <a:rPr lang="zh-CN" altLang="en-US" sz="1600" b="1" dirty="0">
                <a:latin typeface="Times New Roman" panose="02020603050405020304" pitchFamily="18" charset="0"/>
              </a:rPr>
              <a:t>类字体、</a:t>
            </a:r>
            <a:r>
              <a:rPr lang="en-US" altLang="zh-CN" sz="1600" b="1" dirty="0">
                <a:latin typeface="Times New Roman" panose="02020603050405020304" pitchFamily="18" charset="0"/>
              </a:rPr>
              <a:t>sans</a:t>
            </a:r>
            <a:r>
              <a:rPr lang="zh-CN" altLang="en-US" sz="1600" b="1" dirty="0">
                <a:latin typeface="Times New Roman" panose="02020603050405020304" pitchFamily="18" charset="0"/>
              </a:rPr>
              <a:t>类字体或</a:t>
            </a:r>
            <a:r>
              <a:rPr lang="en-US" altLang="zh-CN" sz="1600" b="1" dirty="0">
                <a:latin typeface="Times New Roman" panose="02020603050405020304" pitchFamily="18" charset="0"/>
              </a:rPr>
              <a:t>typewriter</a:t>
            </a:r>
            <a:r>
              <a:rPr lang="zh-CN" altLang="en-US" sz="1600" b="1" dirty="0">
                <a:latin typeface="Times New Roman" panose="02020603050405020304" pitchFamily="18" charset="0"/>
              </a:rPr>
              <a:t>类字体。浏览器将在所规定的类属中选择出特定的字体。例如：对于</a:t>
            </a:r>
            <a:r>
              <a:rPr lang="en-US" altLang="zh-CN" sz="1600" b="1" dirty="0">
                <a:latin typeface="Times New Roman" panose="02020603050405020304" pitchFamily="18" charset="0"/>
              </a:rPr>
              <a:t>serif</a:t>
            </a:r>
            <a:r>
              <a:rPr lang="zh-CN" altLang="en-US" sz="1600" b="1" dirty="0">
                <a:latin typeface="Times New Roman" panose="02020603050405020304" pitchFamily="18" charset="0"/>
              </a:rPr>
              <a:t>字体类浏览器选择</a:t>
            </a:r>
            <a:r>
              <a:rPr lang="en-US" altLang="zh-CN" sz="1600" b="1" dirty="0">
                <a:latin typeface="Times New Roman" panose="02020603050405020304" pitchFamily="18" charset="0"/>
              </a:rPr>
              <a:t>Times  Roman；</a:t>
            </a:r>
            <a:r>
              <a:rPr lang="zh-CN" altLang="en-US" sz="1600" b="1" dirty="0">
                <a:latin typeface="Times New Roman" panose="02020603050405020304" pitchFamily="18" charset="0"/>
              </a:rPr>
              <a:t>对于</a:t>
            </a:r>
            <a:r>
              <a:rPr lang="en-US" altLang="zh-CN" sz="1600" b="1" dirty="0">
                <a:latin typeface="Times New Roman" panose="02020603050405020304" pitchFamily="18" charset="0"/>
              </a:rPr>
              <a:t>sans</a:t>
            </a:r>
            <a:r>
              <a:rPr lang="zh-CN" altLang="en-US" sz="1600" b="1" dirty="0">
                <a:latin typeface="Times New Roman" panose="02020603050405020304" pitchFamily="18" charset="0"/>
              </a:rPr>
              <a:t>字体类浏览器选择</a:t>
            </a:r>
            <a:r>
              <a:rPr lang="en-US" altLang="zh-CN" sz="1600" b="1" dirty="0">
                <a:latin typeface="Times New Roman" panose="02020603050405020304" pitchFamily="18" charset="0"/>
              </a:rPr>
              <a:t>Helvetica；</a:t>
            </a:r>
            <a:r>
              <a:rPr lang="zh-CN" altLang="en-US" sz="1600" b="1" dirty="0">
                <a:latin typeface="Times New Roman" panose="02020603050405020304" pitchFamily="18" charset="0"/>
              </a:rPr>
              <a:t>对于</a:t>
            </a:r>
            <a:r>
              <a:rPr lang="en-US" altLang="zh-CN" sz="1600" b="1" dirty="0">
                <a:latin typeface="Times New Roman" panose="02020603050405020304" pitchFamily="18" charset="0"/>
              </a:rPr>
              <a:t>typewriter</a:t>
            </a:r>
            <a:r>
              <a:rPr lang="zh-CN" altLang="en-US" sz="1600" b="1" dirty="0">
                <a:latin typeface="Times New Roman" panose="02020603050405020304" pitchFamily="18" charset="0"/>
              </a:rPr>
              <a:t>字体浏览器选择</a:t>
            </a:r>
            <a:r>
              <a:rPr lang="en-US" altLang="zh-CN" sz="1600" b="1" dirty="0">
                <a:latin typeface="Times New Roman" panose="02020603050405020304" pitchFamily="18" charset="0"/>
              </a:rPr>
              <a:t>Courier。</a:t>
            </a:r>
            <a:r>
              <a:rPr lang="zh-CN" altLang="en-US" sz="1600" b="1" dirty="0">
                <a:latin typeface="Times New Roman" panose="02020603050405020304" pitchFamily="18" charset="0"/>
              </a:rPr>
              <a:t>空串表示</a:t>
            </a:r>
            <a:r>
              <a:rPr lang="en-US" altLang="zh-CN" sz="1600" b="1" dirty="0">
                <a:latin typeface="Times New Roman" panose="02020603050405020304" pitchFamily="18" charset="0"/>
              </a:rPr>
              <a:t>serif</a:t>
            </a:r>
            <a:r>
              <a:rPr lang="zh-CN" altLang="en-US" sz="1600" b="1" dirty="0">
                <a:latin typeface="Times New Roman" panose="02020603050405020304" pitchFamily="18" charset="0"/>
              </a:rPr>
              <a:t>字体。</a:t>
            </a:r>
            <a:endParaRPr lang="zh-CN" altLang="en-US" sz="1600" b="1" dirty="0">
              <a:latin typeface="Times New Roman" panose="02020603050405020304" pitchFamily="18" charset="0"/>
            </a:endParaRPr>
          </a:p>
          <a:p>
            <a:pPr indent="266700" defTabSz="914400">
              <a:tabLst>
                <a:tab pos="114300" algn="l"/>
              </a:tabLst>
            </a:pPr>
            <a:r>
              <a:rPr lang="en-US" altLang="zh-CN" sz="1600" b="1" dirty="0">
                <a:latin typeface="Times New Roman" panose="02020603050405020304" pitchFamily="18" charset="0"/>
              </a:rPr>
              <a:t>Horizontal       </a:t>
            </a:r>
            <a:r>
              <a:rPr lang="zh-CN" altLang="en-US" sz="1600" b="1" dirty="0">
                <a:latin typeface="Times New Roman" panose="02020603050405020304" pitchFamily="18" charset="0"/>
              </a:rPr>
              <a:t>该字段表示文字的方向，水平为</a:t>
            </a:r>
            <a:r>
              <a:rPr lang="en-US" altLang="zh-CN" sz="1600" b="1" dirty="0">
                <a:latin typeface="Times New Roman" panose="02020603050405020304" pitchFamily="18" charset="0"/>
              </a:rPr>
              <a:t>TRUE，</a:t>
            </a:r>
            <a:r>
              <a:rPr lang="zh-CN" altLang="en-US" sz="1600" b="1" dirty="0">
                <a:latin typeface="Times New Roman" panose="02020603050405020304" pitchFamily="18" charset="0"/>
              </a:rPr>
              <a:t>此为默认值。垂直为</a:t>
            </a:r>
            <a:r>
              <a:rPr lang="en-US" altLang="zh-CN" sz="1600" b="1" dirty="0">
                <a:latin typeface="Times New Roman" panose="02020603050405020304" pitchFamily="18" charset="0"/>
              </a:rPr>
              <a:t>FALSE。</a:t>
            </a:r>
            <a:endParaRPr lang="en-US" altLang="zh-CN" sz="1600" b="1" dirty="0">
              <a:latin typeface="Times New Roman" panose="02020603050405020304" pitchFamily="18" charset="0"/>
            </a:endParaRPr>
          </a:p>
          <a:p>
            <a:pPr indent="266700" defTabSz="914400">
              <a:tabLst>
                <a:tab pos="114300" algn="l"/>
              </a:tabLst>
            </a:pPr>
            <a:r>
              <a:rPr lang="en-US" altLang="zh-CN" sz="1600" b="1" dirty="0">
                <a:latin typeface="Times New Roman" panose="02020603050405020304" pitchFamily="18" charset="0"/>
              </a:rPr>
              <a:t>Justify           </a:t>
            </a:r>
            <a:r>
              <a:rPr lang="zh-CN" altLang="en-US" sz="1600" b="1" dirty="0">
                <a:latin typeface="Times New Roman" panose="02020603050405020304" pitchFamily="18" charset="0"/>
              </a:rPr>
              <a:t>该字段表示字符串的对齐方式，</a:t>
            </a:r>
            <a:r>
              <a:rPr lang="en-US" altLang="zh-CN" sz="1600" b="1" dirty="0">
                <a:latin typeface="Times New Roman" panose="02020603050405020304" pitchFamily="18" charset="0"/>
              </a:rPr>
              <a:t>BEGIN</a:t>
            </a:r>
            <a:r>
              <a:rPr lang="zh-CN" altLang="en-US" sz="1600" b="1" dirty="0">
                <a:latin typeface="Times New Roman" panose="02020603050405020304" pitchFamily="18" charset="0"/>
              </a:rPr>
              <a:t>表示左对齐，此为默认值；</a:t>
            </a:r>
            <a:r>
              <a:rPr lang="en-US" altLang="zh-CN" sz="1600" b="1" dirty="0">
                <a:latin typeface="Times New Roman" panose="02020603050405020304" pitchFamily="18" charset="0"/>
              </a:rPr>
              <a:t>MIDDLE</a:t>
            </a:r>
            <a:r>
              <a:rPr lang="zh-CN" altLang="en-US" sz="1600" b="1" dirty="0">
                <a:latin typeface="Times New Roman" panose="02020603050405020304" pitchFamily="18" charset="0"/>
              </a:rPr>
              <a:t>表示居中，</a:t>
            </a:r>
            <a:r>
              <a:rPr lang="en-US" altLang="zh-CN" sz="1600" b="1" dirty="0">
                <a:latin typeface="Times New Roman" panose="02020603050405020304" pitchFamily="18" charset="0"/>
              </a:rPr>
              <a:t>END</a:t>
            </a:r>
            <a:r>
              <a:rPr lang="zh-CN" altLang="en-US" sz="1600" b="1" dirty="0">
                <a:latin typeface="Times New Roman" panose="02020603050405020304" pitchFamily="18" charset="0"/>
              </a:rPr>
              <a:t>表示右对齐。</a:t>
            </a:r>
            <a:endParaRPr lang="zh-CN" altLang="en-US" sz="1600" b="1" dirty="0">
              <a:latin typeface="Times New Roman" panose="02020603050405020304" pitchFamily="18" charset="0"/>
            </a:endParaRPr>
          </a:p>
          <a:p>
            <a:pPr indent="266700" defTabSz="914400">
              <a:tabLst>
                <a:tab pos="114300" algn="l"/>
              </a:tabLst>
            </a:pPr>
            <a:r>
              <a:rPr lang="en-US" altLang="zh-CN" sz="1600" b="1" dirty="0">
                <a:latin typeface="Times New Roman" panose="02020603050405020304" pitchFamily="18" charset="0"/>
              </a:rPr>
              <a:t>Language        </a:t>
            </a:r>
            <a:r>
              <a:rPr lang="zh-CN" altLang="en-US" sz="1600" b="1" dirty="0">
                <a:latin typeface="Times New Roman" panose="02020603050405020304" pitchFamily="18" charset="0"/>
              </a:rPr>
              <a:t>指所使用的语言，</a:t>
            </a:r>
            <a:r>
              <a:rPr lang="en-US" altLang="zh-CN" sz="1600" b="1" dirty="0">
                <a:latin typeface="Times New Roman" panose="02020603050405020304" pitchFamily="18" charset="0"/>
              </a:rPr>
              <a:t>en</a:t>
            </a:r>
            <a:r>
              <a:rPr lang="zh-CN" altLang="en-US" sz="1600" b="1" dirty="0">
                <a:latin typeface="Times New Roman" panose="02020603050405020304" pitchFamily="18" charset="0"/>
              </a:rPr>
              <a:t>表示英文，</a:t>
            </a:r>
            <a:r>
              <a:rPr lang="en-US" altLang="zh-CN" sz="1600" b="1" dirty="0">
                <a:latin typeface="Times New Roman" panose="02020603050405020304" pitchFamily="18" charset="0"/>
              </a:rPr>
              <a:t>jp</a:t>
            </a:r>
            <a:r>
              <a:rPr lang="zh-CN" altLang="en-US" sz="1600" b="1" dirty="0">
                <a:latin typeface="Times New Roman" panose="02020603050405020304" pitchFamily="18" charset="0"/>
              </a:rPr>
              <a:t>表示日文，默认值为“”即是英文。</a:t>
            </a:r>
            <a:endParaRPr lang="zh-CN" altLang="en-US" sz="1600" b="1" dirty="0">
              <a:latin typeface="Times New Roman" panose="02020603050405020304" pitchFamily="18" charset="0"/>
            </a:endParaRPr>
          </a:p>
          <a:p>
            <a:pPr indent="266700" defTabSz="914400">
              <a:tabLst>
                <a:tab pos="114300" algn="l"/>
              </a:tabLst>
            </a:pPr>
            <a:r>
              <a:rPr lang="en-US" altLang="zh-CN" sz="1600" b="1" dirty="0">
                <a:latin typeface="Times New Roman" panose="02020603050405020304" pitchFamily="18" charset="0"/>
              </a:rPr>
              <a:t>Lefttoright       </a:t>
            </a:r>
            <a:r>
              <a:rPr lang="zh-CN" altLang="en-US" sz="1600" b="1" dirty="0">
                <a:latin typeface="Times New Roman" panose="02020603050405020304" pitchFamily="18" charset="0"/>
              </a:rPr>
              <a:t>该字段是布尔值，如果是</a:t>
            </a:r>
            <a:r>
              <a:rPr lang="en-US" altLang="zh-CN" sz="1600" b="1" dirty="0">
                <a:latin typeface="Times New Roman" panose="02020603050405020304" pitchFamily="18" charset="0"/>
              </a:rPr>
              <a:t>TRUE，</a:t>
            </a:r>
            <a:r>
              <a:rPr lang="zh-CN" altLang="en-US" sz="1600" b="1" dirty="0">
                <a:latin typeface="Times New Roman" panose="02020603050405020304" pitchFamily="18" charset="0"/>
              </a:rPr>
              <a:t>表示文字由左向右读，此为默认值。</a:t>
            </a:r>
            <a:r>
              <a:rPr lang="en-US" altLang="zh-CN" sz="1600" b="1" dirty="0">
                <a:latin typeface="Times New Roman" panose="02020603050405020304" pitchFamily="18" charset="0"/>
              </a:rPr>
              <a:t>FALSE</a:t>
            </a:r>
            <a:r>
              <a:rPr lang="zh-CN" altLang="en-US" sz="1600" b="1" dirty="0">
                <a:latin typeface="Times New Roman" panose="02020603050405020304" pitchFamily="18" charset="0"/>
              </a:rPr>
              <a:t>表示由右向左读。对于垂直文字则表示前行文字是否在后行文字的左边。</a:t>
            </a:r>
            <a:endParaRPr lang="zh-CN" altLang="en-US" sz="1600" b="1" dirty="0">
              <a:latin typeface="Times New Roman" panose="02020603050405020304" pitchFamily="18" charset="0"/>
            </a:endParaRPr>
          </a:p>
        </p:txBody>
      </p:sp>
      <p:sp>
        <p:nvSpPr>
          <p:cNvPr id="96260" name="Rectangle 3"/>
          <p:cNvSpPr/>
          <p:nvPr/>
        </p:nvSpPr>
        <p:spPr>
          <a:xfrm>
            <a:off x="1476375" y="908050"/>
            <a:ext cx="2300288" cy="457200"/>
          </a:xfrm>
          <a:prstGeom prst="rect">
            <a:avLst/>
          </a:prstGeom>
          <a:noFill/>
          <a:ln w="9525">
            <a:noFill/>
          </a:ln>
        </p:spPr>
        <p:txBody>
          <a:bodyPr wrap="none">
            <a:spAutoFit/>
          </a:bodyPr>
          <a:p>
            <a:pPr eaLnBrk="1" hangingPunct="1"/>
            <a:r>
              <a:rPr lang="zh-CN" altLang="en-US" b="1" dirty="0">
                <a:latin typeface="Times New Roman" panose="02020603050405020304" pitchFamily="18" charset="0"/>
              </a:rPr>
              <a:t>文字节点—</a:t>
            </a:r>
            <a:r>
              <a:rPr lang="en-US" altLang="zh-CN" b="1" dirty="0">
                <a:latin typeface="Times New Roman" panose="02020603050405020304" pitchFamily="18" charset="0"/>
              </a:rPr>
              <a:t>Text</a:t>
            </a:r>
            <a:endParaRPr lang="zh-CN" altLang="en-US" b="1" dirty="0">
              <a:latin typeface="Times New Roman" panose="02020603050405020304" pitchFamily="18" charset="0"/>
            </a:endParaRPr>
          </a:p>
        </p:txBody>
      </p:sp>
    </p:spTree>
  </p:cSld>
  <p:clrMapOvr>
    <a:masterClrMapping/>
  </p:clrMapOvr>
  <p:transition>
    <p:random/>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7282" name="页脚占位符 1"/>
          <p:cNvSpPr txBox="1">
            <a:spLocks noGrp="1"/>
          </p:cNvSpPr>
          <p:nvPr>
            <p:ph type="ftr" sz="quarter" idx="3"/>
          </p:nvPr>
        </p:nvSpPr>
        <p:spPr>
          <a:xfrm>
            <a:off x="3733800" y="6570663"/>
            <a:ext cx="2590800" cy="280987"/>
          </a:xfrm>
          <a:ln/>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r>
              <a:rPr lang="zh-CN" altLang="en-US" sz="1200" dirty="0">
                <a:solidFill>
                  <a:schemeClr val="folHlink"/>
                </a:solidFill>
              </a:rPr>
              <a:t>《虚拟地理环境及其应用》</a:t>
            </a:r>
            <a:endParaRPr lang="zh-CN" altLang="en-US" sz="1200" dirty="0">
              <a:solidFill>
                <a:schemeClr val="folHlink"/>
              </a:solidFill>
            </a:endParaRPr>
          </a:p>
        </p:txBody>
      </p:sp>
      <p:sp>
        <p:nvSpPr>
          <p:cNvPr id="97283" name="Rectangle 2"/>
          <p:cNvSpPr/>
          <p:nvPr/>
        </p:nvSpPr>
        <p:spPr>
          <a:xfrm>
            <a:off x="684213" y="2349500"/>
            <a:ext cx="7848600" cy="3106738"/>
          </a:xfrm>
          <a:prstGeom prst="rect">
            <a:avLst/>
          </a:prstGeom>
          <a:noFill/>
          <a:ln w="9525">
            <a:noFill/>
          </a:ln>
        </p:spPr>
        <p:txBody>
          <a:bodyPr anchor="ctr" anchorCtr="0">
            <a:spAutoFit/>
          </a:bodyPr>
          <a:p>
            <a:pPr indent="266700" defTabSz="914400">
              <a:tabLst>
                <a:tab pos="114300" algn="l"/>
              </a:tabLst>
            </a:pPr>
            <a:r>
              <a:rPr lang="en-US" altLang="zh-CN" sz="2200" b="1" dirty="0">
                <a:latin typeface="Times New Roman" panose="02020603050405020304" pitchFamily="18" charset="0"/>
              </a:rPr>
              <a:t>Size             </a:t>
            </a:r>
            <a:r>
              <a:rPr lang="zh-CN" altLang="en-US" sz="2200" b="1" dirty="0">
                <a:latin typeface="Times New Roman" panose="02020603050405020304" pitchFamily="18" charset="0"/>
              </a:rPr>
              <a:t>该字段的功能是控制文字的大小。默认值为1.0。</a:t>
            </a:r>
            <a:endParaRPr lang="zh-CN" altLang="en-US" sz="2200" b="1" dirty="0">
              <a:latin typeface="Times New Roman" panose="02020603050405020304" pitchFamily="18" charset="0"/>
            </a:endParaRPr>
          </a:p>
          <a:p>
            <a:pPr indent="266700" defTabSz="914400">
              <a:tabLst>
                <a:tab pos="114300" algn="l"/>
              </a:tabLst>
            </a:pPr>
            <a:r>
              <a:rPr lang="en-US" altLang="zh-CN" sz="2200" b="1" dirty="0">
                <a:latin typeface="Times New Roman" panose="02020603050405020304" pitchFamily="18" charset="0"/>
              </a:rPr>
              <a:t>Spacing          </a:t>
            </a:r>
            <a:r>
              <a:rPr lang="zh-CN" altLang="en-US" sz="2200" b="1" dirty="0">
                <a:latin typeface="Times New Roman" panose="02020603050405020304" pitchFamily="18" charset="0"/>
              </a:rPr>
              <a:t>表示行间距，1表示单行间距，行间距离为</a:t>
            </a:r>
            <a:r>
              <a:rPr lang="en-US" altLang="zh-CN" sz="2200" b="1" dirty="0">
                <a:latin typeface="Times New Roman" panose="02020603050405020304" pitchFamily="18" charset="0"/>
              </a:rPr>
              <a:t>SIZE</a:t>
            </a:r>
            <a:r>
              <a:rPr lang="zh-CN" altLang="en-US" sz="2200" b="1" dirty="0">
                <a:latin typeface="Times New Roman" panose="02020603050405020304" pitchFamily="18" charset="0"/>
              </a:rPr>
              <a:t>个单位，此为默认值。2则表示双行间距。</a:t>
            </a:r>
            <a:endParaRPr lang="zh-CN" altLang="en-US" sz="2200" b="1" dirty="0">
              <a:latin typeface="Times New Roman" panose="02020603050405020304" pitchFamily="18" charset="0"/>
            </a:endParaRPr>
          </a:p>
          <a:p>
            <a:pPr indent="266700" defTabSz="914400">
              <a:tabLst>
                <a:tab pos="114300" algn="l"/>
              </a:tabLst>
            </a:pPr>
            <a:r>
              <a:rPr lang="en-US" altLang="zh-CN" sz="2200" b="1" dirty="0">
                <a:latin typeface="Times New Roman" panose="02020603050405020304" pitchFamily="18" charset="0"/>
              </a:rPr>
              <a:t>Style             </a:t>
            </a:r>
            <a:r>
              <a:rPr lang="zh-CN" altLang="en-US" sz="2200" b="1" dirty="0">
                <a:latin typeface="Times New Roman" panose="02020603050405020304" pitchFamily="18" charset="0"/>
              </a:rPr>
              <a:t>该字段定义文字的外形，为粗体（</a:t>
            </a:r>
            <a:r>
              <a:rPr lang="en-US" altLang="zh-CN" sz="2200" b="1" dirty="0">
                <a:latin typeface="Times New Roman" panose="02020603050405020304" pitchFamily="18" charset="0"/>
              </a:rPr>
              <a:t>BOLD）</a:t>
            </a:r>
            <a:r>
              <a:rPr lang="zh-CN" altLang="en-US" sz="2200" b="1" dirty="0">
                <a:latin typeface="Times New Roman" panose="02020603050405020304" pitchFamily="18" charset="0"/>
              </a:rPr>
              <a:t>或意大利书写体（</a:t>
            </a:r>
            <a:r>
              <a:rPr lang="en-US" altLang="zh-CN" sz="2200" b="1" dirty="0">
                <a:latin typeface="Times New Roman" panose="02020603050405020304" pitchFamily="18" charset="0"/>
              </a:rPr>
              <a:t>ITALIC）</a:t>
            </a:r>
            <a:r>
              <a:rPr lang="zh-CN" altLang="en-US" sz="2200" b="1" dirty="0">
                <a:latin typeface="Times New Roman" panose="02020603050405020304" pitchFamily="18" charset="0"/>
              </a:rPr>
              <a:t>等，默认值为“</a:t>
            </a:r>
            <a:r>
              <a:rPr lang="en-US" altLang="zh-CN" sz="2200" b="1" dirty="0">
                <a:latin typeface="Times New Roman" panose="02020603050405020304" pitchFamily="18" charset="0"/>
              </a:rPr>
              <a:t>PLAN”。</a:t>
            </a:r>
            <a:endParaRPr lang="en-US" altLang="zh-CN" sz="2200" b="1" dirty="0">
              <a:latin typeface="Times New Roman" panose="02020603050405020304" pitchFamily="18" charset="0"/>
            </a:endParaRPr>
          </a:p>
          <a:p>
            <a:pPr indent="266700" defTabSz="914400">
              <a:tabLst>
                <a:tab pos="114300" algn="l"/>
              </a:tabLst>
            </a:pPr>
            <a:r>
              <a:rPr lang="en-US" altLang="zh-CN" sz="2200" b="1" dirty="0">
                <a:latin typeface="Times New Roman" panose="02020603050405020304" pitchFamily="18" charset="0"/>
              </a:rPr>
              <a:t>Toptobottom       </a:t>
            </a:r>
            <a:r>
              <a:rPr lang="zh-CN" altLang="en-US" sz="2200" b="1" dirty="0">
                <a:latin typeface="Times New Roman" panose="02020603050405020304" pitchFamily="18" charset="0"/>
              </a:rPr>
              <a:t>表示文字是从上向下读（</a:t>
            </a:r>
            <a:r>
              <a:rPr lang="en-US" altLang="zh-CN" sz="2200" b="1" dirty="0">
                <a:latin typeface="Times New Roman" panose="02020603050405020304" pitchFamily="18" charset="0"/>
              </a:rPr>
              <a:t>TRUE）</a:t>
            </a:r>
            <a:r>
              <a:rPr lang="zh-CN" altLang="en-US" sz="2200" b="1" dirty="0">
                <a:latin typeface="Times New Roman" panose="02020603050405020304" pitchFamily="18" charset="0"/>
              </a:rPr>
              <a:t>还是从下向上读（</a:t>
            </a:r>
            <a:r>
              <a:rPr lang="en-US" altLang="zh-CN" sz="2200" b="1" dirty="0">
                <a:latin typeface="Times New Roman" panose="02020603050405020304" pitchFamily="18" charset="0"/>
              </a:rPr>
              <a:t>FALSE）。</a:t>
            </a:r>
            <a:r>
              <a:rPr lang="zh-CN" altLang="en-US" sz="2200" b="1" dirty="0">
                <a:latin typeface="Times New Roman" panose="02020603050405020304" pitchFamily="18" charset="0"/>
              </a:rPr>
              <a:t>对于水平文字，它表示是否前一行文字是在后一行文字的上边、对于垂直文字，它表示是否前一个字符是在后一个字符的上边。</a:t>
            </a:r>
            <a:endParaRPr lang="zh-CN" altLang="en-US" sz="2200" b="1" dirty="0">
              <a:latin typeface="Times New Roman" panose="02020603050405020304" pitchFamily="18" charset="0"/>
            </a:endParaRPr>
          </a:p>
        </p:txBody>
      </p:sp>
      <p:sp>
        <p:nvSpPr>
          <p:cNvPr id="97284" name="Rectangle 3"/>
          <p:cNvSpPr/>
          <p:nvPr/>
        </p:nvSpPr>
        <p:spPr>
          <a:xfrm>
            <a:off x="1403350" y="981075"/>
            <a:ext cx="2300288" cy="457200"/>
          </a:xfrm>
          <a:prstGeom prst="rect">
            <a:avLst/>
          </a:prstGeom>
          <a:noFill/>
          <a:ln w="9525">
            <a:noFill/>
          </a:ln>
        </p:spPr>
        <p:txBody>
          <a:bodyPr wrap="none">
            <a:spAutoFit/>
          </a:bodyPr>
          <a:p>
            <a:pPr eaLnBrk="1" hangingPunct="1"/>
            <a:r>
              <a:rPr lang="zh-CN" altLang="en-US" b="1" dirty="0">
                <a:latin typeface="Times New Roman" panose="02020603050405020304" pitchFamily="18" charset="0"/>
              </a:rPr>
              <a:t>文字节点—</a:t>
            </a:r>
            <a:r>
              <a:rPr lang="en-US" altLang="zh-CN" b="1" dirty="0">
                <a:latin typeface="Times New Roman" panose="02020603050405020304" pitchFamily="18" charset="0"/>
              </a:rPr>
              <a:t>Text</a:t>
            </a:r>
            <a:endParaRPr lang="zh-CN" altLang="en-US" b="1" dirty="0">
              <a:latin typeface="Times New Roman" panose="02020603050405020304" pitchFamily="18" charset="0"/>
            </a:endParaRPr>
          </a:p>
        </p:txBody>
      </p:sp>
    </p:spTree>
  </p:cSld>
  <p:clrMapOvr>
    <a:masterClrMapping/>
  </p:clrMapOvr>
  <p:transition>
    <p:random/>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8306" name="页脚占位符 1"/>
          <p:cNvSpPr txBox="1">
            <a:spLocks noGrp="1"/>
          </p:cNvSpPr>
          <p:nvPr>
            <p:ph type="ftr" sz="quarter" idx="3"/>
          </p:nvPr>
        </p:nvSpPr>
        <p:spPr>
          <a:xfrm>
            <a:off x="3733800" y="6570663"/>
            <a:ext cx="2590800" cy="280987"/>
          </a:xfrm>
          <a:ln/>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r>
              <a:rPr lang="zh-CN" altLang="en-US" sz="1200" dirty="0">
                <a:solidFill>
                  <a:schemeClr val="folHlink"/>
                </a:solidFill>
              </a:rPr>
              <a:t>《虚拟地理环境及其应用》</a:t>
            </a:r>
            <a:endParaRPr lang="zh-CN" altLang="en-US" sz="1200" dirty="0">
              <a:solidFill>
                <a:schemeClr val="folHlink"/>
              </a:solidFill>
            </a:endParaRPr>
          </a:p>
        </p:txBody>
      </p:sp>
      <p:sp>
        <p:nvSpPr>
          <p:cNvPr id="98307" name="Rectangle 2"/>
          <p:cNvSpPr/>
          <p:nvPr/>
        </p:nvSpPr>
        <p:spPr>
          <a:xfrm>
            <a:off x="971550" y="2079625"/>
            <a:ext cx="7416800" cy="4419600"/>
          </a:xfrm>
          <a:prstGeom prst="rect">
            <a:avLst/>
          </a:prstGeom>
          <a:noFill/>
          <a:ln w="9525">
            <a:noFill/>
          </a:ln>
        </p:spPr>
        <p:txBody>
          <a:bodyPr anchor="ctr" anchorCtr="0">
            <a:spAutoFit/>
          </a:bodyPr>
          <a:p>
            <a:pPr indent="266700" defTabSz="914400">
              <a:tabLst>
                <a:tab pos="114300" algn="l"/>
              </a:tabLst>
            </a:pPr>
            <a:r>
              <a:rPr lang="zh-CN" altLang="en-US" sz="2000" b="1" dirty="0">
                <a:latin typeface="宋体" panose="02010600030101010101" pitchFamily="2" charset="-122"/>
              </a:rPr>
              <a:t>说明：</a:t>
            </a:r>
            <a:endParaRPr lang="zh-CN" altLang="en-US" sz="2000" b="1" dirty="0">
              <a:latin typeface="宋体" panose="02010600030101010101" pitchFamily="2" charset="-122"/>
            </a:endParaRPr>
          </a:p>
          <a:p>
            <a:pPr indent="266700" defTabSz="914400">
              <a:tabLst>
                <a:tab pos="114300" algn="l"/>
              </a:tabLst>
            </a:pPr>
            <a:r>
              <a:rPr lang="zh-CN" altLang="en-US" sz="2000" b="1" dirty="0">
                <a:latin typeface="宋体" panose="02010600030101010101" pitchFamily="2" charset="-122"/>
              </a:rPr>
              <a:t>    </a:t>
            </a:r>
            <a:r>
              <a:rPr lang="en-US" altLang="zh-CN" sz="2000" b="1" dirty="0">
                <a:latin typeface="宋体" panose="02010600030101010101" pitchFamily="2" charset="-122"/>
              </a:rPr>
              <a:t>FontStyle</a:t>
            </a:r>
            <a:r>
              <a:rPr lang="zh-CN" altLang="en-US" sz="2000" b="1" dirty="0">
                <a:latin typeface="宋体" panose="02010600030101010101" pitchFamily="2" charset="-122"/>
              </a:rPr>
              <a:t>节点仅能用在</a:t>
            </a:r>
            <a:r>
              <a:rPr lang="en-US" altLang="zh-CN" sz="2000" b="1" dirty="0">
                <a:latin typeface="宋体" panose="02010600030101010101" pitchFamily="2" charset="-122"/>
              </a:rPr>
              <a:t>Text</a:t>
            </a:r>
            <a:r>
              <a:rPr lang="zh-CN" altLang="en-US" sz="2000" b="1" dirty="0">
                <a:latin typeface="宋体" panose="02010600030101010101" pitchFamily="2" charset="-122"/>
              </a:rPr>
              <a:t>节点的</a:t>
            </a:r>
            <a:r>
              <a:rPr lang="en-US" altLang="zh-CN" sz="2000" b="1" dirty="0">
                <a:latin typeface="宋体" panose="02010600030101010101" pitchFamily="2" charset="-122"/>
              </a:rPr>
              <a:t>fontStyle</a:t>
            </a:r>
            <a:r>
              <a:rPr lang="zh-CN" altLang="en-US" sz="2000" b="1" dirty="0">
                <a:latin typeface="宋体" panose="02010600030101010101" pitchFamily="2" charset="-122"/>
              </a:rPr>
              <a:t>字段。它定义了文字的大小、字体类属、字体风格和文字串的方向和间距，以及与非英语文字相关的绘制技术等。文字根据</a:t>
            </a:r>
            <a:r>
              <a:rPr lang="en-US" altLang="zh-CN" sz="2000" b="1" dirty="0">
                <a:latin typeface="宋体" panose="02010600030101010101" pitchFamily="2" charset="-122"/>
              </a:rPr>
              <a:t>horizontal</a:t>
            </a:r>
            <a:r>
              <a:rPr lang="zh-CN" altLang="en-US" sz="2000" b="1" dirty="0">
                <a:latin typeface="宋体" panose="02010600030101010101" pitchFamily="2" charset="-122"/>
              </a:rPr>
              <a:t>字段值被认为有一个主方向和一个次方向。</a:t>
            </a:r>
            <a:r>
              <a:rPr lang="en-US" altLang="zh-CN" sz="2000" b="1" dirty="0">
                <a:latin typeface="宋体" panose="02010600030101010101" pitchFamily="2" charset="-122"/>
              </a:rPr>
              <a:t>Justify</a:t>
            </a:r>
            <a:r>
              <a:rPr lang="zh-CN" altLang="en-US" sz="2000" b="1" dirty="0">
                <a:latin typeface="宋体" panose="02010600030101010101" pitchFamily="2" charset="-122"/>
              </a:rPr>
              <a:t>字段的第一个值表示每一行在主方向上的对齐方式。例如：如果</a:t>
            </a:r>
            <a:r>
              <a:rPr lang="en-US" altLang="zh-CN" sz="2000" b="1" dirty="0">
                <a:latin typeface="宋体" panose="02010600030101010101" pitchFamily="2" charset="-122"/>
              </a:rPr>
              <a:t>justify</a:t>
            </a:r>
            <a:r>
              <a:rPr lang="zh-CN" altLang="en-US" sz="2000" b="1" dirty="0">
                <a:latin typeface="宋体" panose="02010600030101010101" pitchFamily="2" charset="-122"/>
              </a:rPr>
              <a:t>字段的第一个值是</a:t>
            </a:r>
            <a:r>
              <a:rPr lang="zh-CN" altLang="en-US" sz="2000" b="1" dirty="0">
                <a:latin typeface="Times New Roman" panose="02020603050405020304" pitchFamily="18" charset="0"/>
              </a:rPr>
              <a:t>“</a:t>
            </a:r>
            <a:r>
              <a:rPr lang="en-US" altLang="zh-CN" sz="2000" b="1" dirty="0">
                <a:latin typeface="宋体" panose="02010600030101010101" pitchFamily="2" charset="-122"/>
              </a:rPr>
              <a:t>BEGIN</a:t>
            </a:r>
            <a:r>
              <a:rPr lang="en-US" altLang="zh-CN" sz="2000" b="1" dirty="0">
                <a:latin typeface="Times New Roman" panose="02020603050405020304" pitchFamily="18" charset="0"/>
              </a:rPr>
              <a:t>”</a:t>
            </a:r>
            <a:r>
              <a:rPr lang="en-US" altLang="zh-CN" sz="2000" b="1" dirty="0">
                <a:latin typeface="宋体" panose="02010600030101010101" pitchFamily="2" charset="-122"/>
              </a:rPr>
              <a:t>，</a:t>
            </a:r>
            <a:r>
              <a:rPr lang="zh-CN" altLang="en-US" sz="2000" b="1" dirty="0">
                <a:latin typeface="宋体" panose="02010600030101010101" pitchFamily="2" charset="-122"/>
              </a:rPr>
              <a:t>那么每一行的开头都是对齐的。</a:t>
            </a:r>
            <a:r>
              <a:rPr lang="en-US" altLang="zh-CN" sz="2000" b="1" dirty="0">
                <a:latin typeface="宋体" panose="02010600030101010101" pitchFamily="2" charset="-122"/>
              </a:rPr>
              <a:t>Justify</a:t>
            </a:r>
            <a:r>
              <a:rPr lang="zh-CN" altLang="en-US" sz="2000" b="1" dirty="0">
                <a:latin typeface="宋体" panose="02010600030101010101" pitchFamily="2" charset="-122"/>
              </a:rPr>
              <a:t>字段的第二个值表示在次方向上的对齐方式。例如：如果</a:t>
            </a:r>
            <a:r>
              <a:rPr lang="en-US" altLang="zh-CN" sz="2000" b="1" dirty="0">
                <a:latin typeface="宋体" panose="02010600030101010101" pitchFamily="2" charset="-122"/>
              </a:rPr>
              <a:t>justify</a:t>
            </a:r>
            <a:r>
              <a:rPr lang="zh-CN" altLang="en-US" sz="2000" b="1" dirty="0">
                <a:latin typeface="宋体" panose="02010600030101010101" pitchFamily="2" charset="-122"/>
              </a:rPr>
              <a:t>字段的第二个值是</a:t>
            </a:r>
            <a:r>
              <a:rPr lang="zh-CN" altLang="en-US" sz="2000" b="1" dirty="0">
                <a:latin typeface="Times New Roman" panose="02020603050405020304" pitchFamily="18" charset="0"/>
              </a:rPr>
              <a:t>“</a:t>
            </a:r>
            <a:r>
              <a:rPr lang="en-US" altLang="zh-CN" sz="2000" b="1" dirty="0">
                <a:latin typeface="宋体" panose="02010600030101010101" pitchFamily="2" charset="-122"/>
              </a:rPr>
              <a:t>MIDDLE</a:t>
            </a:r>
            <a:r>
              <a:rPr lang="en-US" altLang="zh-CN" sz="2000" b="1" dirty="0">
                <a:latin typeface="Times New Roman" panose="02020603050405020304" pitchFamily="18" charset="0"/>
              </a:rPr>
              <a:t>”</a:t>
            </a:r>
            <a:r>
              <a:rPr lang="en-US" altLang="zh-CN" sz="2000" b="1" dirty="0">
                <a:latin typeface="宋体" panose="02010600030101010101" pitchFamily="2" charset="-122"/>
              </a:rPr>
              <a:t>，</a:t>
            </a:r>
            <a:r>
              <a:rPr lang="zh-CN" altLang="en-US" sz="2000" b="1" dirty="0">
                <a:latin typeface="宋体" panose="02010600030101010101" pitchFamily="2" charset="-122"/>
              </a:rPr>
              <a:t>那么每一行的开头都是根据</a:t>
            </a:r>
            <a:r>
              <a:rPr lang="en-US" altLang="zh-CN" sz="2000" b="1" dirty="0">
                <a:latin typeface="宋体" panose="02010600030101010101" pitchFamily="2" charset="-122"/>
              </a:rPr>
              <a:t>justify</a:t>
            </a:r>
            <a:r>
              <a:rPr lang="zh-CN" altLang="en-US" sz="2000" b="1" dirty="0">
                <a:latin typeface="宋体" panose="02010600030101010101" pitchFamily="2" charset="-122"/>
              </a:rPr>
              <a:t>的第一个值对齐的，而在垂直方向上（即次方向上）整个文字块是沿着</a:t>
            </a:r>
            <a:r>
              <a:rPr lang="en-US" altLang="zh-CN" sz="2000" b="1" dirty="0">
                <a:latin typeface="宋体" panose="02010600030101010101" pitchFamily="2" charset="-122"/>
              </a:rPr>
              <a:t>x</a:t>
            </a:r>
            <a:r>
              <a:rPr lang="zh-CN" altLang="en-US" sz="2000" b="1" dirty="0">
                <a:latin typeface="宋体" panose="02010600030101010101" pitchFamily="2" charset="-122"/>
              </a:rPr>
              <a:t>轴居中对齐的。如果</a:t>
            </a:r>
            <a:r>
              <a:rPr lang="en-US" altLang="zh-CN" sz="2000" b="1" dirty="0">
                <a:latin typeface="宋体" panose="02010600030101010101" pitchFamily="2" charset="-122"/>
              </a:rPr>
              <a:t>horizontal</a:t>
            </a:r>
            <a:r>
              <a:rPr lang="zh-CN" altLang="en-US" sz="2000" b="1" dirty="0">
                <a:latin typeface="宋体" panose="02010600030101010101" pitchFamily="2" charset="-122"/>
              </a:rPr>
              <a:t>是</a:t>
            </a:r>
            <a:r>
              <a:rPr lang="en-US" altLang="zh-CN" sz="2000" b="1" dirty="0">
                <a:latin typeface="宋体" panose="02010600030101010101" pitchFamily="2" charset="-122"/>
              </a:rPr>
              <a:t>TRUE，</a:t>
            </a:r>
            <a:r>
              <a:rPr lang="zh-CN" altLang="en-US" sz="2000" b="1" dirty="0">
                <a:latin typeface="宋体" panose="02010600030101010101" pitchFamily="2" charset="-122"/>
              </a:rPr>
              <a:t>而</a:t>
            </a:r>
            <a:r>
              <a:rPr lang="en-US" altLang="zh-CN" sz="2000" b="1" dirty="0">
                <a:latin typeface="宋体" panose="02010600030101010101" pitchFamily="2" charset="-122"/>
              </a:rPr>
              <a:t>justify</a:t>
            </a:r>
            <a:r>
              <a:rPr lang="zh-CN" altLang="en-US" sz="2000" b="1" dirty="0">
                <a:latin typeface="宋体" panose="02010600030101010101" pitchFamily="2" charset="-122"/>
              </a:rPr>
              <a:t>的次对齐串是</a:t>
            </a:r>
            <a:r>
              <a:rPr lang="zh-CN" altLang="en-US" sz="2000" b="1" dirty="0">
                <a:latin typeface="Times New Roman" panose="02020603050405020304" pitchFamily="18" charset="0"/>
              </a:rPr>
              <a:t>“</a:t>
            </a:r>
            <a:r>
              <a:rPr lang="en-US" altLang="zh-CN" sz="2000" b="1" dirty="0">
                <a:latin typeface="宋体" panose="02010600030101010101" pitchFamily="2" charset="-122"/>
              </a:rPr>
              <a:t>FIRST</a:t>
            </a:r>
            <a:r>
              <a:rPr lang="en-US" altLang="zh-CN" sz="2000" b="1" dirty="0">
                <a:latin typeface="Times New Roman" panose="02020603050405020304" pitchFamily="18" charset="0"/>
              </a:rPr>
              <a:t>”</a:t>
            </a:r>
            <a:r>
              <a:rPr lang="en-US" altLang="zh-CN" sz="2000" b="1" dirty="0">
                <a:latin typeface="宋体" panose="02010600030101010101" pitchFamily="2" charset="-122"/>
              </a:rPr>
              <a:t>，</a:t>
            </a:r>
            <a:r>
              <a:rPr lang="zh-CN" altLang="en-US" sz="2000" b="1" dirty="0">
                <a:latin typeface="宋体" panose="02010600030101010101" pitchFamily="2" charset="-122"/>
              </a:rPr>
              <a:t>那么</a:t>
            </a:r>
            <a:r>
              <a:rPr lang="en-US" altLang="zh-CN" sz="2000" b="1" dirty="0">
                <a:latin typeface="宋体" panose="02010600030101010101" pitchFamily="2" charset="-122"/>
              </a:rPr>
              <a:t>x</a:t>
            </a:r>
            <a:r>
              <a:rPr lang="zh-CN" altLang="en-US" sz="2000" b="1" dirty="0">
                <a:latin typeface="宋体" panose="02010600030101010101" pitchFamily="2" charset="-122"/>
              </a:rPr>
              <a:t>轴就被用作文字块第一行的基线。</a:t>
            </a:r>
            <a:r>
              <a:rPr lang="zh-CN" altLang="en-US" sz="1600" b="1" dirty="0">
                <a:latin typeface="Times New Roman" panose="02020603050405020304" pitchFamily="18" charset="0"/>
              </a:rPr>
              <a:t>               </a:t>
            </a:r>
            <a:r>
              <a:rPr lang="zh-CN" altLang="en-US" sz="2200" b="1" dirty="0">
                <a:latin typeface="宋体" panose="02010600030101010101" pitchFamily="2" charset="-122"/>
              </a:rPr>
              <a:t>示例4-12</a:t>
            </a:r>
            <a:endParaRPr lang="zh-CN" altLang="en-US" sz="1600" b="1" dirty="0">
              <a:latin typeface="Times New Roman" panose="02020603050405020304" pitchFamily="18" charset="0"/>
            </a:endParaRPr>
          </a:p>
          <a:p>
            <a:pPr indent="266700" defTabSz="914400">
              <a:tabLst>
                <a:tab pos="114300" algn="l"/>
              </a:tabLst>
            </a:pPr>
            <a:endParaRPr lang="zh-CN" altLang="en-US" sz="2200" b="1" dirty="0">
              <a:latin typeface="Times New Roman" panose="02020603050405020304" pitchFamily="18" charset="0"/>
            </a:endParaRPr>
          </a:p>
        </p:txBody>
      </p:sp>
      <p:sp>
        <p:nvSpPr>
          <p:cNvPr id="98308" name="Rectangle 3"/>
          <p:cNvSpPr/>
          <p:nvPr/>
        </p:nvSpPr>
        <p:spPr>
          <a:xfrm>
            <a:off x="1331913" y="836613"/>
            <a:ext cx="2300287" cy="457200"/>
          </a:xfrm>
          <a:prstGeom prst="rect">
            <a:avLst/>
          </a:prstGeom>
          <a:noFill/>
          <a:ln w="9525">
            <a:noFill/>
          </a:ln>
        </p:spPr>
        <p:txBody>
          <a:bodyPr wrap="none">
            <a:spAutoFit/>
          </a:bodyPr>
          <a:p>
            <a:pPr eaLnBrk="1" hangingPunct="1"/>
            <a:r>
              <a:rPr lang="zh-CN" altLang="en-US" b="1" dirty="0">
                <a:latin typeface="Times New Roman" panose="02020603050405020304" pitchFamily="18" charset="0"/>
              </a:rPr>
              <a:t>文字节点—</a:t>
            </a:r>
            <a:r>
              <a:rPr lang="en-US" altLang="zh-CN" b="1" dirty="0">
                <a:latin typeface="Times New Roman" panose="02020603050405020304" pitchFamily="18" charset="0"/>
              </a:rPr>
              <a:t>Text</a:t>
            </a:r>
            <a:endParaRPr lang="zh-CN" altLang="en-US" b="1" dirty="0">
              <a:latin typeface="Times New Roman" panose="02020603050405020304" pitchFamily="18" charset="0"/>
            </a:endParaRPr>
          </a:p>
        </p:txBody>
      </p:sp>
    </p:spTree>
  </p:cSld>
  <p:clrMapOvr>
    <a:masterClrMapping/>
  </p:clrMapOvr>
  <p:transition>
    <p:random/>
  </p:transition>
</p:sld>
</file>

<file path=ppt/slides/slide59.xml><?xml version="1.0" encoding="utf-8"?>
<p:sld xmlns:a="http://schemas.openxmlformats.org/drawingml/2006/main" xmlns:r="http://schemas.openxmlformats.org/officeDocument/2006/relationships" xmlns:p="http://schemas.openxmlformats.org/presentationml/2006/main" showMasterSp="0">
  <p:cSld>
    <p:bg>
      <p:bgPr>
        <a:blipFill rotWithShape="0">
          <a:blip r:embed="rId1"/>
          <a:stretch>
            <a:fillRect/>
          </a:stretch>
        </a:blipFill>
        <a:effectLst/>
      </p:bgPr>
    </p:bg>
    <p:spTree>
      <p:nvGrpSpPr>
        <p:cNvPr id="1" name=""/>
        <p:cNvGrpSpPr/>
        <p:nvPr/>
      </p:nvGrpSpPr>
      <p:grpSpPr/>
      <p:sp>
        <p:nvSpPr>
          <p:cNvPr id="113666" name="Rectangle 2"/>
          <p:cNvSpPr/>
          <p:nvPr/>
        </p:nvSpPr>
        <p:spPr>
          <a:xfrm>
            <a:off x="1187450" y="2633663"/>
            <a:ext cx="7777163" cy="884237"/>
          </a:xfrm>
          <a:prstGeom prst="rect">
            <a:avLst/>
          </a:prstGeom>
          <a:noFill/>
          <a:ln w="9525">
            <a:noFill/>
          </a:ln>
        </p:spPr>
        <p:txBody>
          <a:bodyPr anchor="ctr" anchorCtr="0">
            <a:spAutoFit/>
          </a:bodyPr>
          <a:p>
            <a:pPr indent="276225" algn="ctr" eaLnBrk="1" hangingPunct="1"/>
            <a:r>
              <a:rPr lang="en-US" altLang="zh-CN" sz="2800" b="1" dirty="0">
                <a:solidFill>
                  <a:srgbClr val="33CC33"/>
                </a:solidFill>
                <a:latin typeface="Times New Roman" panose="02020603050405020304" pitchFamily="18" charset="0"/>
              </a:rPr>
              <a:t>4.5    </a:t>
            </a:r>
            <a:r>
              <a:rPr lang="zh-CN" altLang="en-US" sz="2800" b="1" dirty="0">
                <a:solidFill>
                  <a:srgbClr val="33CC33"/>
                </a:solidFill>
                <a:latin typeface="Times New Roman" panose="02020603050405020304" pitchFamily="18" charset="0"/>
              </a:rPr>
              <a:t>虚拟对象的外观-----</a:t>
            </a:r>
            <a:r>
              <a:rPr lang="en-US" altLang="zh-CN" sz="2800" b="1" dirty="0">
                <a:solidFill>
                  <a:srgbClr val="33CC33"/>
                </a:solidFill>
                <a:latin typeface="Times New Roman" panose="02020603050405020304" pitchFamily="18" charset="0"/>
              </a:rPr>
              <a:t>Appearance  Nodes</a:t>
            </a:r>
            <a:endParaRPr lang="en-US" altLang="zh-CN" sz="2800" b="1" dirty="0">
              <a:solidFill>
                <a:srgbClr val="33CC33"/>
              </a:solidFill>
              <a:latin typeface="Times New Roman" panose="02020603050405020304" pitchFamily="18" charset="0"/>
            </a:endParaRPr>
          </a:p>
          <a:p>
            <a:pPr indent="276225" algn="ctr" eaLnBrk="1" hangingPunct="1"/>
            <a:endParaRPr lang="en-US" altLang="zh-CN" b="1" dirty="0">
              <a:solidFill>
                <a:srgbClr val="33CC33"/>
              </a:solidFill>
              <a:latin typeface="Times New Roman" panose="02020603050405020304" pitchFamily="18" charset="0"/>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afterEffect">
                                  <p:stCondLst>
                                    <p:cond delay="0"/>
                                  </p:stCondLst>
                                  <p:childTnLst>
                                    <p:set>
                                      <p:cBhvr>
                                        <p:cTn id="6" dur="1" fill="hold">
                                          <p:stCondLst>
                                            <p:cond delay="0"/>
                                          </p:stCondLst>
                                        </p:cTn>
                                        <p:tgtEl>
                                          <p:spTgt spid="113666"/>
                                        </p:tgtEl>
                                        <p:attrNameLst>
                                          <p:attrName>style.visibility</p:attrName>
                                        </p:attrNameLst>
                                      </p:cBhvr>
                                      <p:to>
                                        <p:strVal val="visible"/>
                                      </p:to>
                                    </p:set>
                                    <p:animEffect transition="in" filter="blinds(horizontal)">
                                      <p:cBhvr>
                                        <p:cTn id="7" dur="500"/>
                                        <p:tgtEl>
                                          <p:spTgt spid="1136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666"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0354" name="页脚占位符 1"/>
          <p:cNvSpPr txBox="1">
            <a:spLocks noGrp="1"/>
          </p:cNvSpPr>
          <p:nvPr>
            <p:ph type="ftr" sz="quarter" idx="3"/>
          </p:nvPr>
        </p:nvSpPr>
        <p:spPr>
          <a:xfrm>
            <a:off x="3733800" y="6570663"/>
            <a:ext cx="2590800" cy="280987"/>
          </a:xfrm>
          <a:ln/>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r>
              <a:rPr lang="zh-CN" altLang="en-US" sz="1200" dirty="0">
                <a:solidFill>
                  <a:schemeClr val="folHlink"/>
                </a:solidFill>
              </a:rPr>
              <a:t>《虚拟地理环境及其应用》</a:t>
            </a:r>
            <a:endParaRPr lang="zh-CN" altLang="en-US" sz="1200" dirty="0">
              <a:solidFill>
                <a:schemeClr val="folHlink"/>
              </a:solidFill>
            </a:endParaRPr>
          </a:p>
        </p:txBody>
      </p:sp>
      <p:sp>
        <p:nvSpPr>
          <p:cNvPr id="183298" name="Rectangle 2"/>
          <p:cNvSpPr/>
          <p:nvPr/>
        </p:nvSpPr>
        <p:spPr>
          <a:xfrm>
            <a:off x="755650" y="2538413"/>
            <a:ext cx="7777163" cy="3381375"/>
          </a:xfrm>
          <a:prstGeom prst="rect">
            <a:avLst/>
          </a:prstGeom>
          <a:noFill/>
          <a:ln w="9525">
            <a:noFill/>
          </a:ln>
        </p:spPr>
        <p:txBody>
          <a:bodyPr anchor="ctr" anchorCtr="0">
            <a:spAutoFit/>
          </a:bodyPr>
          <a:p>
            <a:pPr indent="276225" algn="ctr" eaLnBrk="1" hangingPunct="1"/>
            <a:endParaRPr lang="en-US" altLang="zh-CN" b="1" dirty="0">
              <a:solidFill>
                <a:srgbClr val="33CC33"/>
              </a:solidFill>
              <a:latin typeface="Times New Roman" panose="02020603050405020304" pitchFamily="18" charset="0"/>
            </a:endParaRPr>
          </a:p>
          <a:p>
            <a:pPr indent="276225" eaLnBrk="1" hangingPunct="1"/>
            <a:r>
              <a:rPr lang="en-US" altLang="zh-CN" b="1" dirty="0">
                <a:solidFill>
                  <a:srgbClr val="33CC33"/>
                </a:solidFill>
                <a:latin typeface="Times New Roman" panose="02020603050405020304" pitchFamily="18" charset="0"/>
              </a:rPr>
              <a:t>       </a:t>
            </a:r>
            <a:r>
              <a:rPr lang="en-US" altLang="zh-CN" b="1" dirty="0">
                <a:latin typeface="Times New Roman" panose="02020603050405020304" pitchFamily="18" charset="0"/>
              </a:rPr>
              <a:t>Appearance</a:t>
            </a:r>
            <a:r>
              <a:rPr lang="zh-CN" altLang="en-US" b="1" dirty="0">
                <a:latin typeface="Times New Roman" panose="02020603050405020304" pitchFamily="18" charset="0"/>
              </a:rPr>
              <a:t>节点仅在</a:t>
            </a:r>
            <a:r>
              <a:rPr lang="en-US" altLang="zh-CN" b="1" dirty="0">
                <a:latin typeface="Times New Roman" panose="02020603050405020304" pitchFamily="18" charset="0"/>
              </a:rPr>
              <a:t>Shape</a:t>
            </a:r>
            <a:r>
              <a:rPr lang="zh-CN" altLang="en-US" b="1" dirty="0">
                <a:latin typeface="Times New Roman" panose="02020603050405020304" pitchFamily="18" charset="0"/>
              </a:rPr>
              <a:t>节点的</a:t>
            </a:r>
            <a:r>
              <a:rPr lang="en-US" altLang="zh-CN" b="1" dirty="0">
                <a:latin typeface="Times New Roman" panose="02020603050405020304" pitchFamily="18" charset="0"/>
              </a:rPr>
              <a:t>Appearance</a:t>
            </a:r>
            <a:r>
              <a:rPr lang="zh-CN" altLang="en-US" b="1" dirty="0">
                <a:latin typeface="Times New Roman" panose="02020603050405020304" pitchFamily="18" charset="0"/>
              </a:rPr>
              <a:t>字段中出现，是控制外观的节点。此节点可用于描述几何对象的外在属性，如表面的颜色、透明度及光滑性等。</a:t>
            </a:r>
            <a:endParaRPr lang="zh-CN" altLang="en-US" b="1" dirty="0">
              <a:latin typeface="Times New Roman" panose="02020603050405020304" pitchFamily="18" charset="0"/>
            </a:endParaRPr>
          </a:p>
          <a:p>
            <a:pPr indent="276225" eaLnBrk="1" hangingPunct="1"/>
            <a:r>
              <a:rPr lang="en-US" altLang="zh-CN" sz="2200" b="1" dirty="0">
                <a:latin typeface="Times New Roman" panose="02020603050405020304" pitchFamily="18" charset="0"/>
              </a:rPr>
              <a:t>Appearance  Node  Syntax </a:t>
            </a:r>
            <a:endParaRPr lang="en-US" altLang="zh-CN" sz="2200" b="1" dirty="0">
              <a:latin typeface="Times New Roman" panose="02020603050405020304" pitchFamily="18" charset="0"/>
            </a:endParaRPr>
          </a:p>
          <a:p>
            <a:pPr indent="276225" eaLnBrk="1" hangingPunct="1"/>
            <a:r>
              <a:rPr lang="en-US" altLang="zh-CN" sz="2200" b="1" dirty="0">
                <a:latin typeface="Times New Roman" panose="02020603050405020304" pitchFamily="18" charset="0"/>
              </a:rPr>
              <a:t>  Appearance   {</a:t>
            </a:r>
            <a:endParaRPr lang="en-US" altLang="zh-CN" sz="2200" b="1" dirty="0">
              <a:latin typeface="Times New Roman" panose="02020603050405020304" pitchFamily="18" charset="0"/>
            </a:endParaRPr>
          </a:p>
          <a:p>
            <a:pPr indent="276225" eaLnBrk="1" hangingPunct="1"/>
            <a:r>
              <a:rPr lang="en-US" altLang="zh-CN" sz="2200" b="1" dirty="0">
                <a:latin typeface="Times New Roman" panose="02020603050405020304" pitchFamily="18" charset="0"/>
              </a:rPr>
              <a:t>          </a:t>
            </a:r>
            <a:r>
              <a:rPr lang="en-US" altLang="zh-CN" sz="1800" b="1" dirty="0">
                <a:latin typeface="Times New Roman" panose="02020603050405020304" pitchFamily="18" charset="0"/>
              </a:rPr>
              <a:t>Exposedfield         SFNode         material               NULL</a:t>
            </a:r>
            <a:endParaRPr lang="en-US" altLang="zh-CN" sz="1800" b="1" dirty="0">
              <a:latin typeface="Times New Roman" panose="02020603050405020304" pitchFamily="18" charset="0"/>
            </a:endParaRPr>
          </a:p>
          <a:p>
            <a:pPr indent="276225" eaLnBrk="1" hangingPunct="1"/>
            <a:r>
              <a:rPr lang="en-US" altLang="zh-CN" sz="1800" b="1" dirty="0">
                <a:latin typeface="Times New Roman" panose="02020603050405020304" pitchFamily="18" charset="0"/>
              </a:rPr>
              <a:t>          Exposedfield         SFNode         texture                NULL</a:t>
            </a:r>
            <a:endParaRPr lang="en-US" altLang="zh-CN" sz="1800" b="1" dirty="0">
              <a:latin typeface="Times New Roman" panose="02020603050405020304" pitchFamily="18" charset="0"/>
            </a:endParaRPr>
          </a:p>
          <a:p>
            <a:pPr indent="276225" eaLnBrk="1" hangingPunct="1"/>
            <a:r>
              <a:rPr lang="en-US" altLang="zh-CN" sz="1800" b="1" dirty="0">
                <a:latin typeface="Times New Roman" panose="02020603050405020304" pitchFamily="18" charset="0"/>
              </a:rPr>
              <a:t>          Exposedfield         SFNode         texturetransform         NULL</a:t>
            </a:r>
            <a:endParaRPr lang="en-US" altLang="zh-CN" sz="1800" b="1" dirty="0">
              <a:latin typeface="Times New Roman" panose="02020603050405020304" pitchFamily="18" charset="0"/>
            </a:endParaRPr>
          </a:p>
          <a:p>
            <a:pPr indent="276225" eaLnBrk="1" hangingPunct="1"/>
            <a:r>
              <a:rPr lang="en-US" altLang="zh-CN" sz="1800" b="1" dirty="0">
                <a:solidFill>
                  <a:srgbClr val="33CC33"/>
                </a:solidFill>
                <a:latin typeface="Times New Roman" panose="02020603050405020304" pitchFamily="18" charset="0"/>
              </a:rPr>
              <a:t>                            }</a:t>
            </a:r>
            <a:endParaRPr lang="en-US" altLang="zh-CN" sz="1800" b="1" dirty="0">
              <a:solidFill>
                <a:srgbClr val="33CC33"/>
              </a:solidFill>
              <a:latin typeface="Times New Roman" panose="02020603050405020304" pitchFamily="18" charset="0"/>
            </a:endParaRPr>
          </a:p>
        </p:txBody>
      </p:sp>
      <p:sp>
        <p:nvSpPr>
          <p:cNvPr id="100356" name="Rectangle 3"/>
          <p:cNvSpPr/>
          <p:nvPr/>
        </p:nvSpPr>
        <p:spPr>
          <a:xfrm>
            <a:off x="1403350" y="765175"/>
            <a:ext cx="3790950" cy="457200"/>
          </a:xfrm>
          <a:prstGeom prst="rect">
            <a:avLst/>
          </a:prstGeom>
          <a:noFill/>
          <a:ln w="9525">
            <a:noFill/>
          </a:ln>
        </p:spPr>
        <p:txBody>
          <a:bodyPr wrap="none">
            <a:spAutoFit/>
          </a:bodyPr>
          <a:p>
            <a:pPr eaLnBrk="1" hangingPunct="1"/>
            <a:r>
              <a:rPr lang="zh-CN" altLang="en-US" b="1" dirty="0">
                <a:latin typeface="Times New Roman" panose="02020603050405020304" pitchFamily="18" charset="0"/>
              </a:rPr>
              <a:t>一、外观节点--</a:t>
            </a:r>
            <a:r>
              <a:rPr lang="en-US" altLang="zh-CN" b="1" dirty="0">
                <a:latin typeface="Times New Roman" panose="02020603050405020304" pitchFamily="18" charset="0"/>
              </a:rPr>
              <a:t>Appearance</a:t>
            </a:r>
            <a:endParaRPr lang="en-US" altLang="zh-CN" b="1" dirty="0">
              <a:latin typeface="Times New Roman" panose="02020603050405020304" pitchFamily="18" charset="0"/>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afterEffect">
                                  <p:stCondLst>
                                    <p:cond delay="0"/>
                                  </p:stCondLst>
                                  <p:childTnLst>
                                    <p:set>
                                      <p:cBhvr>
                                        <p:cTn id="6" dur="1" fill="hold">
                                          <p:stCondLst>
                                            <p:cond delay="0"/>
                                          </p:stCondLst>
                                        </p:cTn>
                                        <p:tgtEl>
                                          <p:spTgt spid="183298"/>
                                        </p:tgtEl>
                                        <p:attrNameLst>
                                          <p:attrName>style.visibility</p:attrName>
                                        </p:attrNameLst>
                                      </p:cBhvr>
                                      <p:to>
                                        <p:strVal val="visible"/>
                                      </p:to>
                                    </p:set>
                                    <p:animEffect transition="in" filter="blinds(horizontal)">
                                      <p:cBhvr>
                                        <p:cTn id="7" dur="500"/>
                                        <p:tgtEl>
                                          <p:spTgt spid="1832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3298"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1378" name="页脚占位符 1"/>
          <p:cNvSpPr txBox="1">
            <a:spLocks noGrp="1"/>
          </p:cNvSpPr>
          <p:nvPr>
            <p:ph type="ftr" sz="quarter" idx="3"/>
          </p:nvPr>
        </p:nvSpPr>
        <p:spPr>
          <a:xfrm>
            <a:off x="3733800" y="6570663"/>
            <a:ext cx="2590800" cy="280987"/>
          </a:xfrm>
          <a:ln/>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r>
              <a:rPr lang="zh-CN" altLang="en-US" sz="1200" dirty="0">
                <a:solidFill>
                  <a:schemeClr val="folHlink"/>
                </a:solidFill>
              </a:rPr>
              <a:t>《虚拟地理环境及其应用》</a:t>
            </a:r>
            <a:endParaRPr lang="zh-CN" altLang="en-US" sz="1200" dirty="0">
              <a:solidFill>
                <a:schemeClr val="folHlink"/>
              </a:solidFill>
            </a:endParaRPr>
          </a:p>
        </p:txBody>
      </p:sp>
      <p:sp>
        <p:nvSpPr>
          <p:cNvPr id="114690" name="Rectangle 2"/>
          <p:cNvSpPr/>
          <p:nvPr/>
        </p:nvSpPr>
        <p:spPr>
          <a:xfrm>
            <a:off x="755650" y="2743200"/>
            <a:ext cx="7345363" cy="3208338"/>
          </a:xfrm>
          <a:prstGeom prst="rect">
            <a:avLst/>
          </a:prstGeom>
          <a:noFill/>
          <a:ln w="9525">
            <a:noFill/>
          </a:ln>
        </p:spPr>
        <p:txBody>
          <a:bodyPr anchor="ctr" anchorCtr="0">
            <a:spAutoFit/>
          </a:bodyPr>
          <a:p>
            <a:pPr indent="276225" eaLnBrk="1" hangingPunct="1"/>
            <a:r>
              <a:rPr lang="zh-CN" altLang="en-US" sz="1600" b="1" dirty="0">
                <a:latin typeface="Times New Roman" panose="02020603050405020304" pitchFamily="18" charset="0"/>
              </a:rPr>
              <a:t>字段说明：</a:t>
            </a:r>
            <a:endParaRPr lang="zh-CN" altLang="en-US" sz="1600" b="1" dirty="0">
              <a:latin typeface="Times New Roman" panose="02020603050405020304" pitchFamily="18" charset="0"/>
            </a:endParaRPr>
          </a:p>
          <a:p>
            <a:pPr indent="276225" eaLnBrk="1" hangingPunct="1"/>
            <a:r>
              <a:rPr lang="en-US" altLang="zh-CN" sz="1600" b="1" dirty="0">
                <a:latin typeface="Times New Roman" panose="02020603050405020304" pitchFamily="18" charset="0"/>
              </a:rPr>
              <a:t>material             </a:t>
            </a:r>
            <a:r>
              <a:rPr lang="zh-CN" altLang="en-US" sz="1600" b="1" dirty="0">
                <a:latin typeface="Times New Roman" panose="02020603050405020304" pitchFamily="18" charset="0"/>
              </a:rPr>
              <a:t>字段包含一个</a:t>
            </a:r>
            <a:r>
              <a:rPr lang="en-US" altLang="zh-CN" sz="1600" b="1" dirty="0">
                <a:latin typeface="Times New Roman" panose="02020603050405020304" pitchFamily="18" charset="0"/>
              </a:rPr>
              <a:t>material</a:t>
            </a:r>
            <a:r>
              <a:rPr lang="zh-CN" altLang="en-US" sz="1600" b="1" dirty="0">
                <a:latin typeface="Times New Roman" panose="02020603050405020304" pitchFamily="18" charset="0"/>
              </a:rPr>
              <a:t>节点 </a:t>
            </a:r>
            <a:endParaRPr lang="zh-CN" altLang="en-US" sz="1600" b="1" dirty="0">
              <a:latin typeface="Times New Roman" panose="02020603050405020304" pitchFamily="18" charset="0"/>
            </a:endParaRPr>
          </a:p>
          <a:p>
            <a:pPr indent="276225" eaLnBrk="1" hangingPunct="1"/>
            <a:r>
              <a:rPr lang="en-US" altLang="zh-CN" sz="1600" b="1" dirty="0">
                <a:latin typeface="Times New Roman" panose="02020603050405020304" pitchFamily="18" charset="0"/>
              </a:rPr>
              <a:t>texture              </a:t>
            </a:r>
            <a:r>
              <a:rPr lang="zh-CN" altLang="en-US" sz="1600" b="1" dirty="0">
                <a:latin typeface="Times New Roman" panose="02020603050405020304" pitchFamily="18" charset="0"/>
              </a:rPr>
              <a:t>该字段可以有三种不同的节点，分别是</a:t>
            </a:r>
            <a:r>
              <a:rPr lang="en-US" altLang="zh-CN" sz="1600" b="1" dirty="0">
                <a:latin typeface="Times New Roman" panose="02020603050405020304" pitchFamily="18" charset="0"/>
              </a:rPr>
              <a:t>imagetexture、pixeltexture、movietexture </a:t>
            </a:r>
            <a:endParaRPr lang="en-US" altLang="zh-CN" sz="1600" b="1" dirty="0">
              <a:latin typeface="Times New Roman" panose="02020603050405020304" pitchFamily="18" charset="0"/>
            </a:endParaRPr>
          </a:p>
          <a:p>
            <a:pPr indent="276225" eaLnBrk="1" hangingPunct="1"/>
            <a:r>
              <a:rPr lang="en-US" altLang="zh-CN" sz="1600" b="1" dirty="0">
                <a:latin typeface="Times New Roman" panose="02020603050405020304" pitchFamily="18" charset="0"/>
              </a:rPr>
              <a:t>texturetransform       </a:t>
            </a:r>
            <a:r>
              <a:rPr lang="zh-CN" altLang="en-US" sz="1600" b="1" dirty="0">
                <a:latin typeface="Times New Roman" panose="02020603050405020304" pitchFamily="18" charset="0"/>
              </a:rPr>
              <a:t>字段包含一个</a:t>
            </a:r>
            <a:r>
              <a:rPr lang="en-US" altLang="zh-CN" sz="1600" b="1" dirty="0">
                <a:latin typeface="Times New Roman" panose="02020603050405020304" pitchFamily="18" charset="0"/>
              </a:rPr>
              <a:t>texturetransform</a:t>
            </a:r>
            <a:r>
              <a:rPr lang="zh-CN" altLang="en-US" sz="1600" b="1" dirty="0">
                <a:latin typeface="Times New Roman" panose="02020603050405020304" pitchFamily="18" charset="0"/>
              </a:rPr>
              <a:t>节点。</a:t>
            </a:r>
            <a:endParaRPr lang="zh-CN" altLang="en-US" sz="1600" b="1" dirty="0">
              <a:latin typeface="Times New Roman" panose="02020603050405020304" pitchFamily="18" charset="0"/>
            </a:endParaRPr>
          </a:p>
          <a:p>
            <a:pPr indent="276225" eaLnBrk="1" hangingPunct="1"/>
            <a:r>
              <a:rPr lang="zh-CN" altLang="en-US" sz="1600" b="1" dirty="0">
                <a:latin typeface="Times New Roman" panose="02020603050405020304" pitchFamily="18" charset="0"/>
              </a:rPr>
              <a:t>说明：</a:t>
            </a:r>
            <a:endParaRPr lang="zh-CN" altLang="en-US" sz="1600" b="1" dirty="0">
              <a:latin typeface="Times New Roman" panose="02020603050405020304" pitchFamily="18" charset="0"/>
            </a:endParaRPr>
          </a:p>
          <a:p>
            <a:pPr indent="276225" eaLnBrk="1" hangingPunct="1"/>
            <a:r>
              <a:rPr lang="zh-CN" altLang="en-US" sz="1600" b="1" dirty="0">
                <a:latin typeface="Times New Roman" panose="02020603050405020304" pitchFamily="18" charset="0"/>
              </a:rPr>
              <a:t>如果</a:t>
            </a:r>
            <a:r>
              <a:rPr lang="en-US" altLang="zh-CN" sz="1600" b="1" dirty="0">
                <a:latin typeface="Times New Roman" panose="02020603050405020304" pitchFamily="18" charset="0"/>
              </a:rPr>
              <a:t>material</a:t>
            </a:r>
            <a:r>
              <a:rPr lang="zh-CN" altLang="en-US" sz="1600" b="1" dirty="0">
                <a:latin typeface="Times New Roman" panose="02020603050405020304" pitchFamily="18" charset="0"/>
              </a:rPr>
              <a:t>字段是</a:t>
            </a:r>
            <a:r>
              <a:rPr lang="en-US" altLang="zh-CN" sz="1600" b="1" dirty="0">
                <a:latin typeface="Times New Roman" panose="02020603050405020304" pitchFamily="18" charset="0"/>
              </a:rPr>
              <a:t>NULL，</a:t>
            </a:r>
            <a:r>
              <a:rPr lang="zh-CN" altLang="en-US" sz="1600" b="1" dirty="0">
                <a:latin typeface="Times New Roman" panose="02020603050405020304" pitchFamily="18" charset="0"/>
              </a:rPr>
              <a:t>与</a:t>
            </a:r>
            <a:r>
              <a:rPr lang="en-US" altLang="zh-CN" sz="1600" b="1" dirty="0">
                <a:latin typeface="Times New Roman" panose="02020603050405020304" pitchFamily="18" charset="0"/>
              </a:rPr>
              <a:t>Appearance</a:t>
            </a:r>
            <a:r>
              <a:rPr lang="zh-CN" altLang="en-US" sz="1600" b="1" dirty="0">
                <a:latin typeface="Times New Roman" panose="02020603050405020304" pitchFamily="18" charset="0"/>
              </a:rPr>
              <a:t>相关的几何形体是不亮的，也就是说在绘制这个几何形体时忽略所有光照。但是，如果</a:t>
            </a:r>
            <a:r>
              <a:rPr lang="en-US" altLang="zh-CN" sz="1600" b="1" dirty="0">
                <a:latin typeface="Times New Roman" panose="02020603050405020304" pitchFamily="18" charset="0"/>
              </a:rPr>
              <a:t>material</a:t>
            </a:r>
            <a:r>
              <a:rPr lang="zh-CN" altLang="en-US" sz="1600" b="1" dirty="0">
                <a:latin typeface="Times New Roman" panose="02020603050405020304" pitchFamily="18" charset="0"/>
              </a:rPr>
              <a:t>字段包含一个缺省得材料节点，那么这个几何形体用缺省的材料节点的值照亮。也即，在一个造型节点中指定</a:t>
            </a:r>
            <a:r>
              <a:rPr lang="en-US" altLang="zh-CN" sz="1600" b="1" dirty="0">
                <a:latin typeface="Times New Roman" panose="02020603050405020304" pitchFamily="18" charset="0"/>
              </a:rPr>
              <a:t>appearance</a:t>
            </a:r>
            <a:r>
              <a:rPr lang="zh-CN" altLang="en-US" sz="1600" b="1" dirty="0">
                <a:latin typeface="Times New Roman" panose="02020603050405020304" pitchFamily="18" charset="0"/>
              </a:rPr>
              <a:t>字段为 </a:t>
            </a:r>
            <a:r>
              <a:rPr lang="en-US" altLang="zh-CN" sz="1600" b="1" dirty="0">
                <a:latin typeface="Times New Roman" panose="02020603050405020304" pitchFamily="18" charset="0"/>
              </a:rPr>
              <a:t>appearance       Appearance{ }       </a:t>
            </a:r>
            <a:r>
              <a:rPr lang="zh-CN" altLang="en-US" sz="1600" b="1" dirty="0">
                <a:latin typeface="Times New Roman" panose="02020603050405020304" pitchFamily="18" charset="0"/>
              </a:rPr>
              <a:t>结果是没有光照，而若指定</a:t>
            </a:r>
            <a:r>
              <a:rPr lang="en-US" altLang="zh-CN" sz="1600" b="1" dirty="0">
                <a:latin typeface="Times New Roman" panose="02020603050405020304" pitchFamily="18" charset="0"/>
              </a:rPr>
              <a:t>appearance</a:t>
            </a:r>
            <a:r>
              <a:rPr lang="zh-CN" altLang="en-US" sz="1600" b="1" dirty="0">
                <a:latin typeface="Times New Roman" panose="02020603050405020304" pitchFamily="18" charset="0"/>
              </a:rPr>
              <a:t>字段为</a:t>
            </a:r>
            <a:r>
              <a:rPr lang="en-US" altLang="zh-CN" sz="1600" b="1" dirty="0">
                <a:latin typeface="Times New Roman" panose="02020603050405020304" pitchFamily="18" charset="0"/>
              </a:rPr>
              <a:t>appearance      Appearance{ material{ }}      </a:t>
            </a:r>
            <a:r>
              <a:rPr lang="zh-CN" altLang="en-US" sz="1600" b="1" dirty="0">
                <a:latin typeface="Times New Roman" panose="02020603050405020304" pitchFamily="18" charset="0"/>
              </a:rPr>
              <a:t>光照将基于缺省材料值。                                                                  </a:t>
            </a:r>
            <a:r>
              <a:rPr lang="zh-CN" altLang="en-US" sz="2800" b="1" dirty="0">
                <a:latin typeface="宋体" panose="02010600030101010101" pitchFamily="2" charset="-122"/>
              </a:rPr>
              <a:t>示例5-1</a:t>
            </a:r>
            <a:endParaRPr lang="en-US" altLang="zh-CN" sz="2800" b="1" dirty="0">
              <a:latin typeface="宋体" panose="02010600030101010101" pitchFamily="2" charset="-122"/>
            </a:endParaRPr>
          </a:p>
        </p:txBody>
      </p:sp>
      <p:sp>
        <p:nvSpPr>
          <p:cNvPr id="101380" name="Rectangle 3"/>
          <p:cNvSpPr/>
          <p:nvPr/>
        </p:nvSpPr>
        <p:spPr>
          <a:xfrm>
            <a:off x="1331913" y="836613"/>
            <a:ext cx="3181350" cy="457200"/>
          </a:xfrm>
          <a:prstGeom prst="rect">
            <a:avLst/>
          </a:prstGeom>
          <a:noFill/>
          <a:ln w="9525">
            <a:noFill/>
          </a:ln>
        </p:spPr>
        <p:txBody>
          <a:bodyPr wrap="none">
            <a:spAutoFit/>
          </a:bodyPr>
          <a:p>
            <a:pPr eaLnBrk="1" hangingPunct="1"/>
            <a:r>
              <a:rPr lang="zh-CN" altLang="en-US" b="1" dirty="0">
                <a:latin typeface="Times New Roman" panose="02020603050405020304" pitchFamily="18" charset="0"/>
              </a:rPr>
              <a:t>外观节点--</a:t>
            </a:r>
            <a:r>
              <a:rPr lang="en-US" altLang="zh-CN" b="1" dirty="0">
                <a:latin typeface="Times New Roman" panose="02020603050405020304" pitchFamily="18" charset="0"/>
              </a:rPr>
              <a:t>Appearance</a:t>
            </a:r>
            <a:endParaRPr lang="en-US" altLang="zh-CN" b="1" dirty="0">
              <a:latin typeface="Times New Roman" panose="02020603050405020304" pitchFamily="18" charset="0"/>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16" fill="hold" nodeType="afterEffect">
                                  <p:stCondLst>
                                    <p:cond delay="0"/>
                                  </p:stCondLst>
                                  <p:childTnLst>
                                    <p:set>
                                      <p:cBhvr>
                                        <p:cTn id="6" dur="1" fill="hold">
                                          <p:stCondLst>
                                            <p:cond delay="0"/>
                                          </p:stCondLst>
                                        </p:cTn>
                                        <p:tgtEl>
                                          <p:spTgt spid="114690"/>
                                        </p:tgtEl>
                                        <p:attrNameLst>
                                          <p:attrName>style.visibility</p:attrName>
                                        </p:attrNameLst>
                                      </p:cBhvr>
                                      <p:to>
                                        <p:strVal val="visible"/>
                                      </p:to>
                                    </p:set>
                                    <p:animEffect transition="in" filter="box(in)">
                                      <p:cBhvr>
                                        <p:cTn id="7" dur="500"/>
                                        <p:tgtEl>
                                          <p:spTgt spid="1146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690"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02" name="页脚占位符 1"/>
          <p:cNvSpPr txBox="1">
            <a:spLocks noGrp="1"/>
          </p:cNvSpPr>
          <p:nvPr>
            <p:ph type="ftr" sz="quarter" idx="3"/>
          </p:nvPr>
        </p:nvSpPr>
        <p:spPr>
          <a:xfrm>
            <a:off x="3733800" y="6570663"/>
            <a:ext cx="2590800" cy="280987"/>
          </a:xfrm>
          <a:ln/>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r>
              <a:rPr lang="zh-CN" altLang="en-US" sz="1200" dirty="0">
                <a:solidFill>
                  <a:schemeClr val="folHlink"/>
                </a:solidFill>
              </a:rPr>
              <a:t>《虚拟地理环境及其应用》</a:t>
            </a:r>
            <a:endParaRPr lang="zh-CN" altLang="en-US" sz="1200" dirty="0">
              <a:solidFill>
                <a:schemeClr val="folHlink"/>
              </a:solidFill>
            </a:endParaRPr>
          </a:p>
        </p:txBody>
      </p:sp>
      <p:sp>
        <p:nvSpPr>
          <p:cNvPr id="115714" name="Rectangle 2"/>
          <p:cNvSpPr/>
          <p:nvPr/>
        </p:nvSpPr>
        <p:spPr>
          <a:xfrm>
            <a:off x="611188" y="1989138"/>
            <a:ext cx="8172450" cy="4111625"/>
          </a:xfrm>
          <a:prstGeom prst="rect">
            <a:avLst/>
          </a:prstGeom>
          <a:noFill/>
          <a:ln w="9525">
            <a:noFill/>
          </a:ln>
        </p:spPr>
        <p:txBody>
          <a:bodyPr anchor="ctr" anchorCtr="0">
            <a:spAutoFit/>
          </a:bodyPr>
          <a:p>
            <a:pPr indent="276225" eaLnBrk="1" hangingPunct="1"/>
            <a:r>
              <a:rPr lang="en-US" altLang="zh-CN" sz="2200" b="1" dirty="0">
                <a:latin typeface="Times New Roman" panose="02020603050405020304" pitchFamily="18" charset="0"/>
              </a:rPr>
              <a:t>Material</a:t>
            </a:r>
            <a:r>
              <a:rPr lang="zh-CN" altLang="en-US" sz="2200" b="1" dirty="0">
                <a:latin typeface="Times New Roman" panose="02020603050405020304" pitchFamily="18" charset="0"/>
              </a:rPr>
              <a:t>节点用于控制几何对象的表面属性，例如表面的颜色、透明度和发光性等。</a:t>
            </a:r>
            <a:endParaRPr lang="zh-CN" altLang="en-US" sz="2200" b="1" dirty="0">
              <a:latin typeface="Times New Roman" panose="02020603050405020304" pitchFamily="18" charset="0"/>
            </a:endParaRPr>
          </a:p>
          <a:p>
            <a:pPr indent="276225" eaLnBrk="1" hangingPunct="1"/>
            <a:r>
              <a:rPr lang="en-US" altLang="zh-CN" sz="2200" b="1" dirty="0">
                <a:latin typeface="Times New Roman" panose="02020603050405020304" pitchFamily="18" charset="0"/>
              </a:rPr>
              <a:t>Material  Node  Syntax  </a:t>
            </a:r>
            <a:endParaRPr lang="en-US" altLang="zh-CN" sz="2200" b="1" dirty="0">
              <a:latin typeface="Times New Roman" panose="02020603050405020304" pitchFamily="18" charset="0"/>
            </a:endParaRPr>
          </a:p>
          <a:p>
            <a:pPr indent="276225" eaLnBrk="1" hangingPunct="1"/>
            <a:r>
              <a:rPr lang="en-US" altLang="zh-CN" sz="2200" b="1" dirty="0">
                <a:latin typeface="Times New Roman" panose="02020603050405020304" pitchFamily="18" charset="0"/>
              </a:rPr>
              <a:t>  Material  {</a:t>
            </a:r>
            <a:endParaRPr lang="en-US" altLang="zh-CN" sz="2200" b="1" dirty="0">
              <a:latin typeface="Times New Roman" panose="02020603050405020304" pitchFamily="18" charset="0"/>
            </a:endParaRPr>
          </a:p>
          <a:p>
            <a:pPr indent="276225" eaLnBrk="1" hangingPunct="1"/>
            <a:r>
              <a:rPr lang="en-US" altLang="zh-CN" sz="2200" b="1" dirty="0">
                <a:latin typeface="Times New Roman" panose="02020603050405020304" pitchFamily="18" charset="0"/>
              </a:rPr>
              <a:t>     Exposedfield    SFFloat    ambientintensity     0.2          #  [0, 1]</a:t>
            </a:r>
            <a:endParaRPr lang="en-US" altLang="zh-CN" sz="2200" b="1" dirty="0">
              <a:latin typeface="Times New Roman" panose="02020603050405020304" pitchFamily="18" charset="0"/>
            </a:endParaRPr>
          </a:p>
          <a:p>
            <a:pPr indent="276225" eaLnBrk="1" hangingPunct="1"/>
            <a:r>
              <a:rPr lang="en-US" altLang="zh-CN" sz="2200" b="1" dirty="0">
                <a:latin typeface="Times New Roman" panose="02020603050405020304" pitchFamily="18" charset="0"/>
              </a:rPr>
              <a:t>     Exposedfield    SFColor    diffusecolor         0.8 0.8 0.8   #  [0, 1]</a:t>
            </a:r>
            <a:endParaRPr lang="en-US" altLang="zh-CN" sz="2200" b="1" dirty="0">
              <a:latin typeface="Times New Roman" panose="02020603050405020304" pitchFamily="18" charset="0"/>
            </a:endParaRPr>
          </a:p>
          <a:p>
            <a:pPr indent="276225" eaLnBrk="1" hangingPunct="1"/>
            <a:r>
              <a:rPr lang="en-US" altLang="zh-CN" sz="2200" b="1" dirty="0">
                <a:latin typeface="Times New Roman" panose="02020603050405020304" pitchFamily="18" charset="0"/>
              </a:rPr>
              <a:t>     Exposedfield    SFColor    emissivecolor        0.8 0.8 0.8   #  [0, 1]</a:t>
            </a:r>
            <a:endParaRPr lang="en-US" altLang="zh-CN" sz="2200" b="1" dirty="0">
              <a:latin typeface="Times New Roman" panose="02020603050405020304" pitchFamily="18" charset="0"/>
            </a:endParaRPr>
          </a:p>
          <a:p>
            <a:pPr indent="276225" eaLnBrk="1" hangingPunct="1"/>
            <a:r>
              <a:rPr lang="en-US" altLang="zh-CN" sz="2200" b="1" dirty="0">
                <a:latin typeface="Times New Roman" panose="02020603050405020304" pitchFamily="18" charset="0"/>
              </a:rPr>
              <a:t>     Exposedfield    SFFloat    shininess            0.2          #  [0, 1]</a:t>
            </a:r>
            <a:endParaRPr lang="en-US" altLang="zh-CN" sz="2200" b="1" dirty="0">
              <a:latin typeface="Times New Roman" panose="02020603050405020304" pitchFamily="18" charset="0"/>
            </a:endParaRPr>
          </a:p>
          <a:p>
            <a:pPr indent="276225" eaLnBrk="1" hangingPunct="1"/>
            <a:r>
              <a:rPr lang="en-US" altLang="zh-CN" sz="2200" b="1" dirty="0">
                <a:latin typeface="Times New Roman" panose="02020603050405020304" pitchFamily="18" charset="0"/>
              </a:rPr>
              <a:t>     Exposedfield    SFColor    specularcolor        0  0  0    #  [0, 1]</a:t>
            </a:r>
            <a:endParaRPr lang="en-US" altLang="zh-CN" sz="2200" b="1" dirty="0">
              <a:latin typeface="Times New Roman" panose="02020603050405020304" pitchFamily="18" charset="0"/>
            </a:endParaRPr>
          </a:p>
          <a:p>
            <a:pPr indent="276225" eaLnBrk="1" hangingPunct="1"/>
            <a:r>
              <a:rPr lang="en-US" altLang="zh-CN" sz="2200" b="1" dirty="0">
                <a:latin typeface="Times New Roman" panose="02020603050405020304" pitchFamily="18" charset="0"/>
              </a:rPr>
              <a:t>     Exposedfield    SFFloat    transparency            0          #  [0, 1]</a:t>
            </a:r>
            <a:endParaRPr lang="en-US" altLang="zh-CN" sz="2200" b="1" dirty="0">
              <a:latin typeface="Times New Roman" panose="02020603050405020304" pitchFamily="18" charset="0"/>
            </a:endParaRPr>
          </a:p>
          <a:p>
            <a:pPr indent="276225" eaLnBrk="1" hangingPunct="1"/>
            <a:r>
              <a:rPr lang="en-US" altLang="zh-CN" sz="2200" b="1" dirty="0">
                <a:latin typeface="Times New Roman" panose="02020603050405020304" pitchFamily="18" charset="0"/>
              </a:rPr>
              <a:t>         }</a:t>
            </a:r>
            <a:endParaRPr lang="en-US" altLang="zh-CN" sz="2200" b="1" dirty="0">
              <a:latin typeface="Times New Roman" panose="02020603050405020304" pitchFamily="18" charset="0"/>
            </a:endParaRPr>
          </a:p>
        </p:txBody>
      </p:sp>
      <p:sp>
        <p:nvSpPr>
          <p:cNvPr id="102404" name="Rectangle 3"/>
          <p:cNvSpPr/>
          <p:nvPr/>
        </p:nvSpPr>
        <p:spPr>
          <a:xfrm>
            <a:off x="1403350" y="981075"/>
            <a:ext cx="3348038" cy="457200"/>
          </a:xfrm>
          <a:prstGeom prst="rect">
            <a:avLst/>
          </a:prstGeom>
          <a:noFill/>
          <a:ln w="9525">
            <a:noFill/>
          </a:ln>
        </p:spPr>
        <p:txBody>
          <a:bodyPr wrap="none">
            <a:spAutoFit/>
          </a:bodyPr>
          <a:p>
            <a:pPr eaLnBrk="1" hangingPunct="1"/>
            <a:r>
              <a:rPr lang="zh-CN" altLang="en-US" b="1" dirty="0">
                <a:latin typeface="Times New Roman" panose="02020603050405020304" pitchFamily="18" charset="0"/>
              </a:rPr>
              <a:t>二、材料节点--</a:t>
            </a:r>
            <a:r>
              <a:rPr lang="en-US" altLang="zh-CN" b="1" dirty="0">
                <a:latin typeface="Times New Roman" panose="02020603050405020304" pitchFamily="18" charset="0"/>
              </a:rPr>
              <a:t>Material</a:t>
            </a:r>
            <a:endParaRPr lang="en-US" altLang="zh-CN" b="1" dirty="0">
              <a:latin typeface="Times New Roman" panose="02020603050405020304" pitchFamily="18" charset="0"/>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499"/>
                                          </p:stCondLst>
                                        </p:cTn>
                                        <p:tgtEl>
                                          <p:spTgt spid="1157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714"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3426" name="页脚占位符 1"/>
          <p:cNvSpPr txBox="1">
            <a:spLocks noGrp="1"/>
          </p:cNvSpPr>
          <p:nvPr>
            <p:ph type="ftr" sz="quarter" idx="3"/>
          </p:nvPr>
        </p:nvSpPr>
        <p:spPr>
          <a:xfrm>
            <a:off x="3733800" y="6570663"/>
            <a:ext cx="2590800" cy="280987"/>
          </a:xfrm>
          <a:ln/>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r>
              <a:rPr lang="zh-CN" altLang="en-US" sz="1200" dirty="0">
                <a:solidFill>
                  <a:schemeClr val="folHlink"/>
                </a:solidFill>
              </a:rPr>
              <a:t>《虚拟地理环境及其应用》</a:t>
            </a:r>
            <a:endParaRPr lang="zh-CN" altLang="en-US" sz="1200" dirty="0">
              <a:solidFill>
                <a:schemeClr val="folHlink"/>
              </a:solidFill>
            </a:endParaRPr>
          </a:p>
        </p:txBody>
      </p:sp>
      <p:sp>
        <p:nvSpPr>
          <p:cNvPr id="116738" name="Rectangle 2"/>
          <p:cNvSpPr/>
          <p:nvPr/>
        </p:nvSpPr>
        <p:spPr>
          <a:xfrm>
            <a:off x="1042988" y="2182813"/>
            <a:ext cx="7705725" cy="3814762"/>
          </a:xfrm>
          <a:prstGeom prst="rect">
            <a:avLst/>
          </a:prstGeom>
          <a:noFill/>
          <a:ln w="9525">
            <a:noFill/>
          </a:ln>
        </p:spPr>
        <p:txBody>
          <a:bodyPr anchor="ctr" anchorCtr="0">
            <a:spAutoFit/>
          </a:bodyPr>
          <a:p>
            <a:pPr indent="276225" eaLnBrk="1" hangingPunct="1"/>
            <a:r>
              <a:rPr lang="zh-CN" altLang="en-US" sz="1800" b="1" dirty="0">
                <a:latin typeface="Times New Roman" panose="02020603050405020304" pitchFamily="18" charset="0"/>
              </a:rPr>
              <a:t>字段说明：</a:t>
            </a:r>
            <a:endParaRPr lang="zh-CN" altLang="en-US" sz="1800" b="1" dirty="0">
              <a:latin typeface="Times New Roman" panose="02020603050405020304" pitchFamily="18" charset="0"/>
            </a:endParaRPr>
          </a:p>
          <a:p>
            <a:pPr indent="276225" eaLnBrk="1" hangingPunct="1"/>
            <a:r>
              <a:rPr lang="en-US" altLang="zh-CN" sz="1800" b="1" dirty="0">
                <a:latin typeface="Times New Roman" panose="02020603050405020304" pitchFamily="18" charset="0"/>
              </a:rPr>
              <a:t>ambientintensity   </a:t>
            </a:r>
            <a:r>
              <a:rPr lang="zh-CN" altLang="en-US" sz="1800" b="1" dirty="0">
                <a:latin typeface="Times New Roman" panose="02020603050405020304" pitchFamily="18" charset="0"/>
              </a:rPr>
              <a:t>该字段控制物体表面将反射多少来自光源的四周光线。默认值为0.2</a:t>
            </a:r>
            <a:endParaRPr lang="zh-CN" altLang="en-US" sz="1800" b="1" dirty="0">
              <a:latin typeface="Times New Roman" panose="02020603050405020304" pitchFamily="18" charset="0"/>
            </a:endParaRPr>
          </a:p>
          <a:p>
            <a:pPr indent="276225" eaLnBrk="1" hangingPunct="1"/>
            <a:r>
              <a:rPr lang="en-US" altLang="zh-CN" sz="1800" b="1" dirty="0">
                <a:latin typeface="Times New Roman" panose="02020603050405020304" pitchFamily="18" charset="0"/>
              </a:rPr>
              <a:t>diffusecolor       </a:t>
            </a:r>
            <a:r>
              <a:rPr lang="zh-CN" altLang="en-US" sz="1800" b="1" dirty="0">
                <a:latin typeface="Times New Roman" panose="02020603050405020304" pitchFamily="18" charset="0"/>
              </a:rPr>
              <a:t>该字段的颜色是漫反射出来的，它漫反射所有的光线，反射的角度是物体表面关于光源的角度。角度越直接面对光线，越多的光线被反射。默认值是（0.8 0.8 0.8 ）</a:t>
            </a:r>
            <a:endParaRPr lang="zh-CN" altLang="en-US" sz="1800" b="1" dirty="0">
              <a:latin typeface="Times New Roman" panose="02020603050405020304" pitchFamily="18" charset="0"/>
            </a:endParaRPr>
          </a:p>
          <a:p>
            <a:pPr indent="276225" eaLnBrk="1" hangingPunct="1"/>
            <a:r>
              <a:rPr lang="en-US" altLang="zh-CN" sz="1800" b="1" dirty="0">
                <a:latin typeface="Times New Roman" panose="02020603050405020304" pitchFamily="18" charset="0"/>
              </a:rPr>
              <a:t>emissivecolor     </a:t>
            </a:r>
            <a:r>
              <a:rPr lang="zh-CN" altLang="en-US" sz="1800" b="1" dirty="0">
                <a:latin typeface="Times New Roman" panose="02020603050405020304" pitchFamily="18" charset="0"/>
              </a:rPr>
              <a:t>该字段的颜色是由物体本身发射出来的，物体本身像是个发光体。</a:t>
            </a:r>
            <a:endParaRPr lang="zh-CN" altLang="en-US" sz="1800" b="1" dirty="0">
              <a:latin typeface="Times New Roman" panose="02020603050405020304" pitchFamily="18" charset="0"/>
            </a:endParaRPr>
          </a:p>
          <a:p>
            <a:pPr indent="276225" eaLnBrk="1" hangingPunct="1"/>
            <a:r>
              <a:rPr lang="en-US" altLang="zh-CN" sz="1800" b="1" dirty="0">
                <a:latin typeface="Times New Roman" panose="02020603050405020304" pitchFamily="18" charset="0"/>
              </a:rPr>
              <a:t>shinining         </a:t>
            </a:r>
            <a:r>
              <a:rPr lang="zh-CN" altLang="en-US" sz="1800" b="1" dirty="0">
                <a:latin typeface="Times New Roman" panose="02020603050405020304" pitchFamily="18" charset="0"/>
              </a:rPr>
              <a:t>控制物体表面的发光度，其值从漫反射表面的0.0到高度抛光表面的1.0， 默认值为0.2。</a:t>
            </a:r>
            <a:endParaRPr lang="zh-CN" altLang="en-US" sz="1800" b="1" dirty="0">
              <a:latin typeface="Times New Roman" panose="02020603050405020304" pitchFamily="18" charset="0"/>
            </a:endParaRPr>
          </a:p>
          <a:p>
            <a:pPr indent="276225" eaLnBrk="1" hangingPunct="1"/>
            <a:r>
              <a:rPr lang="en-US" altLang="zh-CN" sz="1800" b="1" dirty="0">
                <a:latin typeface="Times New Roman" panose="02020603050405020304" pitchFamily="18" charset="0"/>
              </a:rPr>
              <a:t>specularcolor     </a:t>
            </a:r>
            <a:r>
              <a:rPr lang="zh-CN" altLang="en-US" sz="1800" b="1" dirty="0">
                <a:latin typeface="Times New Roman" panose="02020603050405020304" pitchFamily="18" charset="0"/>
              </a:rPr>
              <a:t>指明物体镜面反射光的颜色，默认值为（0 0 0）</a:t>
            </a:r>
            <a:endParaRPr lang="zh-CN" altLang="en-US" sz="1800" b="1" dirty="0">
              <a:latin typeface="Times New Roman" panose="02020603050405020304" pitchFamily="18" charset="0"/>
            </a:endParaRPr>
          </a:p>
          <a:p>
            <a:pPr indent="276225" eaLnBrk="1" hangingPunct="1"/>
            <a:r>
              <a:rPr lang="en-US" altLang="zh-CN" sz="1800" b="1" dirty="0">
                <a:latin typeface="Times New Roman" panose="02020603050405020304" pitchFamily="18" charset="0"/>
              </a:rPr>
              <a:t>transparency      </a:t>
            </a:r>
            <a:r>
              <a:rPr lang="zh-CN" altLang="en-US" sz="1800" b="1" dirty="0">
                <a:latin typeface="Times New Roman" panose="02020603050405020304" pitchFamily="18" charset="0"/>
              </a:rPr>
              <a:t>控制对象的透明度，默认值为0。</a:t>
            </a:r>
            <a:endParaRPr lang="zh-CN" altLang="en-US" sz="1800" b="1" dirty="0">
              <a:latin typeface="Times New Roman" panose="02020603050405020304" pitchFamily="18" charset="0"/>
            </a:endParaRPr>
          </a:p>
          <a:p>
            <a:pPr indent="276225" eaLnBrk="1" hangingPunct="1"/>
            <a:r>
              <a:rPr lang="zh-CN" altLang="en-US" sz="2800" b="1" dirty="0">
                <a:latin typeface="宋体" panose="02010600030101010101" pitchFamily="2" charset="-122"/>
              </a:rPr>
              <a:t>示例5-2</a:t>
            </a:r>
            <a:endParaRPr lang="zh-CN" altLang="en-US" sz="2800" b="1" dirty="0">
              <a:latin typeface="宋体" panose="02010600030101010101" pitchFamily="2" charset="-122"/>
            </a:endParaRPr>
          </a:p>
        </p:txBody>
      </p:sp>
      <p:sp>
        <p:nvSpPr>
          <p:cNvPr id="103428" name="Rectangle 3"/>
          <p:cNvSpPr/>
          <p:nvPr/>
        </p:nvSpPr>
        <p:spPr>
          <a:xfrm>
            <a:off x="1403350" y="765175"/>
            <a:ext cx="3313113" cy="457200"/>
          </a:xfrm>
          <a:prstGeom prst="rect">
            <a:avLst/>
          </a:prstGeom>
          <a:noFill/>
          <a:ln w="9525">
            <a:noFill/>
          </a:ln>
        </p:spPr>
        <p:txBody>
          <a:bodyPr>
            <a:spAutoFit/>
          </a:bodyPr>
          <a:p>
            <a:pPr eaLnBrk="1" hangingPunct="1"/>
            <a:r>
              <a:rPr lang="zh-CN" altLang="en-US" b="1" dirty="0">
                <a:latin typeface="Times New Roman" panose="02020603050405020304" pitchFamily="18" charset="0"/>
              </a:rPr>
              <a:t>材料节点--</a:t>
            </a:r>
            <a:r>
              <a:rPr lang="en-US" altLang="zh-CN" b="1" dirty="0">
                <a:latin typeface="Times New Roman" panose="02020603050405020304" pitchFamily="18" charset="0"/>
              </a:rPr>
              <a:t>Material</a:t>
            </a:r>
            <a:endParaRPr lang="en-US" altLang="zh-CN" b="1" dirty="0">
              <a:latin typeface="Times New Roman" panose="02020603050405020304" pitchFamily="18" charset="0"/>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nodeType="afterEffect">
                                  <p:stCondLst>
                                    <p:cond delay="0"/>
                                  </p:stCondLst>
                                  <p:childTnLst>
                                    <p:set>
                                      <p:cBhvr>
                                        <p:cTn id="6" dur="1" fill="hold">
                                          <p:stCondLst>
                                            <p:cond delay="0"/>
                                          </p:stCondLst>
                                        </p:cTn>
                                        <p:tgtEl>
                                          <p:spTgt spid="116738"/>
                                        </p:tgtEl>
                                        <p:attrNameLst>
                                          <p:attrName>style.visibility</p:attrName>
                                        </p:attrNameLst>
                                      </p:cBhvr>
                                      <p:to>
                                        <p:strVal val="visible"/>
                                      </p:to>
                                    </p:set>
                                    <p:animEffect transition="in" filter="slide(fromBottom)">
                                      <p:cBhvr>
                                        <p:cTn id="7" dur="500"/>
                                        <p:tgtEl>
                                          <p:spTgt spid="1167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738"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4450" name="页脚占位符 1"/>
          <p:cNvSpPr txBox="1">
            <a:spLocks noGrp="1"/>
          </p:cNvSpPr>
          <p:nvPr>
            <p:ph type="ftr" sz="quarter" idx="3"/>
          </p:nvPr>
        </p:nvSpPr>
        <p:spPr>
          <a:xfrm>
            <a:off x="3733800" y="6570663"/>
            <a:ext cx="2590800" cy="280987"/>
          </a:xfrm>
          <a:ln/>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r>
              <a:rPr lang="zh-CN" altLang="en-US" sz="1200" dirty="0">
                <a:solidFill>
                  <a:schemeClr val="folHlink"/>
                </a:solidFill>
              </a:rPr>
              <a:t>《虚拟地理环境及其应用》</a:t>
            </a:r>
            <a:endParaRPr lang="zh-CN" altLang="en-US" sz="1200" dirty="0">
              <a:solidFill>
                <a:schemeClr val="folHlink"/>
              </a:solidFill>
            </a:endParaRPr>
          </a:p>
        </p:txBody>
      </p:sp>
      <p:sp>
        <p:nvSpPr>
          <p:cNvPr id="117762" name="Rectangle 2"/>
          <p:cNvSpPr/>
          <p:nvPr/>
        </p:nvSpPr>
        <p:spPr>
          <a:xfrm>
            <a:off x="1116013" y="2014538"/>
            <a:ext cx="7848600" cy="4203700"/>
          </a:xfrm>
          <a:prstGeom prst="rect">
            <a:avLst/>
          </a:prstGeom>
          <a:noFill/>
          <a:ln w="9525">
            <a:noFill/>
          </a:ln>
        </p:spPr>
        <p:txBody>
          <a:bodyPr anchor="ctr" anchorCtr="0">
            <a:spAutoFit/>
          </a:bodyPr>
          <a:p>
            <a:pPr indent="276225" eaLnBrk="1" hangingPunct="1"/>
            <a:r>
              <a:rPr lang="en-US" altLang="zh-CN" sz="2200" b="1" dirty="0">
                <a:latin typeface="Times New Roman" panose="02020603050405020304" pitchFamily="18" charset="0"/>
              </a:rPr>
              <a:t>Imagetexture</a:t>
            </a:r>
            <a:r>
              <a:rPr lang="zh-CN" altLang="en-US" sz="2200" b="1" dirty="0">
                <a:latin typeface="Times New Roman" panose="02020603050405020304" pitchFamily="18" charset="0"/>
              </a:rPr>
              <a:t>节点是</a:t>
            </a:r>
            <a:r>
              <a:rPr lang="en-US" altLang="zh-CN" sz="2200" b="1" dirty="0">
                <a:latin typeface="Times New Roman" panose="02020603050405020304" pitchFamily="18" charset="0"/>
              </a:rPr>
              <a:t>Appearance</a:t>
            </a:r>
            <a:r>
              <a:rPr lang="zh-CN" altLang="en-US" sz="2200" b="1" dirty="0">
                <a:latin typeface="Times New Roman" panose="02020603050405020304" pitchFamily="18" charset="0"/>
              </a:rPr>
              <a:t>节点中的</a:t>
            </a:r>
            <a:r>
              <a:rPr lang="en-US" altLang="zh-CN" sz="2200" b="1" dirty="0">
                <a:latin typeface="Times New Roman" panose="02020603050405020304" pitchFamily="18" charset="0"/>
              </a:rPr>
              <a:t>texture</a:t>
            </a:r>
            <a:r>
              <a:rPr lang="zh-CN" altLang="en-US" sz="2200" b="1" dirty="0">
                <a:latin typeface="Times New Roman" panose="02020603050405020304" pitchFamily="18" charset="0"/>
              </a:rPr>
              <a:t>字段的节点之一，用于在几何对象的表面粘贴上图片作为这个对象的外观，例如，用</a:t>
            </a:r>
            <a:r>
              <a:rPr lang="en-US" altLang="zh-CN" sz="2200" b="1" dirty="0">
                <a:latin typeface="Times New Roman" panose="02020603050405020304" pitchFamily="18" charset="0"/>
              </a:rPr>
              <a:t>box</a:t>
            </a:r>
            <a:r>
              <a:rPr lang="zh-CN" altLang="en-US" sz="2200" b="1" dirty="0">
                <a:latin typeface="Times New Roman" panose="02020603050405020304" pitchFamily="18" charset="0"/>
              </a:rPr>
              <a:t>节点画出一面墙，如果想使这面墙更具真实性，可以用</a:t>
            </a:r>
            <a:r>
              <a:rPr lang="en-US" altLang="zh-CN" sz="2200" b="1" dirty="0">
                <a:latin typeface="Times New Roman" panose="02020603050405020304" pitchFamily="18" charset="0"/>
              </a:rPr>
              <a:t>Imagetexture</a:t>
            </a:r>
            <a:r>
              <a:rPr lang="zh-CN" altLang="en-US" sz="2200" b="1" dirty="0">
                <a:latin typeface="Times New Roman" panose="02020603050405020304" pitchFamily="18" charset="0"/>
              </a:rPr>
              <a:t>节点，将砖墙的图片粘贴在这个对象的表面。贴上的图片是一个二维图片，它的扩张方向是0—1，不管是在水平（</a:t>
            </a:r>
            <a:r>
              <a:rPr lang="en-US" altLang="zh-CN" sz="2200" b="1" dirty="0">
                <a:latin typeface="Times New Roman" panose="02020603050405020304" pitchFamily="18" charset="0"/>
              </a:rPr>
              <a:t>S）</a:t>
            </a:r>
            <a:r>
              <a:rPr lang="zh-CN" altLang="en-US" sz="2200" b="1" dirty="0">
                <a:latin typeface="Times New Roman" panose="02020603050405020304" pitchFamily="18" charset="0"/>
              </a:rPr>
              <a:t>方向还是垂直（</a:t>
            </a:r>
            <a:r>
              <a:rPr lang="en-US" altLang="zh-CN" sz="2200" b="1" dirty="0">
                <a:latin typeface="Times New Roman" panose="02020603050405020304" pitchFamily="18" charset="0"/>
              </a:rPr>
              <a:t>T）</a:t>
            </a:r>
            <a:r>
              <a:rPr lang="zh-CN" altLang="en-US" sz="2200" b="1" dirty="0">
                <a:latin typeface="Times New Roman" panose="02020603050405020304" pitchFamily="18" charset="0"/>
              </a:rPr>
              <a:t>方向。</a:t>
            </a:r>
            <a:endParaRPr lang="zh-CN" altLang="en-US" sz="2200" b="1" dirty="0">
              <a:latin typeface="Times New Roman" panose="02020603050405020304" pitchFamily="18" charset="0"/>
            </a:endParaRPr>
          </a:p>
          <a:p>
            <a:pPr indent="276225" eaLnBrk="1" hangingPunct="1"/>
            <a:r>
              <a:rPr lang="zh-CN" altLang="en-US" sz="2200" b="1" dirty="0">
                <a:latin typeface="Times New Roman" panose="02020603050405020304" pitchFamily="18" charset="0"/>
              </a:rPr>
              <a:t>  </a:t>
            </a:r>
            <a:r>
              <a:rPr lang="en-US" altLang="zh-CN" sz="2200" b="1" dirty="0">
                <a:latin typeface="Times New Roman" panose="02020603050405020304" pitchFamily="18" charset="0"/>
              </a:rPr>
              <a:t>Imagetexture  Node  Syntax  </a:t>
            </a:r>
            <a:endParaRPr lang="en-US" altLang="zh-CN" sz="2200" b="1" dirty="0">
              <a:latin typeface="Times New Roman" panose="02020603050405020304" pitchFamily="18" charset="0"/>
            </a:endParaRPr>
          </a:p>
          <a:p>
            <a:pPr indent="276225" eaLnBrk="1" hangingPunct="1"/>
            <a:r>
              <a:rPr lang="en-US" altLang="zh-CN" sz="2200" b="1" dirty="0">
                <a:latin typeface="Times New Roman" panose="02020603050405020304" pitchFamily="18" charset="0"/>
              </a:rPr>
              <a:t>Imagetexture   {</a:t>
            </a:r>
            <a:endParaRPr lang="en-US" altLang="zh-CN" sz="2200" b="1" dirty="0">
              <a:latin typeface="Times New Roman" panose="02020603050405020304" pitchFamily="18" charset="0"/>
            </a:endParaRPr>
          </a:p>
          <a:p>
            <a:pPr indent="276225" eaLnBrk="1" hangingPunct="1"/>
            <a:r>
              <a:rPr lang="en-US" altLang="zh-CN" sz="2200" b="1" dirty="0">
                <a:latin typeface="Times New Roman" panose="02020603050405020304" pitchFamily="18" charset="0"/>
              </a:rPr>
              <a:t>         Exposedfield      MFString      url            [ ] </a:t>
            </a:r>
            <a:endParaRPr lang="en-US" altLang="zh-CN" sz="2200" b="1" dirty="0">
              <a:latin typeface="Times New Roman" panose="02020603050405020304" pitchFamily="18" charset="0"/>
            </a:endParaRPr>
          </a:p>
          <a:p>
            <a:pPr indent="276225" eaLnBrk="1" hangingPunct="1"/>
            <a:r>
              <a:rPr lang="en-US" altLang="zh-CN" sz="2200" b="1" dirty="0">
                <a:latin typeface="Times New Roman" panose="02020603050405020304" pitchFamily="18" charset="0"/>
              </a:rPr>
              <a:t>         Field            SFBool        repeats         TRUE</a:t>
            </a:r>
            <a:endParaRPr lang="en-US" altLang="zh-CN" sz="2200" b="1" dirty="0">
              <a:latin typeface="Times New Roman" panose="02020603050405020304" pitchFamily="18" charset="0"/>
            </a:endParaRPr>
          </a:p>
          <a:p>
            <a:pPr indent="276225" eaLnBrk="1" hangingPunct="1"/>
            <a:r>
              <a:rPr lang="en-US" altLang="zh-CN" sz="2200" b="1" dirty="0">
                <a:latin typeface="Times New Roman" panose="02020603050405020304" pitchFamily="18" charset="0"/>
              </a:rPr>
              <a:t>         Field            SFBool        repeatt          TRUE</a:t>
            </a:r>
            <a:endParaRPr lang="en-US" altLang="zh-CN" sz="2200" b="1" dirty="0">
              <a:latin typeface="Times New Roman" panose="02020603050405020304" pitchFamily="18" charset="0"/>
            </a:endParaRPr>
          </a:p>
          <a:p>
            <a:pPr indent="276225" eaLnBrk="1" hangingPunct="1"/>
            <a:r>
              <a:rPr lang="en-US" altLang="zh-CN" sz="2200" b="1" dirty="0">
                <a:latin typeface="Times New Roman" panose="02020603050405020304" pitchFamily="18" charset="0"/>
              </a:rPr>
              <a:t>              }                                                 </a:t>
            </a:r>
            <a:r>
              <a:rPr lang="zh-CN" altLang="en-US" sz="2800" b="1" dirty="0">
                <a:latin typeface="宋体" panose="02010600030101010101" pitchFamily="2" charset="-122"/>
              </a:rPr>
              <a:t>示例5-3</a:t>
            </a:r>
            <a:endParaRPr lang="en-US" altLang="zh-CN" sz="2800" b="1" dirty="0">
              <a:latin typeface="宋体" panose="02010600030101010101" pitchFamily="2" charset="-122"/>
            </a:endParaRPr>
          </a:p>
        </p:txBody>
      </p:sp>
      <p:sp>
        <p:nvSpPr>
          <p:cNvPr id="104452" name="Rectangle 3"/>
          <p:cNvSpPr/>
          <p:nvPr/>
        </p:nvSpPr>
        <p:spPr>
          <a:xfrm>
            <a:off x="1331913" y="765175"/>
            <a:ext cx="5788025" cy="457200"/>
          </a:xfrm>
          <a:prstGeom prst="rect">
            <a:avLst/>
          </a:prstGeom>
          <a:noFill/>
          <a:ln w="9525">
            <a:noFill/>
          </a:ln>
        </p:spPr>
        <p:txBody>
          <a:bodyPr wrap="none">
            <a:spAutoFit/>
          </a:bodyPr>
          <a:p>
            <a:pPr eaLnBrk="1" hangingPunct="1"/>
            <a:r>
              <a:rPr lang="zh-CN" altLang="en-US" b="1" dirty="0">
                <a:latin typeface="Times New Roman" panose="02020603050405020304" pitchFamily="18" charset="0"/>
              </a:rPr>
              <a:t>三、图片型的表面材质节点--</a:t>
            </a:r>
            <a:r>
              <a:rPr lang="en-US" altLang="zh-CN" b="1" dirty="0">
                <a:latin typeface="Times New Roman" panose="02020603050405020304" pitchFamily="18" charset="0"/>
              </a:rPr>
              <a:t>Imagetexture</a:t>
            </a:r>
            <a:endParaRPr lang="en-US" altLang="zh-CN" b="1" dirty="0">
              <a:latin typeface="Times New Roman" panose="02020603050405020304" pitchFamily="18" charset="0"/>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117762"/>
                                        </p:tgtEl>
                                        <p:attrNameLst>
                                          <p:attrName>style.visibility</p:attrName>
                                        </p:attrNameLst>
                                      </p:cBhvr>
                                      <p:to>
                                        <p:strVal val="visible"/>
                                      </p:to>
                                    </p:set>
                                    <p:animEffect transition="in" filter="dissolve">
                                      <p:cBhvr>
                                        <p:cTn id="7" dur="500"/>
                                        <p:tgtEl>
                                          <p:spTgt spid="1177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7762"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5474" name="页脚占位符 1"/>
          <p:cNvSpPr txBox="1">
            <a:spLocks noGrp="1"/>
          </p:cNvSpPr>
          <p:nvPr>
            <p:ph type="ftr" sz="quarter" idx="3"/>
          </p:nvPr>
        </p:nvSpPr>
        <p:spPr>
          <a:xfrm>
            <a:off x="3733800" y="6570663"/>
            <a:ext cx="2590800" cy="280987"/>
          </a:xfrm>
          <a:ln/>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r>
              <a:rPr lang="zh-CN" altLang="en-US" sz="1200" dirty="0">
                <a:solidFill>
                  <a:schemeClr val="folHlink"/>
                </a:solidFill>
              </a:rPr>
              <a:t>《虚拟地理环境及其应用》</a:t>
            </a:r>
            <a:endParaRPr lang="zh-CN" altLang="en-US" sz="1200" dirty="0">
              <a:solidFill>
                <a:schemeClr val="folHlink"/>
              </a:solidFill>
            </a:endParaRPr>
          </a:p>
        </p:txBody>
      </p:sp>
      <p:sp>
        <p:nvSpPr>
          <p:cNvPr id="118786" name="Rectangle 2"/>
          <p:cNvSpPr/>
          <p:nvPr/>
        </p:nvSpPr>
        <p:spPr>
          <a:xfrm>
            <a:off x="1116013" y="2060575"/>
            <a:ext cx="7488237" cy="3776663"/>
          </a:xfrm>
          <a:prstGeom prst="rect">
            <a:avLst/>
          </a:prstGeom>
          <a:noFill/>
          <a:ln w="9525">
            <a:noFill/>
          </a:ln>
        </p:spPr>
        <p:txBody>
          <a:bodyPr anchor="ctr" anchorCtr="0">
            <a:spAutoFit/>
          </a:bodyPr>
          <a:p>
            <a:pPr indent="276225" eaLnBrk="1" hangingPunct="1"/>
            <a:r>
              <a:rPr lang="zh-CN" altLang="en-US" sz="2200" b="1" dirty="0">
                <a:latin typeface="Times New Roman" panose="02020603050405020304" pitchFamily="18" charset="0"/>
              </a:rPr>
              <a:t>字段说明：</a:t>
            </a:r>
            <a:endParaRPr lang="zh-CN" altLang="en-US" sz="2200" b="1" dirty="0">
              <a:latin typeface="Times New Roman" panose="02020603050405020304" pitchFamily="18" charset="0"/>
            </a:endParaRPr>
          </a:p>
          <a:p>
            <a:pPr indent="276225" eaLnBrk="1" hangingPunct="1"/>
            <a:r>
              <a:rPr lang="en-US" altLang="zh-CN" sz="2200" b="1" dirty="0">
                <a:latin typeface="Times New Roman" panose="02020603050405020304" pitchFamily="18" charset="0"/>
              </a:rPr>
              <a:t>Url       </a:t>
            </a:r>
            <a:r>
              <a:rPr lang="zh-CN" altLang="en-US" sz="2200" b="1" dirty="0">
                <a:latin typeface="Times New Roman" panose="02020603050405020304" pitchFamily="18" charset="0"/>
              </a:rPr>
              <a:t>该图片用于粘贴图片的文件名及来源位置，图片的格式可以是</a:t>
            </a:r>
            <a:r>
              <a:rPr lang="en-US" altLang="zh-CN" sz="2200" b="1" dirty="0">
                <a:latin typeface="Times New Roman" panose="02020603050405020304" pitchFamily="18" charset="0"/>
              </a:rPr>
              <a:t>JPEG、PNG</a:t>
            </a:r>
            <a:r>
              <a:rPr lang="zh-CN" altLang="en-US" sz="2200" b="1" dirty="0">
                <a:latin typeface="Times New Roman" panose="02020603050405020304" pitchFamily="18" charset="0"/>
              </a:rPr>
              <a:t>或</a:t>
            </a:r>
            <a:r>
              <a:rPr lang="en-US" altLang="zh-CN" sz="2200" b="1" dirty="0">
                <a:latin typeface="Times New Roman" panose="02020603050405020304" pitchFamily="18" charset="0"/>
              </a:rPr>
              <a:t>GIF</a:t>
            </a:r>
            <a:r>
              <a:rPr lang="zh-CN" altLang="en-US" sz="2200" b="1" dirty="0">
                <a:latin typeface="Times New Roman" panose="02020603050405020304" pitchFamily="18" charset="0"/>
              </a:rPr>
              <a:t>等图片格式。</a:t>
            </a:r>
            <a:endParaRPr lang="zh-CN" altLang="en-US" sz="2200" b="1" dirty="0">
              <a:latin typeface="Times New Roman" panose="02020603050405020304" pitchFamily="18" charset="0"/>
            </a:endParaRPr>
          </a:p>
          <a:p>
            <a:pPr indent="276225" eaLnBrk="1" hangingPunct="1"/>
            <a:r>
              <a:rPr lang="en-US" altLang="zh-CN" sz="2200" b="1" dirty="0">
                <a:latin typeface="Times New Roman" panose="02020603050405020304" pitchFamily="18" charset="0"/>
              </a:rPr>
              <a:t>Repeats   </a:t>
            </a:r>
            <a:r>
              <a:rPr lang="zh-CN" altLang="en-US" sz="2200" b="1" dirty="0">
                <a:latin typeface="Times New Roman" panose="02020603050405020304" pitchFamily="18" charset="0"/>
              </a:rPr>
              <a:t>该字段值是布尔值。如果是</a:t>
            </a:r>
            <a:r>
              <a:rPr lang="en-US" altLang="zh-CN" sz="2200" b="1" dirty="0">
                <a:latin typeface="Times New Roman" panose="02020603050405020304" pitchFamily="18" charset="0"/>
              </a:rPr>
              <a:t>TRUE，</a:t>
            </a:r>
            <a:r>
              <a:rPr lang="zh-CN" altLang="en-US" sz="2200" b="1" dirty="0">
                <a:latin typeface="Times New Roman" panose="02020603050405020304" pitchFamily="18" charset="0"/>
              </a:rPr>
              <a:t>粘贴图片会在水平方向（</a:t>
            </a:r>
            <a:r>
              <a:rPr lang="en-US" altLang="zh-CN" sz="2200" b="1" dirty="0">
                <a:latin typeface="Times New Roman" panose="02020603050405020304" pitchFamily="18" charset="0"/>
              </a:rPr>
              <a:t>S）</a:t>
            </a:r>
            <a:r>
              <a:rPr lang="zh-CN" altLang="en-US" sz="2200" b="1" dirty="0">
                <a:latin typeface="Times New Roman" panose="02020603050405020304" pitchFamily="18" charset="0"/>
              </a:rPr>
              <a:t>重复填满这个几何对象的表面到[0,1]的范围外，此为默认值。如果是</a:t>
            </a:r>
            <a:r>
              <a:rPr lang="en-US" altLang="zh-CN" sz="2200" b="1" dirty="0">
                <a:latin typeface="Times New Roman" panose="02020603050405020304" pitchFamily="18" charset="0"/>
              </a:rPr>
              <a:t>FALSE，</a:t>
            </a:r>
            <a:r>
              <a:rPr lang="zh-CN" altLang="en-US" sz="2200" b="1" dirty="0">
                <a:latin typeface="Times New Roman" panose="02020603050405020304" pitchFamily="18" charset="0"/>
              </a:rPr>
              <a:t>粘贴图片只会被限制在[0,1]的范围内，在水平方向重复填满几何对象的表面。</a:t>
            </a:r>
            <a:endParaRPr lang="zh-CN" altLang="en-US" sz="2200" b="1" dirty="0">
              <a:latin typeface="Times New Roman" panose="02020603050405020304" pitchFamily="18" charset="0"/>
            </a:endParaRPr>
          </a:p>
          <a:p>
            <a:pPr indent="276225" eaLnBrk="1" hangingPunct="1"/>
            <a:r>
              <a:rPr lang="en-US" altLang="zh-CN" sz="2200" b="1" dirty="0">
                <a:latin typeface="Times New Roman" panose="02020603050405020304" pitchFamily="18" charset="0"/>
              </a:rPr>
              <a:t>Repeatt    </a:t>
            </a:r>
            <a:r>
              <a:rPr lang="zh-CN" altLang="en-US" sz="2200" b="1" dirty="0">
                <a:latin typeface="Times New Roman" panose="02020603050405020304" pitchFamily="18" charset="0"/>
              </a:rPr>
              <a:t>该字段值是布尔值。如果是</a:t>
            </a:r>
            <a:r>
              <a:rPr lang="en-US" altLang="zh-CN" sz="2200" b="1" dirty="0">
                <a:latin typeface="Times New Roman" panose="02020603050405020304" pitchFamily="18" charset="0"/>
              </a:rPr>
              <a:t>TRUE，</a:t>
            </a:r>
            <a:r>
              <a:rPr lang="zh-CN" altLang="en-US" sz="2200" b="1" dirty="0">
                <a:latin typeface="Times New Roman" panose="02020603050405020304" pitchFamily="18" charset="0"/>
              </a:rPr>
              <a:t>粘贴图片会在垂直方向（</a:t>
            </a:r>
            <a:r>
              <a:rPr lang="en-US" altLang="zh-CN" sz="2200" b="1" dirty="0">
                <a:latin typeface="Times New Roman" panose="02020603050405020304" pitchFamily="18" charset="0"/>
              </a:rPr>
              <a:t>T）</a:t>
            </a:r>
            <a:r>
              <a:rPr lang="zh-CN" altLang="en-US" sz="2200" b="1" dirty="0">
                <a:latin typeface="Times New Roman" panose="02020603050405020304" pitchFamily="18" charset="0"/>
              </a:rPr>
              <a:t>重复填满这个几何对象的表面到[0,1]的范围外，此为默认值。如果是</a:t>
            </a:r>
            <a:r>
              <a:rPr lang="en-US" altLang="zh-CN" sz="2200" b="1" dirty="0">
                <a:latin typeface="Times New Roman" panose="02020603050405020304" pitchFamily="18" charset="0"/>
              </a:rPr>
              <a:t>FALSE，</a:t>
            </a:r>
            <a:r>
              <a:rPr lang="zh-CN" altLang="en-US" sz="2200" b="1" dirty="0">
                <a:latin typeface="Times New Roman" panose="02020603050405020304" pitchFamily="18" charset="0"/>
              </a:rPr>
              <a:t>粘贴图片只会被限制在[0,1]的范围内，在垂直方向重复填满几何对象的表面。</a:t>
            </a:r>
            <a:endParaRPr lang="zh-CN" altLang="en-US" sz="2200" b="1" dirty="0">
              <a:latin typeface="Times New Roman" panose="02020603050405020304" pitchFamily="18" charset="0"/>
            </a:endParaRPr>
          </a:p>
        </p:txBody>
      </p:sp>
      <p:sp>
        <p:nvSpPr>
          <p:cNvPr id="105476" name="Rectangle 3"/>
          <p:cNvSpPr/>
          <p:nvPr/>
        </p:nvSpPr>
        <p:spPr>
          <a:xfrm>
            <a:off x="1403350" y="908050"/>
            <a:ext cx="5178425" cy="457200"/>
          </a:xfrm>
          <a:prstGeom prst="rect">
            <a:avLst/>
          </a:prstGeom>
          <a:noFill/>
          <a:ln w="9525">
            <a:noFill/>
          </a:ln>
        </p:spPr>
        <p:txBody>
          <a:bodyPr wrap="none">
            <a:spAutoFit/>
          </a:bodyPr>
          <a:p>
            <a:pPr eaLnBrk="1" hangingPunct="1"/>
            <a:r>
              <a:rPr lang="zh-CN" altLang="en-US" b="1" dirty="0">
                <a:latin typeface="Times New Roman" panose="02020603050405020304" pitchFamily="18" charset="0"/>
              </a:rPr>
              <a:t>图片型的表面材质节点--</a:t>
            </a:r>
            <a:r>
              <a:rPr lang="en-US" altLang="zh-CN" b="1" dirty="0">
                <a:latin typeface="Times New Roman" panose="02020603050405020304" pitchFamily="18" charset="0"/>
              </a:rPr>
              <a:t>Imagetexture</a:t>
            </a:r>
            <a:endParaRPr lang="en-US" altLang="zh-CN" b="1" dirty="0">
              <a:latin typeface="Times New Roman" panose="02020603050405020304" pitchFamily="18" charset="0"/>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1" presetClass="entr" presetSubtype="0" fill="hold" nodeType="afterEffect">
                                  <p:stCondLst>
                                    <p:cond delay="0"/>
                                  </p:stCondLst>
                                  <p:childTnLst>
                                    <p:set>
                                      <p:cBhvr>
                                        <p:cTn id="6" dur="75">
                                          <p:stCondLst>
                                            <p:cond delay="0"/>
                                          </p:stCondLst>
                                        </p:cTn>
                                        <p:tgtEl>
                                          <p:spTgt spid="11878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786"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6498" name="页脚占位符 1"/>
          <p:cNvSpPr txBox="1">
            <a:spLocks noGrp="1"/>
          </p:cNvSpPr>
          <p:nvPr>
            <p:ph type="ftr" sz="quarter" idx="3"/>
          </p:nvPr>
        </p:nvSpPr>
        <p:spPr>
          <a:xfrm>
            <a:off x="3733800" y="6570663"/>
            <a:ext cx="2590800" cy="280987"/>
          </a:xfrm>
          <a:ln/>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r>
              <a:rPr lang="zh-CN" altLang="en-US" sz="1200" dirty="0">
                <a:solidFill>
                  <a:schemeClr val="folHlink"/>
                </a:solidFill>
              </a:rPr>
              <a:t>《虚拟地理环境及其应用》</a:t>
            </a:r>
            <a:endParaRPr lang="zh-CN" altLang="en-US" sz="1200" dirty="0">
              <a:solidFill>
                <a:schemeClr val="folHlink"/>
              </a:solidFill>
            </a:endParaRPr>
          </a:p>
        </p:txBody>
      </p:sp>
      <p:sp>
        <p:nvSpPr>
          <p:cNvPr id="119810" name="Rectangle 2"/>
          <p:cNvSpPr/>
          <p:nvPr/>
        </p:nvSpPr>
        <p:spPr>
          <a:xfrm>
            <a:off x="1258888" y="1874838"/>
            <a:ext cx="7273925" cy="3106737"/>
          </a:xfrm>
          <a:prstGeom prst="rect">
            <a:avLst/>
          </a:prstGeom>
          <a:noFill/>
          <a:ln w="9525">
            <a:noFill/>
          </a:ln>
        </p:spPr>
        <p:txBody>
          <a:bodyPr anchor="ctr" anchorCtr="0">
            <a:spAutoFit/>
          </a:bodyPr>
          <a:p>
            <a:pPr indent="276225" eaLnBrk="1" hangingPunct="1"/>
            <a:r>
              <a:rPr lang="en-US" altLang="zh-CN" sz="2200" b="1" dirty="0">
                <a:latin typeface="Times New Roman" panose="02020603050405020304" pitchFamily="18" charset="0"/>
              </a:rPr>
              <a:t>Pixeltexture</a:t>
            </a:r>
            <a:r>
              <a:rPr lang="zh-CN" altLang="en-US" sz="2200" b="1" dirty="0">
                <a:latin typeface="Times New Roman" panose="02020603050405020304" pitchFamily="18" charset="0"/>
              </a:rPr>
              <a:t>节点用于以简单的颜色来描述几何对象，此节点不需要事先画好或寻找图片来粘贴，直接定义一个想要的图片即可。</a:t>
            </a:r>
            <a:endParaRPr lang="zh-CN" altLang="en-US" sz="2200" b="1" dirty="0">
              <a:latin typeface="Times New Roman" panose="02020603050405020304" pitchFamily="18" charset="0"/>
            </a:endParaRPr>
          </a:p>
          <a:p>
            <a:pPr indent="276225" eaLnBrk="1" hangingPunct="1"/>
            <a:r>
              <a:rPr lang="en-US" altLang="zh-CN" sz="2200" b="1" dirty="0">
                <a:latin typeface="Times New Roman" panose="02020603050405020304" pitchFamily="18" charset="0"/>
              </a:rPr>
              <a:t>Pixeltexture  Node  Syntax</a:t>
            </a:r>
            <a:endParaRPr lang="en-US" altLang="zh-CN" sz="2200" b="1" dirty="0">
              <a:latin typeface="Times New Roman" panose="02020603050405020304" pitchFamily="18" charset="0"/>
            </a:endParaRPr>
          </a:p>
          <a:p>
            <a:pPr indent="276225" eaLnBrk="1" hangingPunct="1"/>
            <a:r>
              <a:rPr lang="en-US" altLang="zh-CN" sz="2200" b="1" dirty="0">
                <a:latin typeface="Times New Roman" panose="02020603050405020304" pitchFamily="18" charset="0"/>
              </a:rPr>
              <a:t>  Pixeltexture  {</a:t>
            </a:r>
            <a:endParaRPr lang="en-US" altLang="zh-CN" sz="2200" b="1" dirty="0">
              <a:latin typeface="Times New Roman" panose="02020603050405020304" pitchFamily="18" charset="0"/>
            </a:endParaRPr>
          </a:p>
          <a:p>
            <a:pPr indent="276225" eaLnBrk="1" hangingPunct="1"/>
            <a:r>
              <a:rPr lang="en-US" altLang="zh-CN" sz="2200" b="1" dirty="0">
                <a:latin typeface="Times New Roman" panose="02020603050405020304" pitchFamily="18" charset="0"/>
              </a:rPr>
              <a:t>       Exposedfield     SFImage       image         0 0 0</a:t>
            </a:r>
            <a:endParaRPr lang="en-US" altLang="zh-CN" sz="2200" b="1" dirty="0">
              <a:latin typeface="Times New Roman" panose="02020603050405020304" pitchFamily="18" charset="0"/>
            </a:endParaRPr>
          </a:p>
          <a:p>
            <a:pPr indent="276225" eaLnBrk="1" hangingPunct="1"/>
            <a:r>
              <a:rPr lang="en-US" altLang="zh-CN" sz="2200" b="1" dirty="0">
                <a:latin typeface="Times New Roman" panose="02020603050405020304" pitchFamily="18" charset="0"/>
              </a:rPr>
              <a:t>       Field            SFBool       repeats        TRUE </a:t>
            </a:r>
            <a:endParaRPr lang="en-US" altLang="zh-CN" sz="2200" b="1" dirty="0">
              <a:latin typeface="Times New Roman" panose="02020603050405020304" pitchFamily="18" charset="0"/>
            </a:endParaRPr>
          </a:p>
          <a:p>
            <a:pPr indent="276225" eaLnBrk="1" hangingPunct="1"/>
            <a:r>
              <a:rPr lang="en-US" altLang="zh-CN" sz="2200" b="1" dirty="0">
                <a:latin typeface="Times New Roman" panose="02020603050405020304" pitchFamily="18" charset="0"/>
              </a:rPr>
              <a:t>       Field            SFBool       repeatt         TRUE</a:t>
            </a:r>
            <a:endParaRPr lang="en-US" altLang="zh-CN" sz="2200" b="1" dirty="0">
              <a:latin typeface="Times New Roman" panose="02020603050405020304" pitchFamily="18" charset="0"/>
            </a:endParaRPr>
          </a:p>
          <a:p>
            <a:pPr indent="276225" eaLnBrk="1" hangingPunct="1"/>
            <a:r>
              <a:rPr lang="en-US" altLang="zh-CN" sz="2200" b="1" dirty="0">
                <a:latin typeface="Times New Roman" panose="02020603050405020304" pitchFamily="18" charset="0"/>
              </a:rPr>
              <a:t>             }</a:t>
            </a:r>
            <a:endParaRPr lang="en-US" altLang="zh-CN" sz="2200" b="1" dirty="0">
              <a:latin typeface="Times New Roman" panose="02020603050405020304" pitchFamily="18" charset="0"/>
            </a:endParaRPr>
          </a:p>
        </p:txBody>
      </p:sp>
      <p:sp>
        <p:nvSpPr>
          <p:cNvPr id="106500" name="Rectangle 3"/>
          <p:cNvSpPr/>
          <p:nvPr/>
        </p:nvSpPr>
        <p:spPr>
          <a:xfrm>
            <a:off x="1331913" y="908050"/>
            <a:ext cx="5616575" cy="457200"/>
          </a:xfrm>
          <a:prstGeom prst="rect">
            <a:avLst/>
          </a:prstGeom>
          <a:noFill/>
          <a:ln w="9525">
            <a:noFill/>
          </a:ln>
        </p:spPr>
        <p:txBody>
          <a:bodyPr wrap="none">
            <a:spAutoFit/>
          </a:bodyPr>
          <a:p>
            <a:pPr eaLnBrk="1" hangingPunct="1"/>
            <a:r>
              <a:rPr lang="zh-CN" altLang="en-US" b="1" dirty="0">
                <a:latin typeface="Times New Roman" panose="02020603050405020304" pitchFamily="18" charset="0"/>
              </a:rPr>
              <a:t>四、像素型的表面材质节点--</a:t>
            </a:r>
            <a:r>
              <a:rPr lang="en-US" altLang="zh-CN" b="1" dirty="0">
                <a:latin typeface="Times New Roman" panose="02020603050405020304" pitchFamily="18" charset="0"/>
              </a:rPr>
              <a:t>Pixeltexture</a:t>
            </a:r>
            <a:endParaRPr lang="en-US" altLang="zh-CN" b="1" dirty="0">
              <a:latin typeface="Times New Roman" panose="02020603050405020304" pitchFamily="18" charset="0"/>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119810"/>
                                        </p:tgtEl>
                                        <p:attrNameLst>
                                          <p:attrName>style.visibility</p:attrName>
                                        </p:attrNameLst>
                                      </p:cBhvr>
                                      <p:to>
                                        <p:strVal val="visible"/>
                                      </p:to>
                                    </p:set>
                                    <p:anim calcmode="lin" valueType="num">
                                      <p:cBhvr additive="base">
                                        <p:cTn id="7" dur="500" fill="hold"/>
                                        <p:tgtEl>
                                          <p:spTgt spid="119810"/>
                                        </p:tgtEl>
                                        <p:attrNameLst>
                                          <p:attrName>ppt_x</p:attrName>
                                        </p:attrNameLst>
                                      </p:cBhvr>
                                      <p:tavLst>
                                        <p:tav tm="0">
                                          <p:val>
                                            <p:strVal val="#ppt_x"/>
                                          </p:val>
                                        </p:tav>
                                        <p:tav tm="100000">
                                          <p:val>
                                            <p:strVal val="#ppt_x"/>
                                          </p:val>
                                        </p:tav>
                                      </p:tavLst>
                                    </p:anim>
                                    <p:anim calcmode="lin" valueType="num">
                                      <p:cBhvr additive="base">
                                        <p:cTn id="8" dur="500" fill="hold"/>
                                        <p:tgtEl>
                                          <p:spTgt spid="1198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9810"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7522" name="页脚占位符 1"/>
          <p:cNvSpPr txBox="1">
            <a:spLocks noGrp="1"/>
          </p:cNvSpPr>
          <p:nvPr>
            <p:ph type="ftr" sz="quarter" idx="3"/>
          </p:nvPr>
        </p:nvSpPr>
        <p:spPr>
          <a:xfrm>
            <a:off x="3733800" y="6570663"/>
            <a:ext cx="2590800" cy="280987"/>
          </a:xfrm>
          <a:ln/>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r>
              <a:rPr lang="zh-CN" altLang="en-US" sz="1200" dirty="0">
                <a:solidFill>
                  <a:schemeClr val="folHlink"/>
                </a:solidFill>
              </a:rPr>
              <a:t>《虚拟地理环境及其应用》</a:t>
            </a:r>
            <a:endParaRPr lang="zh-CN" altLang="en-US" sz="1200" dirty="0">
              <a:solidFill>
                <a:schemeClr val="folHlink"/>
              </a:solidFill>
            </a:endParaRPr>
          </a:p>
        </p:txBody>
      </p:sp>
      <p:sp>
        <p:nvSpPr>
          <p:cNvPr id="120834" name="Rectangle 2"/>
          <p:cNvSpPr/>
          <p:nvPr/>
        </p:nvSpPr>
        <p:spPr>
          <a:xfrm>
            <a:off x="1042988" y="1651000"/>
            <a:ext cx="7273925" cy="4481513"/>
          </a:xfrm>
          <a:prstGeom prst="rect">
            <a:avLst/>
          </a:prstGeom>
          <a:noFill/>
          <a:ln w="9525">
            <a:noFill/>
          </a:ln>
        </p:spPr>
        <p:txBody>
          <a:bodyPr anchor="ctr" anchorCtr="0">
            <a:spAutoFit/>
          </a:bodyPr>
          <a:p>
            <a:pPr indent="276225" eaLnBrk="1" hangingPunct="1"/>
            <a:r>
              <a:rPr lang="zh-CN" altLang="en-US" sz="2000" b="1" dirty="0">
                <a:latin typeface="Times New Roman" panose="02020603050405020304" pitchFamily="18" charset="0"/>
              </a:rPr>
              <a:t>字段说明：</a:t>
            </a:r>
            <a:endParaRPr lang="zh-CN" altLang="en-US" sz="2000" b="1" dirty="0">
              <a:latin typeface="Times New Roman" panose="02020603050405020304" pitchFamily="18" charset="0"/>
            </a:endParaRPr>
          </a:p>
          <a:p>
            <a:pPr indent="276225" eaLnBrk="1" hangingPunct="1"/>
            <a:r>
              <a:rPr lang="en-US" altLang="zh-CN" sz="2000" b="1" dirty="0">
                <a:latin typeface="Times New Roman" panose="02020603050405020304" pitchFamily="18" charset="0"/>
              </a:rPr>
              <a:t>Image    </a:t>
            </a:r>
            <a:r>
              <a:rPr lang="zh-CN" altLang="en-US" sz="2000" b="1" dirty="0">
                <a:latin typeface="Times New Roman" panose="02020603050405020304" pitchFamily="18" charset="0"/>
              </a:rPr>
              <a:t>该字段值说明所定义的图片的大小和像素值。这3个整数值的意义为，第一个值为图片的宽度，单位是像素。第二个值为图片的高度，单位是像素。第三个值为每个元素的字节组个数。</a:t>
            </a:r>
            <a:endParaRPr lang="zh-CN" altLang="en-US" sz="2000" b="1" dirty="0">
              <a:latin typeface="Times New Roman" panose="02020603050405020304" pitchFamily="18" charset="0"/>
            </a:endParaRPr>
          </a:p>
          <a:p>
            <a:pPr indent="276225" eaLnBrk="1" hangingPunct="1"/>
            <a:r>
              <a:rPr lang="en-US" altLang="zh-CN" sz="2000" b="1" dirty="0">
                <a:latin typeface="Times New Roman" panose="02020603050405020304" pitchFamily="18" charset="0"/>
              </a:rPr>
              <a:t>Repeats    </a:t>
            </a:r>
            <a:r>
              <a:rPr lang="zh-CN" altLang="en-US" sz="2000" b="1" dirty="0">
                <a:latin typeface="Times New Roman" panose="02020603050405020304" pitchFamily="18" charset="0"/>
              </a:rPr>
              <a:t>该字段值是布尔值。如果是</a:t>
            </a:r>
            <a:r>
              <a:rPr lang="en-US" altLang="zh-CN" sz="2000" b="1" dirty="0">
                <a:latin typeface="Times New Roman" panose="02020603050405020304" pitchFamily="18" charset="0"/>
              </a:rPr>
              <a:t>TRUE，</a:t>
            </a:r>
            <a:r>
              <a:rPr lang="zh-CN" altLang="en-US" sz="2000" b="1" dirty="0">
                <a:latin typeface="Times New Roman" panose="02020603050405020304" pitchFamily="18" charset="0"/>
              </a:rPr>
              <a:t>粘贴图片会在水平方向（</a:t>
            </a:r>
            <a:r>
              <a:rPr lang="en-US" altLang="zh-CN" sz="2000" b="1" dirty="0">
                <a:latin typeface="Times New Roman" panose="02020603050405020304" pitchFamily="18" charset="0"/>
              </a:rPr>
              <a:t>S）</a:t>
            </a:r>
            <a:r>
              <a:rPr lang="zh-CN" altLang="en-US" sz="2000" b="1" dirty="0">
                <a:latin typeface="Times New Roman" panose="02020603050405020304" pitchFamily="18" charset="0"/>
              </a:rPr>
              <a:t>重复填满这个几何对象的表面到[0,1]的范围外，此为默认值。如果是</a:t>
            </a:r>
            <a:r>
              <a:rPr lang="en-US" altLang="zh-CN" sz="2000" b="1" dirty="0">
                <a:latin typeface="Times New Roman" panose="02020603050405020304" pitchFamily="18" charset="0"/>
              </a:rPr>
              <a:t>FALSE，</a:t>
            </a:r>
            <a:r>
              <a:rPr lang="zh-CN" altLang="en-US" sz="2000" b="1" dirty="0">
                <a:latin typeface="Times New Roman" panose="02020603050405020304" pitchFamily="18" charset="0"/>
              </a:rPr>
              <a:t>粘贴图片只会被限制在[0,1]的范围内，在水平方向重复填满几何对象的表面。</a:t>
            </a:r>
            <a:endParaRPr lang="zh-CN" altLang="en-US" sz="2000" b="1" dirty="0">
              <a:latin typeface="Times New Roman" panose="02020603050405020304" pitchFamily="18" charset="0"/>
            </a:endParaRPr>
          </a:p>
          <a:p>
            <a:pPr indent="276225" eaLnBrk="1" hangingPunct="1"/>
            <a:r>
              <a:rPr lang="en-US" altLang="zh-CN" sz="2000" b="1" dirty="0">
                <a:latin typeface="Times New Roman" panose="02020603050405020304" pitchFamily="18" charset="0"/>
              </a:rPr>
              <a:t>Repeatt     </a:t>
            </a:r>
            <a:r>
              <a:rPr lang="zh-CN" altLang="en-US" sz="2000" b="1" dirty="0">
                <a:latin typeface="Times New Roman" panose="02020603050405020304" pitchFamily="18" charset="0"/>
              </a:rPr>
              <a:t>该字段值是布尔值。如果是</a:t>
            </a:r>
            <a:r>
              <a:rPr lang="en-US" altLang="zh-CN" sz="2000" b="1" dirty="0">
                <a:latin typeface="Times New Roman" panose="02020603050405020304" pitchFamily="18" charset="0"/>
              </a:rPr>
              <a:t>TRUE，</a:t>
            </a:r>
            <a:r>
              <a:rPr lang="zh-CN" altLang="en-US" sz="2000" b="1" dirty="0">
                <a:latin typeface="Times New Roman" panose="02020603050405020304" pitchFamily="18" charset="0"/>
              </a:rPr>
              <a:t>粘贴图片会在垂直方向（</a:t>
            </a:r>
            <a:r>
              <a:rPr lang="en-US" altLang="zh-CN" sz="2000" b="1" dirty="0">
                <a:latin typeface="Times New Roman" panose="02020603050405020304" pitchFamily="18" charset="0"/>
              </a:rPr>
              <a:t>T）</a:t>
            </a:r>
            <a:r>
              <a:rPr lang="zh-CN" altLang="en-US" sz="2000" b="1" dirty="0">
                <a:latin typeface="Times New Roman" panose="02020603050405020304" pitchFamily="18" charset="0"/>
              </a:rPr>
              <a:t>重复填满这个几何对象的表面到[0,1]的范围外，此为默认值。如果是</a:t>
            </a:r>
            <a:r>
              <a:rPr lang="en-US" altLang="zh-CN" sz="2000" b="1" dirty="0">
                <a:latin typeface="Times New Roman" panose="02020603050405020304" pitchFamily="18" charset="0"/>
              </a:rPr>
              <a:t>FALSE，</a:t>
            </a:r>
            <a:r>
              <a:rPr lang="zh-CN" altLang="en-US" sz="2000" b="1" dirty="0">
                <a:latin typeface="Times New Roman" panose="02020603050405020304" pitchFamily="18" charset="0"/>
              </a:rPr>
              <a:t>粘贴图片只会被限制在[0,1]的范围内，在垂直方向重复填满几何对象的表面。</a:t>
            </a:r>
            <a:endParaRPr lang="zh-CN" altLang="en-US" sz="2000" b="1" dirty="0">
              <a:latin typeface="Times New Roman" panose="02020603050405020304" pitchFamily="18" charset="0"/>
            </a:endParaRPr>
          </a:p>
          <a:p>
            <a:pPr indent="276225" eaLnBrk="1" hangingPunct="1"/>
            <a:r>
              <a:rPr lang="zh-CN" altLang="en-US" sz="2800" b="1" dirty="0">
                <a:latin typeface="宋体" panose="02010600030101010101" pitchFamily="2" charset="-122"/>
              </a:rPr>
              <a:t>示例5-4</a:t>
            </a:r>
            <a:endParaRPr lang="zh-CN" altLang="en-US" sz="2800" b="1" dirty="0">
              <a:latin typeface="宋体" panose="02010600030101010101" pitchFamily="2" charset="-122"/>
            </a:endParaRPr>
          </a:p>
        </p:txBody>
      </p:sp>
      <p:sp>
        <p:nvSpPr>
          <p:cNvPr id="107524" name="Rectangle 3"/>
          <p:cNvSpPr/>
          <p:nvPr/>
        </p:nvSpPr>
        <p:spPr>
          <a:xfrm>
            <a:off x="1403350" y="836613"/>
            <a:ext cx="5006975" cy="457200"/>
          </a:xfrm>
          <a:prstGeom prst="rect">
            <a:avLst/>
          </a:prstGeom>
          <a:noFill/>
          <a:ln w="9525">
            <a:noFill/>
          </a:ln>
        </p:spPr>
        <p:txBody>
          <a:bodyPr wrap="none">
            <a:spAutoFit/>
          </a:bodyPr>
          <a:p>
            <a:pPr eaLnBrk="1" hangingPunct="1"/>
            <a:r>
              <a:rPr lang="zh-CN" altLang="en-US" b="1" dirty="0">
                <a:latin typeface="Times New Roman" panose="02020603050405020304" pitchFamily="18" charset="0"/>
              </a:rPr>
              <a:t>像素型的表面材质节点--</a:t>
            </a:r>
            <a:r>
              <a:rPr lang="en-US" altLang="zh-CN" b="1" dirty="0">
                <a:latin typeface="Times New Roman" panose="02020603050405020304" pitchFamily="18" charset="0"/>
              </a:rPr>
              <a:t>Pixeltexture</a:t>
            </a:r>
            <a:endParaRPr lang="en-US" altLang="zh-CN" b="1" dirty="0">
              <a:latin typeface="Times New Roman" panose="02020603050405020304" pitchFamily="18" charset="0"/>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499"/>
                                          </p:stCondLst>
                                        </p:cTn>
                                        <p:tgtEl>
                                          <p:spTgt spid="1208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0834"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8546" name="页脚占位符 1"/>
          <p:cNvSpPr txBox="1">
            <a:spLocks noGrp="1"/>
          </p:cNvSpPr>
          <p:nvPr>
            <p:ph type="ftr" sz="quarter" idx="3"/>
          </p:nvPr>
        </p:nvSpPr>
        <p:spPr>
          <a:xfrm>
            <a:off x="3733800" y="6570663"/>
            <a:ext cx="2590800" cy="280987"/>
          </a:xfrm>
          <a:ln/>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r>
              <a:rPr lang="zh-CN" altLang="en-US" sz="1200" dirty="0">
                <a:solidFill>
                  <a:schemeClr val="folHlink"/>
                </a:solidFill>
              </a:rPr>
              <a:t>《虚拟地理环境及其应用》</a:t>
            </a:r>
            <a:endParaRPr lang="zh-CN" altLang="en-US" sz="1200" dirty="0">
              <a:solidFill>
                <a:schemeClr val="folHlink"/>
              </a:solidFill>
            </a:endParaRPr>
          </a:p>
        </p:txBody>
      </p:sp>
      <p:sp>
        <p:nvSpPr>
          <p:cNvPr id="108547" name="Rectangle 2"/>
          <p:cNvSpPr/>
          <p:nvPr/>
        </p:nvSpPr>
        <p:spPr>
          <a:xfrm>
            <a:off x="1042988" y="2205038"/>
            <a:ext cx="7632700" cy="4211637"/>
          </a:xfrm>
          <a:prstGeom prst="rect">
            <a:avLst/>
          </a:prstGeom>
          <a:noFill/>
          <a:ln w="9525">
            <a:noFill/>
          </a:ln>
        </p:spPr>
        <p:txBody>
          <a:bodyPr anchor="ctr" anchorCtr="0">
            <a:spAutoFit/>
          </a:bodyPr>
          <a:p>
            <a:pPr indent="276225" eaLnBrk="1" hangingPunct="1"/>
            <a:r>
              <a:rPr lang="en-US" altLang="zh-CN" sz="1800" b="1" dirty="0">
                <a:latin typeface="Times New Roman" panose="02020603050405020304" pitchFamily="18" charset="0"/>
              </a:rPr>
              <a:t>Movietexture</a:t>
            </a:r>
            <a:r>
              <a:rPr lang="zh-CN" altLang="en-US" sz="1800" b="1" dirty="0">
                <a:latin typeface="Times New Roman" panose="02020603050405020304" pitchFamily="18" charset="0"/>
              </a:rPr>
              <a:t>节点用于把影片贴在几何对象的表面，但影片播放文件格式只限于</a:t>
            </a:r>
            <a:r>
              <a:rPr lang="en-US" altLang="zh-CN" sz="1800" b="1" dirty="0">
                <a:latin typeface="Times New Roman" panose="02020603050405020304" pitchFamily="18" charset="0"/>
              </a:rPr>
              <a:t>MPEG</a:t>
            </a:r>
            <a:r>
              <a:rPr lang="zh-CN" altLang="en-US" sz="1800" b="1" dirty="0">
                <a:latin typeface="Times New Roman" panose="02020603050405020304" pitchFamily="18" charset="0"/>
              </a:rPr>
              <a:t>文件。将动画粘贴到几何对象的表面可以用于电视机的屏幕及流动的河水等，可以增加虚拟现实的真实性。</a:t>
            </a:r>
            <a:endParaRPr lang="zh-CN" altLang="en-US" sz="1800" b="1" dirty="0">
              <a:latin typeface="Times New Roman" panose="02020603050405020304" pitchFamily="18" charset="0"/>
            </a:endParaRPr>
          </a:p>
          <a:p>
            <a:pPr indent="276225" eaLnBrk="1" hangingPunct="1"/>
            <a:r>
              <a:rPr lang="en-US" altLang="zh-CN" sz="1800" b="1" dirty="0">
                <a:latin typeface="Times New Roman" panose="02020603050405020304" pitchFamily="18" charset="0"/>
              </a:rPr>
              <a:t>Movietexture  Node  Syntax  </a:t>
            </a:r>
            <a:endParaRPr lang="en-US" altLang="zh-CN" sz="1800" b="1" dirty="0">
              <a:latin typeface="Times New Roman" panose="02020603050405020304" pitchFamily="18" charset="0"/>
            </a:endParaRPr>
          </a:p>
          <a:p>
            <a:pPr indent="276225" eaLnBrk="1" hangingPunct="1"/>
            <a:r>
              <a:rPr lang="en-US" altLang="zh-CN" sz="1800" b="1" dirty="0">
                <a:latin typeface="Times New Roman" panose="02020603050405020304" pitchFamily="18" charset="0"/>
              </a:rPr>
              <a:t>  Movietexture  {</a:t>
            </a:r>
            <a:endParaRPr lang="en-US" altLang="zh-CN" sz="1800" b="1" dirty="0">
              <a:latin typeface="Times New Roman" panose="02020603050405020304" pitchFamily="18" charset="0"/>
            </a:endParaRPr>
          </a:p>
          <a:p>
            <a:pPr indent="276225" eaLnBrk="1" hangingPunct="1"/>
            <a:r>
              <a:rPr lang="en-US" altLang="zh-CN" sz="1800" b="1" dirty="0">
                <a:latin typeface="Times New Roman" panose="02020603050405020304" pitchFamily="18" charset="0"/>
              </a:rPr>
              <a:t>     Exposedfield     SFBool     loop         false    </a:t>
            </a:r>
            <a:endParaRPr lang="en-US" altLang="zh-CN" sz="1800" b="1" dirty="0">
              <a:latin typeface="Times New Roman" panose="02020603050405020304" pitchFamily="18" charset="0"/>
            </a:endParaRPr>
          </a:p>
          <a:p>
            <a:pPr indent="276225" eaLnBrk="1" hangingPunct="1"/>
            <a:r>
              <a:rPr lang="en-US" altLang="zh-CN" sz="1800" b="1" dirty="0">
                <a:latin typeface="Times New Roman" panose="02020603050405020304" pitchFamily="18" charset="0"/>
              </a:rPr>
              <a:t>     Exposedfield     SFFloat     speed        1.0     #(-∞,+∞)</a:t>
            </a:r>
            <a:endParaRPr lang="en-US" altLang="zh-CN" sz="1800" b="1" dirty="0">
              <a:latin typeface="Times New Roman" panose="02020603050405020304" pitchFamily="18" charset="0"/>
            </a:endParaRPr>
          </a:p>
          <a:p>
            <a:pPr indent="276225" eaLnBrk="1" hangingPunct="1"/>
            <a:r>
              <a:rPr lang="en-US" altLang="zh-CN" sz="1800" b="1" dirty="0">
                <a:latin typeface="Times New Roman" panose="02020603050405020304" pitchFamily="18" charset="0"/>
              </a:rPr>
              <a:t>     Exposedfield     SFTime     starttime      0      #(-∞,+∞)</a:t>
            </a:r>
            <a:endParaRPr lang="en-US" altLang="zh-CN" sz="1800" b="1" dirty="0">
              <a:latin typeface="Times New Roman" panose="02020603050405020304" pitchFamily="18" charset="0"/>
            </a:endParaRPr>
          </a:p>
          <a:p>
            <a:pPr indent="276225" eaLnBrk="1" hangingPunct="1"/>
            <a:r>
              <a:rPr lang="en-US" altLang="zh-CN" sz="1800" b="1" dirty="0">
                <a:latin typeface="Times New Roman" panose="02020603050405020304" pitchFamily="18" charset="0"/>
              </a:rPr>
              <a:t>     Exposedfield     SFTime     stoptime      0      #(-∞,+∞)</a:t>
            </a:r>
            <a:endParaRPr lang="en-US" altLang="zh-CN" sz="1800" b="1" dirty="0">
              <a:latin typeface="Times New Roman" panose="02020603050405020304" pitchFamily="18" charset="0"/>
            </a:endParaRPr>
          </a:p>
          <a:p>
            <a:pPr indent="276225" eaLnBrk="1" hangingPunct="1"/>
            <a:r>
              <a:rPr lang="en-US" altLang="zh-CN" sz="1800" b="1" dirty="0">
                <a:latin typeface="Times New Roman" panose="02020603050405020304" pitchFamily="18" charset="0"/>
              </a:rPr>
              <a:t>     Exposedfield     MFString    url           [ ]     </a:t>
            </a:r>
            <a:endParaRPr lang="en-US" altLang="zh-CN" sz="1800" b="1" dirty="0">
              <a:latin typeface="Times New Roman" panose="02020603050405020304" pitchFamily="18" charset="0"/>
            </a:endParaRPr>
          </a:p>
          <a:p>
            <a:pPr indent="276225" eaLnBrk="1" hangingPunct="1"/>
            <a:r>
              <a:rPr lang="en-US" altLang="zh-CN" sz="1800" b="1" dirty="0">
                <a:latin typeface="Times New Roman" panose="02020603050405020304" pitchFamily="18" charset="0"/>
              </a:rPr>
              <a:t>     Field           SFBool      repeats       TRUE</a:t>
            </a:r>
            <a:endParaRPr lang="en-US" altLang="zh-CN" sz="1800" b="1" dirty="0">
              <a:latin typeface="Times New Roman" panose="02020603050405020304" pitchFamily="18" charset="0"/>
            </a:endParaRPr>
          </a:p>
          <a:p>
            <a:pPr indent="276225" eaLnBrk="1" hangingPunct="1"/>
            <a:r>
              <a:rPr lang="en-US" altLang="zh-CN" sz="1800" b="1" dirty="0">
                <a:latin typeface="Times New Roman" panose="02020603050405020304" pitchFamily="18" charset="0"/>
              </a:rPr>
              <a:t>     Field           SFBool      repeatt       TRUE</a:t>
            </a:r>
            <a:endParaRPr lang="en-US" altLang="zh-CN" sz="1800" b="1" dirty="0">
              <a:latin typeface="Times New Roman" panose="02020603050405020304" pitchFamily="18" charset="0"/>
            </a:endParaRPr>
          </a:p>
          <a:p>
            <a:pPr indent="276225" eaLnBrk="1" hangingPunct="1"/>
            <a:r>
              <a:rPr lang="en-US" altLang="zh-CN" sz="1800" b="1" dirty="0">
                <a:latin typeface="Times New Roman" panose="02020603050405020304" pitchFamily="18" charset="0"/>
              </a:rPr>
              <a:t>     Eventout        SFTime      duration_changed   </a:t>
            </a:r>
            <a:endParaRPr lang="en-US" altLang="zh-CN" sz="1800" b="1" dirty="0">
              <a:latin typeface="Times New Roman" panose="02020603050405020304" pitchFamily="18" charset="0"/>
            </a:endParaRPr>
          </a:p>
          <a:p>
            <a:pPr indent="276225" eaLnBrk="1" hangingPunct="1"/>
            <a:r>
              <a:rPr lang="en-US" altLang="zh-CN" sz="1800" b="1" dirty="0">
                <a:latin typeface="Times New Roman" panose="02020603050405020304" pitchFamily="18" charset="0"/>
              </a:rPr>
              <a:t>     Eventout        SFBool       isactive  </a:t>
            </a:r>
            <a:endParaRPr lang="en-US" altLang="zh-CN" sz="1800" b="1" dirty="0">
              <a:latin typeface="Times New Roman" panose="02020603050405020304" pitchFamily="18" charset="0"/>
            </a:endParaRPr>
          </a:p>
          <a:p>
            <a:pPr indent="276225" eaLnBrk="1" hangingPunct="1"/>
            <a:r>
              <a:rPr lang="en-US" altLang="zh-CN" sz="1800" b="1" dirty="0">
                <a:latin typeface="Times New Roman" panose="02020603050405020304" pitchFamily="18" charset="0"/>
              </a:rPr>
              <a:t>              }</a:t>
            </a:r>
            <a:endParaRPr lang="en-US" altLang="zh-CN" sz="1800" b="1" dirty="0">
              <a:latin typeface="Times New Roman" panose="02020603050405020304" pitchFamily="18" charset="0"/>
            </a:endParaRPr>
          </a:p>
        </p:txBody>
      </p:sp>
      <p:sp>
        <p:nvSpPr>
          <p:cNvPr id="108548" name="Rectangle 3"/>
          <p:cNvSpPr/>
          <p:nvPr/>
        </p:nvSpPr>
        <p:spPr>
          <a:xfrm>
            <a:off x="1331913" y="836613"/>
            <a:ext cx="5786437" cy="457200"/>
          </a:xfrm>
          <a:prstGeom prst="rect">
            <a:avLst/>
          </a:prstGeom>
          <a:noFill/>
          <a:ln w="9525">
            <a:noFill/>
          </a:ln>
        </p:spPr>
        <p:txBody>
          <a:bodyPr wrap="none">
            <a:spAutoFit/>
          </a:bodyPr>
          <a:p>
            <a:pPr eaLnBrk="1" hangingPunct="1"/>
            <a:r>
              <a:rPr lang="zh-CN" altLang="en-US" b="1" dirty="0">
                <a:latin typeface="Times New Roman" panose="02020603050405020304" pitchFamily="18" charset="0"/>
              </a:rPr>
              <a:t>五、影片型的表面材质节点--</a:t>
            </a:r>
            <a:r>
              <a:rPr lang="en-US" altLang="zh-CN" b="1" dirty="0">
                <a:latin typeface="Times New Roman" panose="02020603050405020304" pitchFamily="18" charset="0"/>
              </a:rPr>
              <a:t>Movietexture</a:t>
            </a:r>
            <a:endParaRPr lang="en-US" altLang="zh-CN" b="1" dirty="0">
              <a:latin typeface="Times New Roman" panose="02020603050405020304" pitchFamily="18" charset="0"/>
            </a:endParaRPr>
          </a:p>
        </p:txBody>
      </p:sp>
    </p:spTree>
  </p:cSld>
  <p:clrMapOvr>
    <a:masterClrMapping/>
  </p:clrMapOvr>
  <p:transition>
    <p:random/>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9570" name="页脚占位符 1"/>
          <p:cNvSpPr txBox="1">
            <a:spLocks noGrp="1"/>
          </p:cNvSpPr>
          <p:nvPr>
            <p:ph type="ftr" sz="quarter" idx="3"/>
          </p:nvPr>
        </p:nvSpPr>
        <p:spPr>
          <a:xfrm>
            <a:off x="3733800" y="6570663"/>
            <a:ext cx="2590800" cy="280987"/>
          </a:xfrm>
          <a:ln/>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r>
              <a:rPr lang="zh-CN" altLang="en-US" sz="1200" dirty="0">
                <a:solidFill>
                  <a:schemeClr val="folHlink"/>
                </a:solidFill>
              </a:rPr>
              <a:t>《虚拟地理环境及其应用》</a:t>
            </a:r>
            <a:endParaRPr lang="zh-CN" altLang="en-US" sz="1200" dirty="0">
              <a:solidFill>
                <a:schemeClr val="folHlink"/>
              </a:solidFill>
            </a:endParaRPr>
          </a:p>
        </p:txBody>
      </p:sp>
      <p:sp>
        <p:nvSpPr>
          <p:cNvPr id="122882" name="Rectangle 2"/>
          <p:cNvSpPr/>
          <p:nvPr/>
        </p:nvSpPr>
        <p:spPr>
          <a:xfrm>
            <a:off x="1042988" y="2276475"/>
            <a:ext cx="7777162" cy="3514725"/>
          </a:xfrm>
          <a:prstGeom prst="rect">
            <a:avLst/>
          </a:prstGeom>
          <a:noFill/>
          <a:ln w="9525">
            <a:noFill/>
          </a:ln>
        </p:spPr>
        <p:txBody>
          <a:bodyPr anchor="ctr" anchorCtr="0">
            <a:spAutoFit/>
          </a:bodyPr>
          <a:p>
            <a:pPr indent="276225" eaLnBrk="1" hangingPunct="1"/>
            <a:r>
              <a:rPr lang="zh-CN" altLang="en-US" sz="1600" b="1" dirty="0">
                <a:latin typeface="Times New Roman" panose="02020603050405020304" pitchFamily="18" charset="0"/>
              </a:rPr>
              <a:t>字段说明：</a:t>
            </a:r>
            <a:endParaRPr lang="zh-CN" altLang="en-US" sz="1600" b="1" dirty="0">
              <a:latin typeface="Times New Roman" panose="02020603050405020304" pitchFamily="18" charset="0"/>
            </a:endParaRPr>
          </a:p>
          <a:p>
            <a:pPr indent="276225" eaLnBrk="1" hangingPunct="1"/>
            <a:r>
              <a:rPr lang="zh-CN" altLang="en-US" sz="1600" b="1" dirty="0">
                <a:latin typeface="Times New Roman" panose="02020603050405020304" pitchFamily="18" charset="0"/>
              </a:rPr>
              <a:t>  </a:t>
            </a:r>
            <a:r>
              <a:rPr lang="en-US" altLang="zh-CN" sz="1600" b="1" dirty="0">
                <a:latin typeface="Times New Roman" panose="02020603050405020304" pitchFamily="18" charset="0"/>
              </a:rPr>
              <a:t>loop     </a:t>
            </a:r>
            <a:r>
              <a:rPr lang="zh-CN" altLang="en-US" sz="1600" b="1" dirty="0">
                <a:latin typeface="Times New Roman" panose="02020603050405020304" pitchFamily="18" charset="0"/>
              </a:rPr>
              <a:t>该字段是布尔值，</a:t>
            </a:r>
            <a:r>
              <a:rPr lang="en-US" altLang="zh-CN" sz="1600" b="1" dirty="0">
                <a:latin typeface="Times New Roman" panose="02020603050405020304" pitchFamily="18" charset="0"/>
              </a:rPr>
              <a:t>TRUE</a:t>
            </a:r>
            <a:r>
              <a:rPr lang="zh-CN" altLang="en-US" sz="1600" b="1" dirty="0">
                <a:latin typeface="Times New Roman" panose="02020603050405020304" pitchFamily="18" charset="0"/>
              </a:rPr>
              <a:t>表示电影一直重复播放，</a:t>
            </a:r>
            <a:r>
              <a:rPr lang="en-US" altLang="zh-CN" sz="1600" b="1" dirty="0">
                <a:latin typeface="Times New Roman" panose="02020603050405020304" pitchFamily="18" charset="0"/>
              </a:rPr>
              <a:t>FALSE</a:t>
            </a:r>
            <a:r>
              <a:rPr lang="zh-CN" altLang="en-US" sz="1600" b="1" dirty="0">
                <a:latin typeface="Times New Roman" panose="02020603050405020304" pitchFamily="18" charset="0"/>
              </a:rPr>
              <a:t>则反之，此为默认值。</a:t>
            </a:r>
            <a:endParaRPr lang="zh-CN" altLang="en-US" sz="1600" b="1" dirty="0">
              <a:latin typeface="Times New Roman" panose="02020603050405020304" pitchFamily="18" charset="0"/>
            </a:endParaRPr>
          </a:p>
          <a:p>
            <a:pPr indent="276225" eaLnBrk="1" hangingPunct="1"/>
            <a:r>
              <a:rPr lang="zh-CN" altLang="en-US" sz="1600" b="1" dirty="0">
                <a:latin typeface="Times New Roman" panose="02020603050405020304" pitchFamily="18" charset="0"/>
              </a:rPr>
              <a:t>  </a:t>
            </a:r>
            <a:r>
              <a:rPr lang="en-US" altLang="zh-CN" sz="1600" b="1" dirty="0">
                <a:latin typeface="Times New Roman" panose="02020603050405020304" pitchFamily="18" charset="0"/>
              </a:rPr>
              <a:t>Speed    </a:t>
            </a:r>
            <a:r>
              <a:rPr lang="zh-CN" altLang="en-US" sz="1600" b="1" dirty="0">
                <a:latin typeface="Times New Roman" panose="02020603050405020304" pitchFamily="18" charset="0"/>
              </a:rPr>
              <a:t>该字段是浮点值。当字段值为1时，为影片的正常播放速度，当字段值大于1时，影片的播放速度比正常要快，例如，为2时，则为两倍速度播放。当字段值小于1大于0时，影片的播放速度比正常速度要慢。当值小于0时，则是反向播放。当电影正在播放时，</a:t>
            </a:r>
            <a:r>
              <a:rPr lang="en-US" altLang="zh-CN" sz="1600" b="1" dirty="0">
                <a:latin typeface="Times New Roman" panose="02020603050405020304" pitchFamily="18" charset="0"/>
              </a:rPr>
              <a:t>set_speed</a:t>
            </a:r>
            <a:r>
              <a:rPr lang="zh-CN" altLang="en-US" sz="1600" b="1" dirty="0">
                <a:latin typeface="Times New Roman" panose="02020603050405020304" pitchFamily="18" charset="0"/>
              </a:rPr>
              <a:t>事件将被忽略。</a:t>
            </a:r>
            <a:endParaRPr lang="zh-CN" altLang="en-US" sz="1600" b="1" dirty="0">
              <a:latin typeface="Times New Roman" panose="02020603050405020304" pitchFamily="18" charset="0"/>
            </a:endParaRPr>
          </a:p>
          <a:p>
            <a:pPr indent="276225" eaLnBrk="1" hangingPunct="1"/>
            <a:r>
              <a:rPr lang="zh-CN" altLang="en-US" sz="1600" b="1" dirty="0">
                <a:latin typeface="Times New Roman" panose="02020603050405020304" pitchFamily="18" charset="0"/>
              </a:rPr>
              <a:t>  </a:t>
            </a:r>
            <a:r>
              <a:rPr lang="en-US" altLang="zh-CN" sz="1600" b="1" dirty="0">
                <a:latin typeface="Times New Roman" panose="02020603050405020304" pitchFamily="18" charset="0"/>
              </a:rPr>
              <a:t>Starttime  </a:t>
            </a:r>
            <a:r>
              <a:rPr lang="zh-CN" altLang="en-US" sz="1600" b="1" dirty="0">
                <a:latin typeface="Times New Roman" panose="02020603050405020304" pitchFamily="18" charset="0"/>
              </a:rPr>
              <a:t>指定电影开始播放的时间。当电影正在播放时，</a:t>
            </a:r>
            <a:r>
              <a:rPr lang="en-US" altLang="zh-CN" sz="1600" b="1" dirty="0">
                <a:latin typeface="Times New Roman" panose="02020603050405020304" pitchFamily="18" charset="0"/>
              </a:rPr>
              <a:t>set_startTime</a:t>
            </a:r>
            <a:r>
              <a:rPr lang="zh-CN" altLang="en-US" sz="1600" b="1" dirty="0">
                <a:latin typeface="Times New Roman" panose="02020603050405020304" pitchFamily="18" charset="0"/>
              </a:rPr>
              <a:t>事件将被忽略。</a:t>
            </a:r>
            <a:endParaRPr lang="zh-CN" altLang="en-US" sz="1600" b="1" dirty="0">
              <a:latin typeface="Times New Roman" panose="02020603050405020304" pitchFamily="18" charset="0"/>
            </a:endParaRPr>
          </a:p>
          <a:p>
            <a:pPr indent="276225" eaLnBrk="1" hangingPunct="1"/>
            <a:r>
              <a:rPr lang="zh-CN" altLang="en-US" sz="1600" b="1" dirty="0">
                <a:latin typeface="Times New Roman" panose="02020603050405020304" pitchFamily="18" charset="0"/>
              </a:rPr>
              <a:t>  </a:t>
            </a:r>
            <a:r>
              <a:rPr lang="en-US" altLang="zh-CN" sz="1600" b="1" dirty="0">
                <a:latin typeface="Times New Roman" panose="02020603050405020304" pitchFamily="18" charset="0"/>
              </a:rPr>
              <a:t>Stoptime   </a:t>
            </a:r>
            <a:r>
              <a:rPr lang="zh-CN" altLang="en-US" sz="1600" b="1" dirty="0">
                <a:latin typeface="Times New Roman" panose="02020603050405020304" pitchFamily="18" charset="0"/>
              </a:rPr>
              <a:t>指定电影停止播放的时间。如果其值小于或等于</a:t>
            </a:r>
            <a:r>
              <a:rPr lang="en-US" altLang="zh-CN" sz="1600" b="1" dirty="0">
                <a:latin typeface="Times New Roman" panose="02020603050405020304" pitchFamily="18" charset="0"/>
              </a:rPr>
              <a:t>startTime，set_stopTime</a:t>
            </a:r>
            <a:r>
              <a:rPr lang="zh-CN" altLang="en-US" sz="1600" b="1" dirty="0">
                <a:latin typeface="Times New Roman" panose="02020603050405020304" pitchFamily="18" charset="0"/>
              </a:rPr>
              <a:t>事件将被忽略。</a:t>
            </a:r>
            <a:endParaRPr lang="zh-CN" altLang="en-US" sz="1600" b="1" dirty="0">
              <a:latin typeface="Times New Roman" panose="02020603050405020304" pitchFamily="18" charset="0"/>
            </a:endParaRPr>
          </a:p>
          <a:p>
            <a:pPr indent="276225" eaLnBrk="1" hangingPunct="1"/>
            <a:r>
              <a:rPr lang="zh-CN" altLang="en-US" sz="1600" b="1" dirty="0">
                <a:latin typeface="Times New Roman" panose="02020603050405020304" pitchFamily="18" charset="0"/>
              </a:rPr>
              <a:t>  </a:t>
            </a:r>
            <a:r>
              <a:rPr lang="en-US" altLang="zh-CN" sz="1600" b="1" dirty="0">
                <a:latin typeface="Times New Roman" panose="02020603050405020304" pitchFamily="18" charset="0"/>
              </a:rPr>
              <a:t>url        </a:t>
            </a:r>
            <a:r>
              <a:rPr lang="zh-CN" altLang="en-US" sz="1600" b="1" dirty="0">
                <a:latin typeface="Times New Roman" panose="02020603050405020304" pitchFamily="18" charset="0"/>
              </a:rPr>
              <a:t>该字段的功能是引入影片的文件。而影片的文件的格式是</a:t>
            </a:r>
            <a:r>
              <a:rPr lang="en-US" altLang="zh-CN" sz="1600" b="1" dirty="0">
                <a:latin typeface="Times New Roman" panose="02020603050405020304" pitchFamily="18" charset="0"/>
              </a:rPr>
              <a:t>MPEG1—System(</a:t>
            </a:r>
            <a:r>
              <a:rPr lang="zh-CN" altLang="en-US" sz="1600" b="1" dirty="0">
                <a:latin typeface="Times New Roman" panose="02020603050405020304" pitchFamily="18" charset="0"/>
              </a:rPr>
              <a:t>具有声音和图象)或</a:t>
            </a:r>
            <a:r>
              <a:rPr lang="en-US" altLang="zh-CN" sz="1600" b="1" dirty="0">
                <a:latin typeface="Times New Roman" panose="02020603050405020304" pitchFamily="18" charset="0"/>
              </a:rPr>
              <a:t>MPEG1—Video(</a:t>
            </a:r>
            <a:r>
              <a:rPr lang="zh-CN" altLang="en-US" sz="1600" b="1" dirty="0">
                <a:latin typeface="Times New Roman" panose="02020603050405020304" pitchFamily="18" charset="0"/>
              </a:rPr>
              <a:t>只有图象)。</a:t>
            </a:r>
            <a:endParaRPr lang="zh-CN" altLang="en-US" sz="1600" b="1" dirty="0">
              <a:latin typeface="Times New Roman" panose="02020603050405020304" pitchFamily="18" charset="0"/>
            </a:endParaRPr>
          </a:p>
          <a:p>
            <a:pPr indent="276225" eaLnBrk="1" hangingPunct="1"/>
            <a:r>
              <a:rPr lang="zh-CN" altLang="en-US" sz="1600" b="1" dirty="0">
                <a:latin typeface="Times New Roman" panose="02020603050405020304" pitchFamily="18" charset="0"/>
              </a:rPr>
              <a:t>  </a:t>
            </a:r>
            <a:r>
              <a:rPr lang="en-US" altLang="zh-CN" sz="1600" b="1" dirty="0">
                <a:latin typeface="Times New Roman" panose="02020603050405020304" pitchFamily="18" charset="0"/>
              </a:rPr>
              <a:t>Repeats</a:t>
            </a:r>
            <a:r>
              <a:rPr lang="zh-CN" altLang="en-US" sz="1600" b="1" dirty="0">
                <a:latin typeface="Times New Roman" panose="02020603050405020304" pitchFamily="18" charset="0"/>
              </a:rPr>
              <a:t>和</a:t>
            </a:r>
            <a:r>
              <a:rPr lang="en-US" altLang="zh-CN" sz="1600" b="1" dirty="0">
                <a:latin typeface="Times New Roman" panose="02020603050405020304" pitchFamily="18" charset="0"/>
              </a:rPr>
              <a:t>repeatt</a:t>
            </a:r>
            <a:r>
              <a:rPr lang="zh-CN" altLang="en-US" sz="1600" b="1" dirty="0">
                <a:latin typeface="Times New Roman" panose="02020603050405020304" pitchFamily="18" charset="0"/>
              </a:rPr>
              <a:t>字段参见前面。</a:t>
            </a:r>
            <a:endParaRPr lang="zh-CN" altLang="en-US" sz="1600" b="1" dirty="0">
              <a:latin typeface="Times New Roman" panose="02020603050405020304" pitchFamily="18" charset="0"/>
            </a:endParaRPr>
          </a:p>
        </p:txBody>
      </p:sp>
      <p:sp>
        <p:nvSpPr>
          <p:cNvPr id="109572" name="Rectangle 3"/>
          <p:cNvSpPr/>
          <p:nvPr/>
        </p:nvSpPr>
        <p:spPr>
          <a:xfrm>
            <a:off x="1403350" y="836613"/>
            <a:ext cx="5176838" cy="457200"/>
          </a:xfrm>
          <a:prstGeom prst="rect">
            <a:avLst/>
          </a:prstGeom>
          <a:noFill/>
          <a:ln w="9525">
            <a:noFill/>
          </a:ln>
        </p:spPr>
        <p:txBody>
          <a:bodyPr wrap="none">
            <a:spAutoFit/>
          </a:bodyPr>
          <a:p>
            <a:pPr eaLnBrk="1" hangingPunct="1"/>
            <a:r>
              <a:rPr lang="zh-CN" altLang="en-US" b="1" dirty="0">
                <a:latin typeface="Times New Roman" panose="02020603050405020304" pitchFamily="18" charset="0"/>
              </a:rPr>
              <a:t>影片型的表面材质节点--</a:t>
            </a:r>
            <a:r>
              <a:rPr lang="en-US" altLang="zh-CN" b="1" dirty="0">
                <a:latin typeface="Times New Roman" panose="02020603050405020304" pitchFamily="18" charset="0"/>
              </a:rPr>
              <a:t>Movietexture</a:t>
            </a:r>
            <a:endParaRPr lang="en-US" altLang="zh-CN" b="1" dirty="0">
              <a:latin typeface="Times New Roman" panose="02020603050405020304" pitchFamily="18" charset="0"/>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122882"/>
                                        </p:tgtEl>
                                        <p:attrNameLst>
                                          <p:attrName>style.visibility</p:attrName>
                                        </p:attrNameLst>
                                      </p:cBhvr>
                                      <p:to>
                                        <p:strVal val="visible"/>
                                      </p:to>
                                    </p:set>
                                    <p:animEffect transition="in" filter="dissolve">
                                      <p:cBhvr>
                                        <p:cTn id="7" dur="500"/>
                                        <p:tgtEl>
                                          <p:spTgt spid="1228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882"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0594" name="页脚占位符 1"/>
          <p:cNvSpPr txBox="1">
            <a:spLocks noGrp="1"/>
          </p:cNvSpPr>
          <p:nvPr>
            <p:ph type="ftr" sz="quarter" idx="3"/>
          </p:nvPr>
        </p:nvSpPr>
        <p:spPr>
          <a:xfrm>
            <a:off x="3733800" y="6570663"/>
            <a:ext cx="2590800" cy="280987"/>
          </a:xfrm>
          <a:ln/>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r>
              <a:rPr lang="zh-CN" altLang="en-US" sz="1200" dirty="0">
                <a:solidFill>
                  <a:schemeClr val="folHlink"/>
                </a:solidFill>
              </a:rPr>
              <a:t>《虚拟地理环境及其应用》</a:t>
            </a:r>
            <a:endParaRPr lang="zh-CN" altLang="en-US" sz="1200" dirty="0">
              <a:solidFill>
                <a:schemeClr val="folHlink"/>
              </a:solidFill>
            </a:endParaRPr>
          </a:p>
        </p:txBody>
      </p:sp>
      <p:sp>
        <p:nvSpPr>
          <p:cNvPr id="123906" name="Rectangle 2"/>
          <p:cNvSpPr/>
          <p:nvPr/>
        </p:nvSpPr>
        <p:spPr>
          <a:xfrm>
            <a:off x="1116013" y="1831975"/>
            <a:ext cx="7559675" cy="3198813"/>
          </a:xfrm>
          <a:prstGeom prst="rect">
            <a:avLst/>
          </a:prstGeom>
          <a:noFill/>
          <a:ln w="9525">
            <a:noFill/>
          </a:ln>
        </p:spPr>
        <p:txBody>
          <a:bodyPr anchor="ctr" anchorCtr="0">
            <a:spAutoFit/>
          </a:bodyPr>
          <a:p>
            <a:pPr indent="276225" eaLnBrk="1" hangingPunct="1"/>
            <a:r>
              <a:rPr lang="zh-CN" altLang="en-US" sz="2200" b="1" dirty="0">
                <a:latin typeface="Times New Roman" panose="02020603050405020304" pitchFamily="18" charset="0"/>
              </a:rPr>
              <a:t>事件说明：</a:t>
            </a:r>
            <a:endParaRPr lang="zh-CN" altLang="en-US" sz="2200" b="1" dirty="0">
              <a:latin typeface="Times New Roman" panose="02020603050405020304" pitchFamily="18" charset="0"/>
            </a:endParaRPr>
          </a:p>
          <a:p>
            <a:pPr indent="276225" eaLnBrk="1" hangingPunct="1"/>
            <a:r>
              <a:rPr lang="en-US" altLang="zh-CN" sz="2200" b="1" dirty="0">
                <a:latin typeface="Times New Roman" panose="02020603050405020304" pitchFamily="18" charset="0"/>
              </a:rPr>
              <a:t>Duration_changed    </a:t>
            </a:r>
            <a:r>
              <a:rPr lang="zh-CN" altLang="en-US" sz="2200" b="1" dirty="0">
                <a:latin typeface="Times New Roman" panose="02020603050405020304" pitchFamily="18" charset="0"/>
              </a:rPr>
              <a:t>该事件是</a:t>
            </a:r>
            <a:r>
              <a:rPr lang="en-US" altLang="zh-CN" sz="2200" b="1" dirty="0">
                <a:latin typeface="Times New Roman" panose="02020603050405020304" pitchFamily="18" charset="0"/>
              </a:rPr>
              <a:t>eventout</a:t>
            </a:r>
            <a:r>
              <a:rPr lang="zh-CN" altLang="en-US" sz="2200" b="1" dirty="0">
                <a:latin typeface="Times New Roman" panose="02020603050405020304" pitchFamily="18" charset="0"/>
              </a:rPr>
              <a:t>事件，指明电影的持续时间，影片播放的时间是以秒为单位，被送出的播放时间值和影片载入的时间值相同。-1表明电影纹理文件还没被装载。</a:t>
            </a:r>
            <a:endParaRPr lang="zh-CN" altLang="en-US" sz="2200" b="1" dirty="0">
              <a:latin typeface="Times New Roman" panose="02020603050405020304" pitchFamily="18" charset="0"/>
            </a:endParaRPr>
          </a:p>
          <a:p>
            <a:pPr indent="276225" eaLnBrk="1" hangingPunct="1"/>
            <a:r>
              <a:rPr lang="en-US" altLang="zh-CN" sz="2200" b="1" dirty="0">
                <a:latin typeface="Times New Roman" panose="02020603050405020304" pitchFamily="18" charset="0"/>
              </a:rPr>
              <a:t>Isactive        </a:t>
            </a:r>
            <a:r>
              <a:rPr lang="zh-CN" altLang="en-US" sz="2200" b="1" dirty="0">
                <a:latin typeface="Times New Roman" panose="02020603050405020304" pitchFamily="18" charset="0"/>
              </a:rPr>
              <a:t>该事件是</a:t>
            </a:r>
            <a:r>
              <a:rPr lang="en-US" altLang="zh-CN" sz="2200" b="1" dirty="0">
                <a:latin typeface="Times New Roman" panose="02020603050405020304" pitchFamily="18" charset="0"/>
              </a:rPr>
              <a:t>eventout</a:t>
            </a:r>
            <a:r>
              <a:rPr lang="zh-CN" altLang="en-US" sz="2200" b="1" dirty="0">
                <a:latin typeface="Times New Roman" panose="02020603050405020304" pitchFamily="18" charset="0"/>
              </a:rPr>
              <a:t>事件，输出的事件值为布尔值。当影片开始播放时，输出值为</a:t>
            </a:r>
            <a:r>
              <a:rPr lang="en-US" altLang="zh-CN" sz="2200" b="1" dirty="0">
                <a:latin typeface="Times New Roman" panose="02020603050405020304" pitchFamily="18" charset="0"/>
              </a:rPr>
              <a:t>TRUE，</a:t>
            </a:r>
            <a:r>
              <a:rPr lang="zh-CN" altLang="en-US" sz="2200" b="1" dirty="0">
                <a:latin typeface="Times New Roman" panose="02020603050405020304" pitchFamily="18" charset="0"/>
              </a:rPr>
              <a:t>当影片停止播放时，输出值为</a:t>
            </a:r>
            <a:r>
              <a:rPr lang="en-US" altLang="zh-CN" sz="2200" b="1" dirty="0">
                <a:latin typeface="Times New Roman" panose="02020603050405020304" pitchFamily="18" charset="0"/>
              </a:rPr>
              <a:t>FALSE。 </a:t>
            </a:r>
            <a:endParaRPr lang="en-US" altLang="zh-CN" sz="2200" b="1" dirty="0">
              <a:latin typeface="Times New Roman" panose="02020603050405020304" pitchFamily="18" charset="0"/>
            </a:endParaRPr>
          </a:p>
          <a:p>
            <a:pPr indent="276225" eaLnBrk="1" hangingPunct="1"/>
            <a:r>
              <a:rPr lang="zh-CN" altLang="en-US" sz="2800" b="1" dirty="0">
                <a:latin typeface="宋体" panose="02010600030101010101" pitchFamily="2" charset="-122"/>
              </a:rPr>
              <a:t>示例5-5</a:t>
            </a:r>
            <a:endParaRPr lang="en-US" altLang="zh-CN" sz="2800" b="1" dirty="0">
              <a:latin typeface="宋体" panose="02010600030101010101" pitchFamily="2" charset="-122"/>
            </a:endParaRPr>
          </a:p>
        </p:txBody>
      </p:sp>
      <p:sp>
        <p:nvSpPr>
          <p:cNvPr id="110596" name="Rectangle 3"/>
          <p:cNvSpPr/>
          <p:nvPr/>
        </p:nvSpPr>
        <p:spPr>
          <a:xfrm>
            <a:off x="1331913" y="908050"/>
            <a:ext cx="5176837" cy="457200"/>
          </a:xfrm>
          <a:prstGeom prst="rect">
            <a:avLst/>
          </a:prstGeom>
          <a:noFill/>
          <a:ln w="9525">
            <a:noFill/>
          </a:ln>
        </p:spPr>
        <p:txBody>
          <a:bodyPr wrap="none">
            <a:spAutoFit/>
          </a:bodyPr>
          <a:p>
            <a:pPr eaLnBrk="1" hangingPunct="1"/>
            <a:r>
              <a:rPr lang="zh-CN" altLang="en-US" b="1" dirty="0">
                <a:latin typeface="Times New Roman" panose="02020603050405020304" pitchFamily="18" charset="0"/>
              </a:rPr>
              <a:t>影片型的表面材质节点--</a:t>
            </a:r>
            <a:r>
              <a:rPr lang="en-US" altLang="zh-CN" b="1" dirty="0">
                <a:latin typeface="Times New Roman" panose="02020603050405020304" pitchFamily="18" charset="0"/>
              </a:rPr>
              <a:t>Movietexture</a:t>
            </a:r>
            <a:endParaRPr lang="en-US" altLang="zh-CN" b="1" dirty="0">
              <a:latin typeface="Times New Roman" panose="02020603050405020304" pitchFamily="18" charset="0"/>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16" fill="hold" nodeType="afterEffect">
                                  <p:stCondLst>
                                    <p:cond delay="0"/>
                                  </p:stCondLst>
                                  <p:childTnLst>
                                    <p:set>
                                      <p:cBhvr>
                                        <p:cTn id="6" dur="1" fill="hold">
                                          <p:stCondLst>
                                            <p:cond delay="0"/>
                                          </p:stCondLst>
                                        </p:cTn>
                                        <p:tgtEl>
                                          <p:spTgt spid="123906"/>
                                        </p:tgtEl>
                                        <p:attrNameLst>
                                          <p:attrName>style.visibility</p:attrName>
                                        </p:attrNameLst>
                                      </p:cBhvr>
                                      <p:to>
                                        <p:strVal val="visible"/>
                                      </p:to>
                                    </p:set>
                                    <p:animEffect transition="in" filter="box(in)">
                                      <p:cBhvr>
                                        <p:cTn id="7" dur="500"/>
                                        <p:tgtEl>
                                          <p:spTgt spid="1239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906"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1618" name="页脚占位符 1"/>
          <p:cNvSpPr txBox="1">
            <a:spLocks noGrp="1"/>
          </p:cNvSpPr>
          <p:nvPr>
            <p:ph type="ftr" sz="quarter" idx="3"/>
          </p:nvPr>
        </p:nvSpPr>
        <p:spPr>
          <a:xfrm>
            <a:off x="3733800" y="6570663"/>
            <a:ext cx="2590800" cy="280987"/>
          </a:xfrm>
          <a:ln/>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r>
              <a:rPr lang="zh-CN" altLang="en-US" sz="1200" dirty="0">
                <a:solidFill>
                  <a:schemeClr val="folHlink"/>
                </a:solidFill>
              </a:rPr>
              <a:t>《虚拟地理环境及其应用》</a:t>
            </a:r>
            <a:endParaRPr lang="zh-CN" altLang="en-US" sz="1200" dirty="0">
              <a:solidFill>
                <a:schemeClr val="folHlink"/>
              </a:solidFill>
            </a:endParaRPr>
          </a:p>
        </p:txBody>
      </p:sp>
      <p:sp>
        <p:nvSpPr>
          <p:cNvPr id="124930" name="Rectangle 2"/>
          <p:cNvSpPr/>
          <p:nvPr/>
        </p:nvSpPr>
        <p:spPr>
          <a:xfrm>
            <a:off x="1042988" y="2216150"/>
            <a:ext cx="7561262" cy="3749675"/>
          </a:xfrm>
          <a:prstGeom prst="rect">
            <a:avLst/>
          </a:prstGeom>
          <a:noFill/>
          <a:ln w="9525">
            <a:noFill/>
          </a:ln>
        </p:spPr>
        <p:txBody>
          <a:bodyPr anchor="ctr" anchorCtr="0">
            <a:spAutoFit/>
          </a:bodyPr>
          <a:p>
            <a:pPr indent="276225" eaLnBrk="1" hangingPunct="1"/>
            <a:r>
              <a:rPr lang="en-US" altLang="zh-CN" sz="2000" b="1" dirty="0">
                <a:latin typeface="Times New Roman" panose="02020603050405020304" pitchFamily="18" charset="0"/>
              </a:rPr>
              <a:t>Texturetransform</a:t>
            </a:r>
            <a:r>
              <a:rPr lang="zh-CN" altLang="en-US" sz="2000" b="1" dirty="0">
                <a:latin typeface="Times New Roman" panose="02020603050405020304" pitchFamily="18" charset="0"/>
              </a:rPr>
              <a:t>节点是</a:t>
            </a:r>
            <a:r>
              <a:rPr lang="en-US" altLang="zh-CN" sz="2000" b="1" dirty="0">
                <a:latin typeface="Times New Roman" panose="02020603050405020304" pitchFamily="18" charset="0"/>
              </a:rPr>
              <a:t>Appearance</a:t>
            </a:r>
            <a:r>
              <a:rPr lang="zh-CN" altLang="en-US" sz="2000" b="1" dirty="0">
                <a:latin typeface="Times New Roman" panose="02020603050405020304" pitchFamily="18" charset="0"/>
              </a:rPr>
              <a:t>节点中的</a:t>
            </a:r>
            <a:r>
              <a:rPr lang="en-US" altLang="zh-CN" sz="2000" b="1" dirty="0">
                <a:latin typeface="Times New Roman" panose="02020603050405020304" pitchFamily="18" charset="0"/>
              </a:rPr>
              <a:t>Texturetransform</a:t>
            </a:r>
            <a:r>
              <a:rPr lang="zh-CN" altLang="en-US" sz="2000" b="1" dirty="0">
                <a:latin typeface="Times New Roman" panose="02020603050405020304" pitchFamily="18" charset="0"/>
              </a:rPr>
              <a:t>字段的字段值，且只在</a:t>
            </a:r>
            <a:r>
              <a:rPr lang="en-US" altLang="zh-CN" sz="2000" b="1" dirty="0">
                <a:latin typeface="Times New Roman" panose="02020603050405020304" pitchFamily="18" charset="0"/>
              </a:rPr>
              <a:t>Appearance</a:t>
            </a:r>
            <a:r>
              <a:rPr lang="zh-CN" altLang="en-US" sz="2000" b="1" dirty="0">
                <a:latin typeface="Times New Roman" panose="02020603050405020304" pitchFamily="18" charset="0"/>
              </a:rPr>
              <a:t>节点的</a:t>
            </a:r>
            <a:r>
              <a:rPr lang="en-US" altLang="zh-CN" sz="2000" b="1" dirty="0">
                <a:latin typeface="Times New Roman" panose="02020603050405020304" pitchFamily="18" charset="0"/>
              </a:rPr>
              <a:t>textureTransf orm</a:t>
            </a:r>
            <a:r>
              <a:rPr lang="zh-CN" altLang="en-US" sz="2000" b="1" dirty="0">
                <a:latin typeface="Times New Roman" panose="02020603050405020304" pitchFamily="18" charset="0"/>
              </a:rPr>
              <a:t>字段中使用。这个节点中的操作的顺序是缩放、旋转、平移。此节点用来改变粘贴在几何对象表面的图片或影片的位置，可以使其转动、平移或改变图片的尺寸。</a:t>
            </a:r>
            <a:endParaRPr lang="zh-CN" altLang="en-US" sz="2000" b="1" dirty="0">
              <a:latin typeface="Times New Roman" panose="02020603050405020304" pitchFamily="18" charset="0"/>
            </a:endParaRPr>
          </a:p>
          <a:p>
            <a:pPr indent="276225" eaLnBrk="1" hangingPunct="1"/>
            <a:r>
              <a:rPr lang="en-US" altLang="zh-CN" sz="2000" b="1" dirty="0">
                <a:latin typeface="Times New Roman" panose="02020603050405020304" pitchFamily="18" charset="0"/>
              </a:rPr>
              <a:t>TextureTransform  Node  Syntax</a:t>
            </a:r>
            <a:endParaRPr lang="en-US" altLang="zh-CN" sz="2000" b="1" dirty="0">
              <a:latin typeface="Times New Roman" panose="02020603050405020304" pitchFamily="18" charset="0"/>
            </a:endParaRPr>
          </a:p>
          <a:p>
            <a:pPr indent="276225" eaLnBrk="1" hangingPunct="1"/>
            <a:r>
              <a:rPr lang="en-US" altLang="zh-CN" sz="2000" b="1" dirty="0">
                <a:latin typeface="Times New Roman" panose="02020603050405020304" pitchFamily="18" charset="0"/>
              </a:rPr>
              <a:t>  Texturetransform  {</a:t>
            </a:r>
            <a:endParaRPr lang="en-US" altLang="zh-CN" sz="2000" b="1" dirty="0">
              <a:latin typeface="Times New Roman" panose="02020603050405020304" pitchFamily="18" charset="0"/>
            </a:endParaRPr>
          </a:p>
          <a:p>
            <a:pPr indent="276225" eaLnBrk="1" hangingPunct="1"/>
            <a:r>
              <a:rPr lang="en-US" altLang="zh-CN" sz="2000" b="1" dirty="0">
                <a:latin typeface="Times New Roman" panose="02020603050405020304" pitchFamily="18" charset="0"/>
              </a:rPr>
              <a:t>         Exposedfield      SFVec2f       center     0  0    #(-∞,+∞)</a:t>
            </a:r>
            <a:endParaRPr lang="en-US" altLang="zh-CN" sz="2000" b="1" dirty="0">
              <a:latin typeface="Times New Roman" panose="02020603050405020304" pitchFamily="18" charset="0"/>
            </a:endParaRPr>
          </a:p>
          <a:p>
            <a:pPr indent="276225" eaLnBrk="1" hangingPunct="1"/>
            <a:r>
              <a:rPr lang="en-US" altLang="zh-CN" sz="2000" b="1" dirty="0">
                <a:latin typeface="Times New Roman" panose="02020603050405020304" pitchFamily="18" charset="0"/>
              </a:rPr>
              <a:t>         Exposedfield      SFFloat        rotation     0     #(-∞,+∞)</a:t>
            </a:r>
            <a:endParaRPr lang="en-US" altLang="zh-CN" sz="2000" b="1" dirty="0">
              <a:latin typeface="Times New Roman" panose="02020603050405020304" pitchFamily="18" charset="0"/>
            </a:endParaRPr>
          </a:p>
          <a:p>
            <a:pPr indent="276225" eaLnBrk="1" hangingPunct="1"/>
            <a:r>
              <a:rPr lang="en-US" altLang="zh-CN" sz="2000" b="1" dirty="0">
                <a:latin typeface="Times New Roman" panose="02020603050405020304" pitchFamily="18" charset="0"/>
              </a:rPr>
              <a:t>         Exposedfield      SFVec2f        scale      1 1    #(-∞,+∞)</a:t>
            </a:r>
            <a:endParaRPr lang="en-US" altLang="zh-CN" sz="2000" b="1" dirty="0">
              <a:latin typeface="Times New Roman" panose="02020603050405020304" pitchFamily="18" charset="0"/>
            </a:endParaRPr>
          </a:p>
          <a:p>
            <a:pPr indent="276225" eaLnBrk="1" hangingPunct="1"/>
            <a:r>
              <a:rPr lang="en-US" altLang="zh-CN" sz="2000" b="1" dirty="0">
                <a:latin typeface="Times New Roman" panose="02020603050405020304" pitchFamily="18" charset="0"/>
              </a:rPr>
              <a:t>         Exposedfield      SFVec2f        translation  0 0    #(-∞,+∞)</a:t>
            </a:r>
            <a:endParaRPr lang="en-US" altLang="zh-CN" sz="2000" b="1" dirty="0">
              <a:latin typeface="Times New Roman" panose="02020603050405020304" pitchFamily="18" charset="0"/>
            </a:endParaRPr>
          </a:p>
          <a:p>
            <a:pPr indent="276225" eaLnBrk="1" hangingPunct="1"/>
            <a:r>
              <a:rPr lang="en-US" altLang="zh-CN" sz="2000" b="1" dirty="0">
                <a:latin typeface="Times New Roman" panose="02020603050405020304" pitchFamily="18" charset="0"/>
              </a:rPr>
              <a:t>                 }</a:t>
            </a:r>
            <a:endParaRPr lang="en-US" altLang="zh-CN" sz="2000" b="1" dirty="0">
              <a:latin typeface="Times New Roman" panose="02020603050405020304" pitchFamily="18" charset="0"/>
            </a:endParaRPr>
          </a:p>
        </p:txBody>
      </p:sp>
      <p:sp>
        <p:nvSpPr>
          <p:cNvPr id="111620" name="Rectangle 3"/>
          <p:cNvSpPr/>
          <p:nvPr/>
        </p:nvSpPr>
        <p:spPr>
          <a:xfrm>
            <a:off x="1403350" y="908050"/>
            <a:ext cx="6092825" cy="457200"/>
          </a:xfrm>
          <a:prstGeom prst="rect">
            <a:avLst/>
          </a:prstGeom>
          <a:noFill/>
          <a:ln w="9525">
            <a:noFill/>
          </a:ln>
        </p:spPr>
        <p:txBody>
          <a:bodyPr wrap="none">
            <a:spAutoFit/>
          </a:bodyPr>
          <a:p>
            <a:pPr eaLnBrk="1" hangingPunct="1"/>
            <a:r>
              <a:rPr lang="zh-CN" altLang="en-US" b="1" dirty="0">
                <a:latin typeface="Times New Roman" panose="02020603050405020304" pitchFamily="18" charset="0"/>
              </a:rPr>
              <a:t>六、表面材质的转换节点--</a:t>
            </a:r>
            <a:r>
              <a:rPr lang="en-US" altLang="zh-CN" b="1" dirty="0">
                <a:latin typeface="Times New Roman" panose="02020603050405020304" pitchFamily="18" charset="0"/>
              </a:rPr>
              <a:t>Texturetransform</a:t>
            </a:r>
            <a:endParaRPr lang="en-US" altLang="zh-CN" b="1" dirty="0">
              <a:latin typeface="Times New Roman" panose="02020603050405020304" pitchFamily="18" charset="0"/>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nodeType="afterEffect">
                                  <p:stCondLst>
                                    <p:cond delay="0"/>
                                  </p:stCondLst>
                                  <p:childTnLst>
                                    <p:set>
                                      <p:cBhvr>
                                        <p:cTn id="6" dur="1" fill="hold">
                                          <p:stCondLst>
                                            <p:cond delay="0"/>
                                          </p:stCondLst>
                                        </p:cTn>
                                        <p:tgtEl>
                                          <p:spTgt spid="124930"/>
                                        </p:tgtEl>
                                        <p:attrNameLst>
                                          <p:attrName>style.visibility</p:attrName>
                                        </p:attrNameLst>
                                      </p:cBhvr>
                                      <p:to>
                                        <p:strVal val="visible"/>
                                      </p:to>
                                    </p:set>
                                    <p:animEffect transition="in" filter="slide(fromBottom)">
                                      <p:cBhvr>
                                        <p:cTn id="7" dur="500"/>
                                        <p:tgtEl>
                                          <p:spTgt spid="1249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4930"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42" name="页脚占位符 1"/>
          <p:cNvSpPr txBox="1">
            <a:spLocks noGrp="1"/>
          </p:cNvSpPr>
          <p:nvPr>
            <p:ph type="ftr" sz="quarter" idx="3"/>
          </p:nvPr>
        </p:nvSpPr>
        <p:spPr>
          <a:xfrm>
            <a:off x="3733800" y="6570663"/>
            <a:ext cx="2590800" cy="280987"/>
          </a:xfrm>
          <a:ln/>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r>
              <a:rPr lang="zh-CN" altLang="en-US" sz="1200" dirty="0">
                <a:solidFill>
                  <a:schemeClr val="folHlink"/>
                </a:solidFill>
              </a:rPr>
              <a:t>《虚拟地理环境及其应用》</a:t>
            </a:r>
            <a:endParaRPr lang="zh-CN" altLang="en-US" sz="1200" dirty="0">
              <a:solidFill>
                <a:schemeClr val="folHlink"/>
              </a:solidFill>
            </a:endParaRPr>
          </a:p>
        </p:txBody>
      </p:sp>
      <p:sp>
        <p:nvSpPr>
          <p:cNvPr id="125954" name="Rectangle 2"/>
          <p:cNvSpPr/>
          <p:nvPr/>
        </p:nvSpPr>
        <p:spPr>
          <a:xfrm>
            <a:off x="1187450" y="1841500"/>
            <a:ext cx="7632700" cy="3387725"/>
          </a:xfrm>
          <a:prstGeom prst="rect">
            <a:avLst/>
          </a:prstGeom>
          <a:noFill/>
          <a:ln w="9525">
            <a:noFill/>
          </a:ln>
        </p:spPr>
        <p:txBody>
          <a:bodyPr anchor="ctr" anchorCtr="0">
            <a:spAutoFit/>
          </a:bodyPr>
          <a:p>
            <a:pPr indent="276225" eaLnBrk="1" hangingPunct="1"/>
            <a:r>
              <a:rPr lang="zh-CN" altLang="en-US" sz="1800" b="1" dirty="0">
                <a:latin typeface="Times New Roman" panose="02020603050405020304" pitchFamily="18" charset="0"/>
              </a:rPr>
              <a:t>字段说明：</a:t>
            </a:r>
            <a:endParaRPr lang="zh-CN" altLang="en-US" sz="1800" b="1" dirty="0">
              <a:latin typeface="Times New Roman" panose="02020603050405020304" pitchFamily="18" charset="0"/>
            </a:endParaRPr>
          </a:p>
          <a:p>
            <a:pPr indent="276225" eaLnBrk="1" hangingPunct="1"/>
            <a:r>
              <a:rPr lang="en-US" altLang="zh-CN" sz="1800" b="1" dirty="0">
                <a:latin typeface="Times New Roman" panose="02020603050405020304" pitchFamily="18" charset="0"/>
              </a:rPr>
              <a:t>Center     </a:t>
            </a:r>
            <a:r>
              <a:rPr lang="zh-CN" altLang="en-US" sz="1800" b="1" dirty="0">
                <a:latin typeface="Times New Roman" panose="02020603050405020304" pitchFamily="18" charset="0"/>
              </a:rPr>
              <a:t>该字段是一个二维的浮点数向量值。它的功能是定义一个粘贴图片的任意几何中心点，作为旋转（</a:t>
            </a:r>
            <a:r>
              <a:rPr lang="en-US" altLang="zh-CN" sz="1800" b="1" dirty="0">
                <a:latin typeface="Times New Roman" panose="02020603050405020304" pitchFamily="18" charset="0"/>
              </a:rPr>
              <a:t>rotation）</a:t>
            </a:r>
            <a:r>
              <a:rPr lang="zh-CN" altLang="en-US" sz="1800" b="1" dirty="0">
                <a:latin typeface="Times New Roman" panose="02020603050405020304" pitchFamily="18" charset="0"/>
              </a:rPr>
              <a:t>或缩放尺寸（</a:t>
            </a:r>
            <a:r>
              <a:rPr lang="en-US" altLang="zh-CN" sz="1800" b="1" dirty="0">
                <a:latin typeface="Times New Roman" panose="02020603050405020304" pitchFamily="18" charset="0"/>
              </a:rPr>
              <a:t>scale）</a:t>
            </a:r>
            <a:r>
              <a:rPr lang="zh-CN" altLang="en-US" sz="1800" b="1" dirty="0">
                <a:latin typeface="Times New Roman" panose="02020603050405020304" pitchFamily="18" charset="0"/>
              </a:rPr>
              <a:t>的中心位置，默认值是（0，0），以粘贴图片的（</a:t>
            </a:r>
            <a:r>
              <a:rPr lang="en-US" altLang="zh-CN" sz="1800" b="1" dirty="0">
                <a:latin typeface="Times New Roman" panose="02020603050405020304" pitchFamily="18" charset="0"/>
              </a:rPr>
              <a:t>S，T）</a:t>
            </a:r>
            <a:r>
              <a:rPr lang="zh-CN" altLang="en-US" sz="1800" b="1" dirty="0">
                <a:latin typeface="Times New Roman" panose="02020603050405020304" pitchFamily="18" charset="0"/>
              </a:rPr>
              <a:t>坐标为坐标。</a:t>
            </a:r>
            <a:endParaRPr lang="zh-CN" altLang="en-US" sz="1800" b="1" dirty="0">
              <a:latin typeface="Times New Roman" panose="02020603050405020304" pitchFamily="18" charset="0"/>
            </a:endParaRPr>
          </a:p>
          <a:p>
            <a:pPr indent="276225" eaLnBrk="1" hangingPunct="1"/>
            <a:r>
              <a:rPr lang="en-US" altLang="zh-CN" sz="1800" b="1" dirty="0">
                <a:latin typeface="Times New Roman" panose="02020603050405020304" pitchFamily="18" charset="0"/>
              </a:rPr>
              <a:t>Rotation    </a:t>
            </a:r>
            <a:r>
              <a:rPr lang="zh-CN" altLang="en-US" sz="1800" b="1" dirty="0">
                <a:latin typeface="Times New Roman" panose="02020603050405020304" pitchFamily="18" charset="0"/>
              </a:rPr>
              <a:t>该字段是一个浮点数的字段值。它的功能是以粘贴图片的（</a:t>
            </a:r>
            <a:r>
              <a:rPr lang="en-US" altLang="zh-CN" sz="1800" b="1" dirty="0">
                <a:latin typeface="Times New Roman" panose="02020603050405020304" pitchFamily="18" charset="0"/>
              </a:rPr>
              <a:t>S，T）</a:t>
            </a:r>
            <a:r>
              <a:rPr lang="zh-CN" altLang="en-US" sz="1800" b="1" dirty="0">
                <a:latin typeface="Times New Roman" panose="02020603050405020304" pitchFamily="18" charset="0"/>
              </a:rPr>
              <a:t>坐标为坐标，依照所定义的几何中心点旋转，旋转的角度是弧度（</a:t>
            </a:r>
            <a:r>
              <a:rPr lang="en-US" altLang="zh-CN" sz="1800" b="1" dirty="0">
                <a:latin typeface="Times New Roman" panose="02020603050405020304" pitchFamily="18" charset="0"/>
              </a:rPr>
              <a:t>radians），</a:t>
            </a:r>
            <a:r>
              <a:rPr lang="zh-CN" altLang="en-US" sz="1800" b="1" dirty="0">
                <a:latin typeface="Times New Roman" panose="02020603050405020304" pitchFamily="18" charset="0"/>
              </a:rPr>
              <a:t>默认值是0。</a:t>
            </a:r>
            <a:endParaRPr lang="zh-CN" altLang="en-US" sz="1800" b="1" dirty="0">
              <a:latin typeface="Times New Roman" panose="02020603050405020304" pitchFamily="18" charset="0"/>
            </a:endParaRPr>
          </a:p>
          <a:p>
            <a:pPr indent="276225" eaLnBrk="1" hangingPunct="1"/>
            <a:r>
              <a:rPr lang="en-US" altLang="zh-CN" sz="1800" b="1" dirty="0">
                <a:latin typeface="Times New Roman" panose="02020603050405020304" pitchFamily="18" charset="0"/>
              </a:rPr>
              <a:t>Scale       </a:t>
            </a:r>
            <a:r>
              <a:rPr lang="zh-CN" altLang="en-US" sz="1800" b="1" dirty="0">
                <a:latin typeface="Times New Roman" panose="02020603050405020304" pitchFamily="18" charset="0"/>
              </a:rPr>
              <a:t>该字段是一个二维的浮点数向量, 它的功能是以粘贴图片的（</a:t>
            </a:r>
            <a:r>
              <a:rPr lang="en-US" altLang="zh-CN" sz="1800" b="1" dirty="0">
                <a:latin typeface="Times New Roman" panose="02020603050405020304" pitchFamily="18" charset="0"/>
              </a:rPr>
              <a:t>S，T）</a:t>
            </a:r>
            <a:r>
              <a:rPr lang="zh-CN" altLang="en-US" sz="1800" b="1" dirty="0">
                <a:latin typeface="Times New Roman" panose="02020603050405020304" pitchFamily="18" charset="0"/>
              </a:rPr>
              <a:t>坐标为坐标，依照所定义的几何中心点进行缩放，两个轴向的缩放程度可以不同，默认值是1 1，表示不进行任何的缩放；</a:t>
            </a:r>
            <a:endParaRPr lang="zh-CN" altLang="en-US" sz="1800" b="1" dirty="0">
              <a:latin typeface="Times New Roman" panose="02020603050405020304" pitchFamily="18" charset="0"/>
            </a:endParaRPr>
          </a:p>
          <a:p>
            <a:pPr indent="276225" eaLnBrk="1" hangingPunct="1"/>
            <a:r>
              <a:rPr lang="en-US" altLang="zh-CN" sz="1800" b="1" dirty="0">
                <a:latin typeface="Times New Roman" panose="02020603050405020304" pitchFamily="18" charset="0"/>
              </a:rPr>
              <a:t>Translation   </a:t>
            </a:r>
            <a:r>
              <a:rPr lang="zh-CN" altLang="en-US" sz="1800" b="1" dirty="0">
                <a:latin typeface="Times New Roman" panose="02020603050405020304" pitchFamily="18" charset="0"/>
              </a:rPr>
              <a:t>该字段是一个二维的浮点数向量值，它可以重新定义欲粘贴图片的位置，默认值是0  0，以粘贴图片的（</a:t>
            </a:r>
            <a:r>
              <a:rPr lang="en-US" altLang="zh-CN" sz="1800" b="1" dirty="0">
                <a:latin typeface="Times New Roman" panose="02020603050405020304" pitchFamily="18" charset="0"/>
              </a:rPr>
              <a:t>S，T）</a:t>
            </a:r>
            <a:r>
              <a:rPr lang="zh-CN" altLang="en-US" sz="1800" b="1" dirty="0">
                <a:latin typeface="Times New Roman" panose="02020603050405020304" pitchFamily="18" charset="0"/>
              </a:rPr>
              <a:t>坐标为坐标。</a:t>
            </a:r>
            <a:endParaRPr lang="zh-CN" altLang="en-US" sz="1800" b="1" dirty="0">
              <a:latin typeface="Times New Roman" panose="02020603050405020304" pitchFamily="18" charset="0"/>
            </a:endParaRPr>
          </a:p>
        </p:txBody>
      </p:sp>
      <p:sp>
        <p:nvSpPr>
          <p:cNvPr id="112644" name="Rectangle 3"/>
          <p:cNvSpPr/>
          <p:nvPr/>
        </p:nvSpPr>
        <p:spPr>
          <a:xfrm>
            <a:off x="1476375" y="908050"/>
            <a:ext cx="5483225" cy="457200"/>
          </a:xfrm>
          <a:prstGeom prst="rect">
            <a:avLst/>
          </a:prstGeom>
          <a:noFill/>
          <a:ln w="9525">
            <a:noFill/>
          </a:ln>
        </p:spPr>
        <p:txBody>
          <a:bodyPr wrap="none">
            <a:spAutoFit/>
          </a:bodyPr>
          <a:p>
            <a:pPr eaLnBrk="1" hangingPunct="1"/>
            <a:r>
              <a:rPr lang="zh-CN" altLang="en-US" b="1" dirty="0">
                <a:latin typeface="Times New Roman" panose="02020603050405020304" pitchFamily="18" charset="0"/>
              </a:rPr>
              <a:t>表面材质的转换节点--</a:t>
            </a:r>
            <a:r>
              <a:rPr lang="en-US" altLang="zh-CN" b="1" dirty="0">
                <a:latin typeface="Times New Roman" panose="02020603050405020304" pitchFamily="18" charset="0"/>
              </a:rPr>
              <a:t>Texturetransform</a:t>
            </a:r>
            <a:endParaRPr lang="en-US" altLang="zh-CN" b="1" dirty="0">
              <a:latin typeface="Times New Roman" panose="02020603050405020304" pitchFamily="18" charset="0"/>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afterEffect">
                                  <p:stCondLst>
                                    <p:cond delay="0"/>
                                  </p:stCondLst>
                                  <p:childTnLst>
                                    <p:set>
                                      <p:cBhvr>
                                        <p:cTn id="6" dur="1" fill="hold">
                                          <p:stCondLst>
                                            <p:cond delay="0"/>
                                          </p:stCondLst>
                                        </p:cTn>
                                        <p:tgtEl>
                                          <p:spTgt spid="125954"/>
                                        </p:tgtEl>
                                        <p:attrNameLst>
                                          <p:attrName>style.visibility</p:attrName>
                                        </p:attrNameLst>
                                      </p:cBhvr>
                                      <p:to>
                                        <p:strVal val="visible"/>
                                      </p:to>
                                    </p:set>
                                    <p:animEffect transition="in" filter="blinds(horizontal)">
                                      <p:cBhvr>
                                        <p:cTn id="7" dur="500"/>
                                        <p:tgtEl>
                                          <p:spTgt spid="1259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5954"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3666" name="页脚占位符 3"/>
          <p:cNvSpPr txBox="1">
            <a:spLocks noGrp="1"/>
          </p:cNvSpPr>
          <p:nvPr>
            <p:ph type="ftr" sz="quarter" idx="3"/>
          </p:nvPr>
        </p:nvSpPr>
        <p:spPr>
          <a:xfrm>
            <a:off x="3733800" y="6570663"/>
            <a:ext cx="2590800" cy="280987"/>
          </a:xfrm>
          <a:ln/>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r>
              <a:rPr lang="zh-CN" altLang="en-US" sz="1200" dirty="0">
                <a:solidFill>
                  <a:schemeClr val="folHlink"/>
                </a:solidFill>
              </a:rPr>
              <a:t>《虚拟地理环境及其应用》</a:t>
            </a:r>
            <a:endParaRPr lang="zh-CN" altLang="en-US" sz="1200" dirty="0">
              <a:solidFill>
                <a:schemeClr val="folHlink"/>
              </a:solidFill>
            </a:endParaRPr>
          </a:p>
        </p:txBody>
      </p:sp>
      <p:sp>
        <p:nvSpPr>
          <p:cNvPr id="113667" name="Rectangle 1026"/>
          <p:cNvSpPr>
            <a:spLocks noGrp="1"/>
          </p:cNvSpPr>
          <p:nvPr>
            <p:ph type="title"/>
          </p:nvPr>
        </p:nvSpPr>
        <p:spPr>
          <a:xfrm>
            <a:off x="1403350" y="765175"/>
            <a:ext cx="6105525" cy="490538"/>
          </a:xfrm>
          <a:ln/>
        </p:spPr>
        <p:txBody>
          <a:bodyPr vert="horz" wrap="square" lIns="91440" tIns="45720" rIns="91440" bIns="45720" anchor="ctr" anchorCtr="0"/>
          <a:p>
            <a:pPr algn="l" eaLnBrk="1" hangingPunct="1"/>
            <a:r>
              <a:rPr lang="en-US" altLang="zh-CN" sz="3600" b="1" dirty="0">
                <a:solidFill>
                  <a:schemeClr val="tx1"/>
                </a:solidFill>
                <a:latin typeface="隶书" panose="02010509060101010101" pitchFamily="49" charset="-122"/>
                <a:ea typeface="隶书" panose="02010509060101010101" pitchFamily="49" charset="-122"/>
              </a:rPr>
              <a:t>4.6  </a:t>
            </a:r>
            <a:r>
              <a:rPr lang="zh-CN" altLang="en-US" sz="3600" b="1" dirty="0">
                <a:solidFill>
                  <a:schemeClr val="tx1"/>
                </a:solidFill>
                <a:latin typeface="隶书" panose="02010509060101010101" pitchFamily="49" charset="-122"/>
                <a:ea typeface="隶书" panose="02010509060101010101" pitchFamily="49" charset="-122"/>
              </a:rPr>
              <a:t>组合虚拟对象的群节点</a:t>
            </a:r>
            <a:endParaRPr lang="en-US" altLang="zh-CN" sz="3600" b="1" dirty="0">
              <a:solidFill>
                <a:schemeClr val="tx1"/>
              </a:solidFill>
              <a:latin typeface="隶书" panose="02010509060101010101" pitchFamily="49" charset="-122"/>
              <a:ea typeface="隶书" panose="02010509060101010101" pitchFamily="49" charset="-122"/>
            </a:endParaRPr>
          </a:p>
        </p:txBody>
      </p:sp>
      <p:sp>
        <p:nvSpPr>
          <p:cNvPr id="113668" name="Rectangle 1027"/>
          <p:cNvSpPr>
            <a:spLocks noGrp="1"/>
          </p:cNvSpPr>
          <p:nvPr>
            <p:ph idx="1"/>
          </p:nvPr>
        </p:nvSpPr>
        <p:spPr>
          <a:xfrm>
            <a:off x="971550" y="1916113"/>
            <a:ext cx="7905750" cy="4525962"/>
          </a:xfrm>
          <a:ln/>
        </p:spPr>
        <p:txBody>
          <a:bodyPr vert="horz" wrap="square" lIns="91440" tIns="45720" rIns="91440" bIns="45720" anchor="t" anchorCtr="0"/>
          <a:p>
            <a:pPr marL="0" indent="276225" eaLnBrk="1" hangingPunct="1">
              <a:spcBef>
                <a:spcPct val="0"/>
              </a:spcBef>
              <a:buNone/>
            </a:pPr>
            <a:r>
              <a:rPr lang="zh-CN" altLang="en-US" sz="3500" b="1" dirty="0">
                <a:solidFill>
                  <a:srgbClr val="33CC33"/>
                </a:solidFill>
              </a:rPr>
              <a:t>   </a:t>
            </a:r>
            <a:r>
              <a:rPr lang="zh-CN" altLang="en-US" sz="3500" b="1" dirty="0">
                <a:latin typeface="隶书" panose="02010509060101010101" pitchFamily="49" charset="-122"/>
                <a:ea typeface="隶书" panose="02010509060101010101" pitchFamily="49" charset="-122"/>
              </a:rPr>
              <a:t>群节点可以将所有的节点（群节点或子节点）包含在其中，视为一个整体对象。群节点的种类很多，如可以重定坐标的</a:t>
            </a:r>
            <a:r>
              <a:rPr lang="en-US" altLang="zh-CN" sz="3500" b="1" dirty="0">
                <a:latin typeface="隶书" panose="02010509060101010101" pitchFamily="49" charset="-122"/>
                <a:ea typeface="隶书" panose="02010509060101010101" pitchFamily="49" charset="-122"/>
              </a:rPr>
              <a:t>Transform</a:t>
            </a:r>
            <a:r>
              <a:rPr lang="zh-CN" altLang="en-US" sz="3500" b="1" dirty="0">
                <a:latin typeface="隶书" panose="02010509060101010101" pitchFamily="49" charset="-122"/>
                <a:ea typeface="隶书" panose="02010509060101010101" pitchFamily="49" charset="-122"/>
              </a:rPr>
              <a:t>节点，引入其它</a:t>
            </a:r>
            <a:r>
              <a:rPr lang="en-US" altLang="zh-CN" sz="3500" b="1" dirty="0">
                <a:latin typeface="隶书" panose="02010509060101010101" pitchFamily="49" charset="-122"/>
                <a:ea typeface="隶书" panose="02010509060101010101" pitchFamily="49" charset="-122"/>
              </a:rPr>
              <a:t>VRML</a:t>
            </a:r>
            <a:r>
              <a:rPr lang="zh-CN" altLang="en-US" sz="3500" b="1" dirty="0">
                <a:latin typeface="隶书" panose="02010509060101010101" pitchFamily="49" charset="-122"/>
                <a:ea typeface="隶书" panose="02010509060101010101" pitchFamily="49" charset="-122"/>
              </a:rPr>
              <a:t>文件的</a:t>
            </a:r>
            <a:r>
              <a:rPr lang="en-US" altLang="zh-CN" sz="3500" b="1" dirty="0">
                <a:latin typeface="隶书" panose="02010509060101010101" pitchFamily="49" charset="-122"/>
                <a:ea typeface="隶书" panose="02010509060101010101" pitchFamily="49" charset="-122"/>
              </a:rPr>
              <a:t>Inline</a:t>
            </a:r>
            <a:r>
              <a:rPr lang="zh-CN" altLang="en-US" sz="3500" b="1" dirty="0">
                <a:latin typeface="隶书" panose="02010509060101010101" pitchFamily="49" charset="-122"/>
                <a:ea typeface="隶书" panose="02010509060101010101" pitchFamily="49" charset="-122"/>
              </a:rPr>
              <a:t>节点和可以进行超级链接的</a:t>
            </a:r>
            <a:r>
              <a:rPr lang="en-US" altLang="zh-CN" sz="3500" b="1" dirty="0">
                <a:latin typeface="隶书" panose="02010509060101010101" pitchFamily="49" charset="-122"/>
                <a:ea typeface="隶书" panose="02010509060101010101" pitchFamily="49" charset="-122"/>
              </a:rPr>
              <a:t>Anchor</a:t>
            </a:r>
            <a:r>
              <a:rPr lang="zh-CN" altLang="en-US" sz="3500" b="1" dirty="0">
                <a:latin typeface="隶书" panose="02010509060101010101" pitchFamily="49" charset="-122"/>
                <a:ea typeface="隶书" panose="02010509060101010101" pitchFamily="49" charset="-122"/>
              </a:rPr>
              <a:t>节点等等，本章将介绍所有的群节点（</a:t>
            </a:r>
            <a:r>
              <a:rPr lang="en-US" altLang="zh-CN" sz="3500" b="1" dirty="0">
                <a:latin typeface="隶书" panose="02010509060101010101" pitchFamily="49" charset="-122"/>
                <a:ea typeface="隶书" panose="02010509060101010101" pitchFamily="49" charset="-122"/>
              </a:rPr>
              <a:t>VRML</a:t>
            </a:r>
            <a:r>
              <a:rPr lang="zh-CN" altLang="en-US" sz="3500" b="1" dirty="0">
                <a:latin typeface="隶书" panose="02010509060101010101" pitchFamily="49" charset="-122"/>
                <a:ea typeface="隶书" panose="02010509060101010101" pitchFamily="49" charset="-122"/>
              </a:rPr>
              <a:t>的群节点共有8种）。</a:t>
            </a:r>
            <a:endParaRPr lang="zh-CN" altLang="en-US" sz="3500" b="1" dirty="0">
              <a:latin typeface="隶书" panose="02010509060101010101" pitchFamily="49" charset="-122"/>
              <a:ea typeface="隶书" panose="02010509060101010101" pitchFamily="49" charset="-122"/>
            </a:endParaRPr>
          </a:p>
        </p:txBody>
      </p:sp>
    </p:spTree>
  </p:cSld>
  <p:clrMapOvr>
    <a:masterClrMapping/>
  </p:clrMapOvr>
  <p:transition>
    <p:random/>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4690" name="页脚占位符 3"/>
          <p:cNvSpPr txBox="1">
            <a:spLocks noGrp="1"/>
          </p:cNvSpPr>
          <p:nvPr>
            <p:ph type="ftr" sz="quarter" idx="3"/>
          </p:nvPr>
        </p:nvSpPr>
        <p:spPr>
          <a:xfrm>
            <a:off x="3733800" y="6570663"/>
            <a:ext cx="2590800" cy="280987"/>
          </a:xfrm>
          <a:ln/>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r>
              <a:rPr lang="zh-CN" altLang="en-US" sz="1200" dirty="0">
                <a:solidFill>
                  <a:schemeClr val="folHlink"/>
                </a:solidFill>
              </a:rPr>
              <a:t>《虚拟地理环境及其应用》</a:t>
            </a:r>
            <a:endParaRPr lang="zh-CN" altLang="en-US" sz="1200" dirty="0">
              <a:solidFill>
                <a:schemeClr val="folHlink"/>
              </a:solidFill>
            </a:endParaRPr>
          </a:p>
        </p:txBody>
      </p:sp>
      <p:sp>
        <p:nvSpPr>
          <p:cNvPr id="114691" name="Rectangle 3"/>
          <p:cNvSpPr>
            <a:spLocks noGrp="1"/>
          </p:cNvSpPr>
          <p:nvPr>
            <p:ph idx="1"/>
          </p:nvPr>
        </p:nvSpPr>
        <p:spPr>
          <a:xfrm>
            <a:off x="1042988" y="1484313"/>
            <a:ext cx="7905750" cy="4525962"/>
          </a:xfrm>
          <a:ln/>
        </p:spPr>
        <p:txBody>
          <a:bodyPr vert="horz" wrap="square" lIns="91440" tIns="45720" rIns="91440" bIns="45720" anchor="t" anchorCtr="0"/>
          <a:p>
            <a:pPr marL="0" indent="276225" eaLnBrk="1" hangingPunct="1">
              <a:spcBef>
                <a:spcPct val="0"/>
              </a:spcBef>
              <a:buNone/>
            </a:pPr>
            <a:endParaRPr lang="en-US" altLang="zh-CN" sz="2600" b="1" dirty="0">
              <a:solidFill>
                <a:srgbClr val="33CC33"/>
              </a:solidFill>
            </a:endParaRPr>
          </a:p>
          <a:p>
            <a:pPr marL="0" indent="276225" eaLnBrk="1" hangingPunct="1">
              <a:spcBef>
                <a:spcPct val="0"/>
              </a:spcBef>
              <a:buNone/>
            </a:pPr>
            <a:r>
              <a:rPr lang="en-US" altLang="zh-CN" sz="2600" b="1" dirty="0"/>
              <a:t>  Group</a:t>
            </a:r>
            <a:r>
              <a:rPr lang="zh-CN" altLang="en-US" sz="2600" b="1" dirty="0"/>
              <a:t>节点是群节点中最基本的节点。利用</a:t>
            </a:r>
            <a:r>
              <a:rPr lang="en-US" altLang="zh-CN" sz="2600" b="1" dirty="0"/>
              <a:t>Group</a:t>
            </a:r>
            <a:r>
              <a:rPr lang="zh-CN" altLang="en-US" sz="2600" b="1" dirty="0"/>
              <a:t>节点中的</a:t>
            </a:r>
            <a:r>
              <a:rPr lang="en-US" altLang="zh-CN" sz="2600" b="1" dirty="0"/>
              <a:t>Child</a:t>
            </a:r>
            <a:r>
              <a:rPr lang="zh-CN" altLang="en-US" sz="2600" b="1" dirty="0"/>
              <a:t>字段可以包含任意个节点，与一个没有转换字段的</a:t>
            </a:r>
            <a:r>
              <a:rPr lang="en-US" altLang="zh-CN" sz="2600" b="1" dirty="0"/>
              <a:t>Transform</a:t>
            </a:r>
            <a:r>
              <a:rPr lang="zh-CN" altLang="en-US" sz="2600" b="1" dirty="0"/>
              <a:t>节点相当。在</a:t>
            </a:r>
            <a:r>
              <a:rPr lang="en-US" altLang="zh-CN" sz="2600" b="1" dirty="0"/>
              <a:t>Group</a:t>
            </a:r>
            <a:r>
              <a:rPr lang="zh-CN" altLang="en-US" sz="2600" b="1" dirty="0"/>
              <a:t>节点中的所有的节点都可以视为一个整体，当作一个对象，若利用</a:t>
            </a:r>
            <a:r>
              <a:rPr lang="en-US" altLang="zh-CN" sz="2600" b="1" dirty="0"/>
              <a:t>DEF</a:t>
            </a:r>
            <a:r>
              <a:rPr lang="zh-CN" altLang="en-US" sz="2600" b="1" dirty="0"/>
              <a:t>指令对</a:t>
            </a:r>
            <a:r>
              <a:rPr lang="en-US" altLang="zh-CN" sz="2600" b="1" dirty="0"/>
              <a:t>Group</a:t>
            </a:r>
            <a:r>
              <a:rPr lang="zh-CN" altLang="en-US" sz="2600" b="1" dirty="0"/>
              <a:t>节点命名，则可以使用</a:t>
            </a:r>
            <a:r>
              <a:rPr lang="en-US" altLang="zh-CN" sz="2600" b="1" dirty="0"/>
              <a:t>USE</a:t>
            </a:r>
            <a:r>
              <a:rPr lang="zh-CN" altLang="en-US" sz="2600" b="1" dirty="0"/>
              <a:t>指令在相同的文件中继续重复使用之前定义的节点，所以此节点的功能就是将其中所有的节点当作一个整体的对象来看待，这样可以增加程序的方便性和重用性。</a:t>
            </a:r>
            <a:endParaRPr lang="zh-CN" altLang="en-US" sz="2600" b="1" dirty="0"/>
          </a:p>
        </p:txBody>
      </p:sp>
      <p:sp>
        <p:nvSpPr>
          <p:cNvPr id="114692" name="Rectangle 5"/>
          <p:cNvSpPr/>
          <p:nvPr/>
        </p:nvSpPr>
        <p:spPr>
          <a:xfrm>
            <a:off x="1403350" y="836613"/>
            <a:ext cx="4008438" cy="457200"/>
          </a:xfrm>
          <a:prstGeom prst="rect">
            <a:avLst/>
          </a:prstGeom>
          <a:noFill/>
          <a:ln w="9525">
            <a:noFill/>
          </a:ln>
        </p:spPr>
        <p:txBody>
          <a:bodyPr wrap="none">
            <a:spAutoFit/>
          </a:bodyPr>
          <a:p>
            <a:pPr eaLnBrk="1" hangingPunct="1"/>
            <a:r>
              <a:rPr lang="zh-CN" altLang="en-US" b="1" dirty="0">
                <a:latin typeface="Times New Roman" panose="02020603050405020304" pitchFamily="18" charset="0"/>
              </a:rPr>
              <a:t>一、基本型的群节点--</a:t>
            </a:r>
            <a:r>
              <a:rPr lang="en-US" altLang="zh-CN" b="1" dirty="0">
                <a:latin typeface="Times New Roman" panose="02020603050405020304" pitchFamily="18" charset="0"/>
              </a:rPr>
              <a:t>Group</a:t>
            </a:r>
            <a:endParaRPr lang="zh-CN" altLang="en-US" b="1" dirty="0">
              <a:latin typeface="Times New Roman" panose="02020603050405020304" pitchFamily="18" charset="0"/>
            </a:endParaRPr>
          </a:p>
        </p:txBody>
      </p:sp>
    </p:spTree>
  </p:cSld>
  <p:clrMapOvr>
    <a:masterClrMapping/>
  </p:clrMapOvr>
  <p:transition>
    <p:random/>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5714" name="页脚占位符 1"/>
          <p:cNvSpPr txBox="1">
            <a:spLocks noGrp="1"/>
          </p:cNvSpPr>
          <p:nvPr>
            <p:ph type="ftr" sz="quarter" idx="3"/>
          </p:nvPr>
        </p:nvSpPr>
        <p:spPr>
          <a:xfrm>
            <a:off x="3733800" y="6570663"/>
            <a:ext cx="2590800" cy="280987"/>
          </a:xfrm>
          <a:ln/>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r>
              <a:rPr lang="zh-CN" altLang="en-US" sz="1200" dirty="0">
                <a:solidFill>
                  <a:schemeClr val="folHlink"/>
                </a:solidFill>
              </a:rPr>
              <a:t>《虚拟地理环境及其应用》</a:t>
            </a:r>
            <a:endParaRPr lang="zh-CN" altLang="en-US" sz="1200" dirty="0">
              <a:solidFill>
                <a:schemeClr val="folHlink"/>
              </a:solidFill>
            </a:endParaRPr>
          </a:p>
        </p:txBody>
      </p:sp>
      <p:sp>
        <p:nvSpPr>
          <p:cNvPr id="115715" name="Rectangle 2"/>
          <p:cNvSpPr/>
          <p:nvPr/>
        </p:nvSpPr>
        <p:spPr>
          <a:xfrm>
            <a:off x="827088" y="2565400"/>
            <a:ext cx="7993062" cy="3514725"/>
          </a:xfrm>
          <a:prstGeom prst="rect">
            <a:avLst/>
          </a:prstGeom>
          <a:noFill/>
          <a:ln w="9525">
            <a:noFill/>
          </a:ln>
        </p:spPr>
        <p:txBody>
          <a:bodyPr anchor="ctr" anchorCtr="0">
            <a:spAutoFit/>
          </a:bodyPr>
          <a:p>
            <a:pPr indent="276225" eaLnBrk="1" hangingPunct="1"/>
            <a:r>
              <a:rPr lang="en-US" altLang="zh-CN" sz="1600" b="1" dirty="0">
                <a:latin typeface="Times New Roman" panose="02020603050405020304" pitchFamily="18" charset="0"/>
              </a:rPr>
              <a:t>Group  Node  Syntax </a:t>
            </a:r>
            <a:endParaRPr lang="en-US" altLang="zh-CN" sz="1600" b="1" dirty="0">
              <a:latin typeface="Times New Roman" panose="02020603050405020304" pitchFamily="18" charset="0"/>
            </a:endParaRPr>
          </a:p>
          <a:p>
            <a:pPr indent="276225" eaLnBrk="1" hangingPunct="1"/>
            <a:r>
              <a:rPr lang="en-US" altLang="zh-CN" sz="1600" b="1" dirty="0">
                <a:latin typeface="Times New Roman" panose="02020603050405020304" pitchFamily="18" charset="0"/>
              </a:rPr>
              <a:t>  Group  {</a:t>
            </a:r>
            <a:endParaRPr lang="en-US" altLang="zh-CN" sz="1600" b="1" dirty="0">
              <a:latin typeface="Times New Roman" panose="02020603050405020304" pitchFamily="18" charset="0"/>
            </a:endParaRPr>
          </a:p>
          <a:p>
            <a:pPr indent="276225" eaLnBrk="1" hangingPunct="1"/>
            <a:r>
              <a:rPr lang="en-US" altLang="zh-CN" sz="1600" b="1" dirty="0">
                <a:latin typeface="Times New Roman" panose="02020603050405020304" pitchFamily="18" charset="0"/>
              </a:rPr>
              <a:t>    Eventin       MFNode       addchildren  </a:t>
            </a:r>
            <a:endParaRPr lang="en-US" altLang="zh-CN" sz="1600" b="1" dirty="0">
              <a:latin typeface="Times New Roman" panose="02020603050405020304" pitchFamily="18" charset="0"/>
            </a:endParaRPr>
          </a:p>
          <a:p>
            <a:pPr indent="276225" eaLnBrk="1" hangingPunct="1"/>
            <a:r>
              <a:rPr lang="en-US" altLang="zh-CN" sz="1600" b="1" dirty="0">
                <a:latin typeface="Times New Roman" panose="02020603050405020304" pitchFamily="18" charset="0"/>
              </a:rPr>
              <a:t>    Eventin       MFNode       removechildren</a:t>
            </a:r>
            <a:endParaRPr lang="en-US" altLang="zh-CN" sz="1600" b="1" dirty="0">
              <a:latin typeface="Times New Roman" panose="02020603050405020304" pitchFamily="18" charset="0"/>
            </a:endParaRPr>
          </a:p>
          <a:p>
            <a:pPr indent="276225" eaLnBrk="1" hangingPunct="1"/>
            <a:r>
              <a:rPr lang="en-US" altLang="zh-CN" sz="1600" b="1" dirty="0">
                <a:latin typeface="Times New Roman" panose="02020603050405020304" pitchFamily="18" charset="0"/>
              </a:rPr>
              <a:t>    Exposedfield   MFNode       children         [ ]</a:t>
            </a:r>
            <a:endParaRPr lang="en-US" altLang="zh-CN" sz="1600" b="1" dirty="0">
              <a:latin typeface="Times New Roman" panose="02020603050405020304" pitchFamily="18" charset="0"/>
            </a:endParaRPr>
          </a:p>
          <a:p>
            <a:pPr indent="276225" eaLnBrk="1" hangingPunct="1"/>
            <a:r>
              <a:rPr lang="en-US" altLang="zh-CN" sz="1600" b="1" dirty="0">
                <a:latin typeface="Times New Roman" panose="02020603050405020304" pitchFamily="18" charset="0"/>
              </a:rPr>
              <a:t>    Field          SFVec3f       bboxcenter       0 0 0       #(-∞,+∞)</a:t>
            </a:r>
            <a:endParaRPr lang="en-US" altLang="zh-CN" sz="1600" b="1" dirty="0">
              <a:latin typeface="Times New Roman" panose="02020603050405020304" pitchFamily="18" charset="0"/>
            </a:endParaRPr>
          </a:p>
          <a:p>
            <a:pPr indent="276225" eaLnBrk="1" hangingPunct="1"/>
            <a:r>
              <a:rPr lang="en-US" altLang="zh-CN" sz="1600" b="1" dirty="0">
                <a:latin typeface="Times New Roman" panose="02020603050405020304" pitchFamily="18" charset="0"/>
              </a:rPr>
              <a:t>    Field          SFVec3f       bboxsize       -1 –1 –1     #(0,+∞) or –1 –1 –1</a:t>
            </a:r>
            <a:endParaRPr lang="en-US" altLang="zh-CN" sz="1600" b="1" dirty="0">
              <a:latin typeface="Times New Roman" panose="02020603050405020304" pitchFamily="18" charset="0"/>
            </a:endParaRPr>
          </a:p>
          <a:p>
            <a:pPr indent="276225" eaLnBrk="1" hangingPunct="1"/>
            <a:r>
              <a:rPr lang="en-US" altLang="zh-CN" sz="1600" b="1" dirty="0">
                <a:latin typeface="Times New Roman" panose="02020603050405020304" pitchFamily="18" charset="0"/>
              </a:rPr>
              <a:t>         }</a:t>
            </a:r>
            <a:endParaRPr lang="en-US" altLang="zh-CN" sz="1600" b="1" dirty="0">
              <a:latin typeface="Times New Roman" panose="02020603050405020304" pitchFamily="18" charset="0"/>
            </a:endParaRPr>
          </a:p>
          <a:p>
            <a:pPr indent="276225" eaLnBrk="1" hangingPunct="1"/>
            <a:r>
              <a:rPr lang="zh-CN" altLang="en-US" sz="1600" b="1" dirty="0">
                <a:latin typeface="Times New Roman" panose="02020603050405020304" pitchFamily="18" charset="0"/>
              </a:rPr>
              <a:t>字段说明：</a:t>
            </a:r>
            <a:endParaRPr lang="zh-CN" altLang="en-US" sz="1600" b="1" dirty="0">
              <a:latin typeface="Times New Roman" panose="02020603050405020304" pitchFamily="18" charset="0"/>
            </a:endParaRPr>
          </a:p>
          <a:p>
            <a:pPr indent="276225" eaLnBrk="1" hangingPunct="1"/>
            <a:r>
              <a:rPr lang="en-US" altLang="zh-CN" sz="1600" b="1" dirty="0">
                <a:latin typeface="Times New Roman" panose="02020603050405020304" pitchFamily="18" charset="0"/>
              </a:rPr>
              <a:t>Children       </a:t>
            </a:r>
            <a:r>
              <a:rPr lang="zh-CN" altLang="en-US" sz="1600" b="1" dirty="0">
                <a:latin typeface="Times New Roman" panose="02020603050405020304" pitchFamily="18" charset="0"/>
              </a:rPr>
              <a:t>该字段可以包含多个群节点（</a:t>
            </a:r>
            <a:r>
              <a:rPr lang="en-US" altLang="zh-CN" sz="1600" b="1" dirty="0">
                <a:latin typeface="Times New Roman" panose="02020603050405020304" pitchFamily="18" charset="0"/>
              </a:rPr>
              <a:t>Grouping Nodes）</a:t>
            </a:r>
            <a:r>
              <a:rPr lang="zh-CN" altLang="en-US" sz="1600" b="1" dirty="0">
                <a:latin typeface="Times New Roman" panose="02020603050405020304" pitchFamily="18" charset="0"/>
              </a:rPr>
              <a:t>或子节点（</a:t>
            </a:r>
            <a:r>
              <a:rPr lang="en-US" altLang="zh-CN" sz="1600" b="1" dirty="0">
                <a:latin typeface="Times New Roman" panose="02020603050405020304" pitchFamily="18" charset="0"/>
              </a:rPr>
              <a:t>ChildNode）</a:t>
            </a:r>
            <a:endParaRPr lang="en-US" altLang="zh-CN" sz="1600" b="1" dirty="0">
              <a:latin typeface="Times New Roman" panose="02020603050405020304" pitchFamily="18" charset="0"/>
            </a:endParaRPr>
          </a:p>
          <a:p>
            <a:pPr indent="276225" eaLnBrk="1" hangingPunct="1"/>
            <a:r>
              <a:rPr lang="en-US" altLang="zh-CN" sz="1600" b="1" dirty="0">
                <a:latin typeface="Times New Roman" panose="02020603050405020304" pitchFamily="18" charset="0"/>
              </a:rPr>
              <a:t>Bboxcenter     </a:t>
            </a:r>
            <a:r>
              <a:rPr lang="zh-CN" altLang="en-US" sz="1600" b="1" dirty="0">
                <a:latin typeface="Times New Roman" panose="02020603050405020304" pitchFamily="18" charset="0"/>
              </a:rPr>
              <a:t>该字段的功能是定义几何中心点的位置，若把所有包含在群节点中的节点用箱形体包含起来，所定义的几何中心位置就是这个箱形体的几何中心。它的初始值是（0 0 0 ），与三维坐标的原点重合。</a:t>
            </a:r>
            <a:endParaRPr lang="zh-CN" altLang="en-US" sz="1600" b="1" dirty="0">
              <a:latin typeface="Times New Roman" panose="02020603050405020304" pitchFamily="18" charset="0"/>
            </a:endParaRPr>
          </a:p>
        </p:txBody>
      </p:sp>
      <p:sp>
        <p:nvSpPr>
          <p:cNvPr id="115716" name="Rectangle 3"/>
          <p:cNvSpPr/>
          <p:nvPr/>
        </p:nvSpPr>
        <p:spPr>
          <a:xfrm>
            <a:off x="1331913" y="908050"/>
            <a:ext cx="3192462" cy="457200"/>
          </a:xfrm>
          <a:prstGeom prst="rect">
            <a:avLst/>
          </a:prstGeom>
          <a:noFill/>
          <a:ln w="9525">
            <a:noFill/>
          </a:ln>
        </p:spPr>
        <p:txBody>
          <a:bodyPr wrap="none">
            <a:spAutoFit/>
          </a:bodyPr>
          <a:p>
            <a:pPr eaLnBrk="1" hangingPunct="1"/>
            <a:r>
              <a:rPr lang="zh-CN" altLang="en-US" b="1" dirty="0">
                <a:latin typeface="Times New Roman" panose="02020603050405020304" pitchFamily="18" charset="0"/>
              </a:rPr>
              <a:t>基本型的群节点</a:t>
            </a:r>
            <a:r>
              <a:rPr lang="en-US" altLang="zh-CN" b="1" dirty="0">
                <a:latin typeface="Times New Roman" panose="02020603050405020304" pitchFamily="18" charset="0"/>
              </a:rPr>
              <a:t>Group</a:t>
            </a:r>
            <a:endParaRPr lang="zh-CN" altLang="en-US" b="1" dirty="0">
              <a:latin typeface="Times New Roman" panose="02020603050405020304" pitchFamily="18" charset="0"/>
            </a:endParaRPr>
          </a:p>
        </p:txBody>
      </p:sp>
    </p:spTree>
  </p:cSld>
  <p:clrMapOvr>
    <a:masterClrMapping/>
  </p:clrMapOvr>
  <p:transition>
    <p:random/>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6738" name="页脚占位符 1"/>
          <p:cNvSpPr txBox="1">
            <a:spLocks noGrp="1"/>
          </p:cNvSpPr>
          <p:nvPr>
            <p:ph type="ftr" sz="quarter" idx="3"/>
          </p:nvPr>
        </p:nvSpPr>
        <p:spPr>
          <a:xfrm>
            <a:off x="3733800" y="6570663"/>
            <a:ext cx="2590800" cy="280987"/>
          </a:xfrm>
          <a:ln/>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r>
              <a:rPr lang="zh-CN" altLang="en-US" sz="1200" dirty="0">
                <a:solidFill>
                  <a:schemeClr val="folHlink"/>
                </a:solidFill>
              </a:rPr>
              <a:t>《虚拟地理环境及其应用》</a:t>
            </a:r>
            <a:endParaRPr lang="zh-CN" altLang="en-US" sz="1200" dirty="0">
              <a:solidFill>
                <a:schemeClr val="folHlink"/>
              </a:solidFill>
            </a:endParaRPr>
          </a:p>
        </p:txBody>
      </p:sp>
      <p:sp>
        <p:nvSpPr>
          <p:cNvPr id="116739" name="Rectangle 2"/>
          <p:cNvSpPr/>
          <p:nvPr/>
        </p:nvSpPr>
        <p:spPr>
          <a:xfrm>
            <a:off x="755650" y="1831975"/>
            <a:ext cx="8172450" cy="4481513"/>
          </a:xfrm>
          <a:prstGeom prst="rect">
            <a:avLst/>
          </a:prstGeom>
          <a:noFill/>
          <a:ln w="9525">
            <a:noFill/>
          </a:ln>
        </p:spPr>
        <p:txBody>
          <a:bodyPr anchor="ctr" anchorCtr="0">
            <a:spAutoFit/>
          </a:bodyPr>
          <a:p>
            <a:pPr indent="276225" eaLnBrk="1" hangingPunct="1"/>
            <a:r>
              <a:rPr lang="en-US" altLang="zh-CN" sz="2000" b="1" dirty="0">
                <a:latin typeface="宋体" panose="02010600030101010101" pitchFamily="2" charset="-122"/>
              </a:rPr>
              <a:t>Bboxsize       </a:t>
            </a:r>
            <a:r>
              <a:rPr lang="zh-CN" altLang="en-US" sz="2000" b="1" dirty="0">
                <a:latin typeface="宋体" panose="02010600030101010101" pitchFamily="2" charset="-122"/>
              </a:rPr>
              <a:t>该字段的功能是定义上述箱形体的尺寸，三个值分别对应</a:t>
            </a:r>
            <a:r>
              <a:rPr lang="en-US" altLang="zh-CN" sz="2000" b="1" dirty="0">
                <a:latin typeface="宋体" panose="02010600030101010101" pitchFamily="2" charset="-122"/>
              </a:rPr>
              <a:t>X</a:t>
            </a:r>
            <a:r>
              <a:rPr lang="zh-CN" altLang="en-US" sz="2000" b="1" dirty="0">
                <a:latin typeface="宋体" panose="02010600030101010101" pitchFamily="2" charset="-122"/>
              </a:rPr>
              <a:t>轴、</a:t>
            </a:r>
            <a:r>
              <a:rPr lang="en-US" altLang="zh-CN" sz="2000" b="1" dirty="0">
                <a:latin typeface="宋体" panose="02010600030101010101" pitchFamily="2" charset="-122"/>
              </a:rPr>
              <a:t>Y</a:t>
            </a:r>
            <a:r>
              <a:rPr lang="zh-CN" altLang="en-US" sz="2000" b="1" dirty="0">
                <a:latin typeface="宋体" panose="02010600030101010101" pitchFamily="2" charset="-122"/>
              </a:rPr>
              <a:t>轴、</a:t>
            </a:r>
            <a:r>
              <a:rPr lang="en-US" altLang="zh-CN" sz="2000" b="1" dirty="0">
                <a:latin typeface="宋体" panose="02010600030101010101" pitchFamily="2" charset="-122"/>
              </a:rPr>
              <a:t>Z</a:t>
            </a:r>
            <a:r>
              <a:rPr lang="zh-CN" altLang="en-US" sz="2000" b="1" dirty="0">
                <a:latin typeface="宋体" panose="02010600030101010101" pitchFamily="2" charset="-122"/>
              </a:rPr>
              <a:t>轴,它的默认值是（-1,-1,-1），代表</a:t>
            </a:r>
            <a:r>
              <a:rPr lang="en-US" altLang="zh-CN" sz="2000" b="1" dirty="0">
                <a:latin typeface="宋体" panose="02010600030101010101" pitchFamily="2" charset="-122"/>
              </a:rPr>
              <a:t>VRML</a:t>
            </a:r>
            <a:r>
              <a:rPr lang="zh-CN" altLang="en-US" sz="2000" b="1" dirty="0">
                <a:latin typeface="宋体" panose="02010600030101010101" pitchFamily="2" charset="-122"/>
              </a:rPr>
              <a:t>浏览器将自动的定义出箱形体的尺寸。</a:t>
            </a:r>
            <a:endParaRPr lang="zh-CN" altLang="en-US" sz="2000" b="1" dirty="0">
              <a:latin typeface="宋体" panose="02010600030101010101" pitchFamily="2" charset="-122"/>
            </a:endParaRPr>
          </a:p>
          <a:p>
            <a:pPr indent="276225" eaLnBrk="1" hangingPunct="1"/>
            <a:r>
              <a:rPr lang="zh-CN" altLang="en-US" sz="2000" b="1" dirty="0">
                <a:latin typeface="宋体" panose="02010600030101010101" pitchFamily="2" charset="-122"/>
              </a:rPr>
              <a:t>注：</a:t>
            </a:r>
            <a:r>
              <a:rPr lang="en-US" altLang="zh-CN" sz="2000" b="1" dirty="0">
                <a:latin typeface="宋体" panose="02010600030101010101" pitchFamily="2" charset="-122"/>
              </a:rPr>
              <a:t>bboxCenter</a:t>
            </a:r>
            <a:r>
              <a:rPr lang="zh-CN" altLang="en-US" sz="2000" b="1" dirty="0">
                <a:latin typeface="宋体" panose="02010600030101010101" pitchFamily="2" charset="-122"/>
              </a:rPr>
              <a:t>和</a:t>
            </a:r>
            <a:r>
              <a:rPr lang="en-US" altLang="zh-CN" sz="2000" b="1" dirty="0">
                <a:latin typeface="宋体" panose="02010600030101010101" pitchFamily="2" charset="-122"/>
              </a:rPr>
              <a:t>bboxSize</a:t>
            </a:r>
            <a:r>
              <a:rPr lang="zh-CN" altLang="en-US" sz="2000" b="1" dirty="0">
                <a:latin typeface="宋体" panose="02010600030101010101" pitchFamily="2" charset="-122"/>
              </a:rPr>
              <a:t>字段可被用来定义组中对象的最大箱形体。箱形体必须大到能包容组中所有的子节点，甚至 包括光、声、雾等子节点的作用。如果该</a:t>
            </a:r>
            <a:r>
              <a:rPr lang="en-US" altLang="zh-CN" sz="2000" b="1" dirty="0">
                <a:latin typeface="宋体" panose="02010600030101010101" pitchFamily="2" charset="-122"/>
              </a:rPr>
              <a:t>Group</a:t>
            </a:r>
            <a:r>
              <a:rPr lang="zh-CN" altLang="en-US" sz="2000" b="1" dirty="0">
                <a:latin typeface="宋体" panose="02010600030101010101" pitchFamily="2" charset="-122"/>
              </a:rPr>
              <a:t>节点的大小由于子节点的运动而随时间变化，箱形体应大到能包容该组的所有可能的活动。</a:t>
            </a:r>
            <a:endParaRPr lang="zh-CN" altLang="en-US" sz="2000" b="1" dirty="0">
              <a:latin typeface="宋体" panose="02010600030101010101" pitchFamily="2" charset="-122"/>
            </a:endParaRPr>
          </a:p>
          <a:p>
            <a:pPr indent="276225" eaLnBrk="1" hangingPunct="1"/>
            <a:r>
              <a:rPr lang="zh-CN" altLang="en-US" sz="2000" b="1" dirty="0">
                <a:latin typeface="宋体" panose="02010600030101010101" pitchFamily="2" charset="-122"/>
              </a:rPr>
              <a:t>事件说明：</a:t>
            </a:r>
            <a:endParaRPr lang="zh-CN" altLang="en-US" sz="2000" b="1" dirty="0">
              <a:latin typeface="宋体" panose="02010600030101010101" pitchFamily="2" charset="-122"/>
            </a:endParaRPr>
          </a:p>
          <a:p>
            <a:pPr indent="276225" eaLnBrk="1" hangingPunct="1"/>
            <a:r>
              <a:rPr lang="en-US" altLang="zh-CN" sz="2000" b="1" dirty="0">
                <a:latin typeface="宋体" panose="02010600030101010101" pitchFamily="2" charset="-122"/>
              </a:rPr>
              <a:t>Addchildren     </a:t>
            </a:r>
            <a:r>
              <a:rPr lang="zh-CN" altLang="en-US" sz="2000" b="1" dirty="0">
                <a:latin typeface="宋体" panose="02010600030101010101" pitchFamily="2" charset="-122"/>
              </a:rPr>
              <a:t>该事件是一个</a:t>
            </a:r>
            <a:r>
              <a:rPr lang="en-US" altLang="zh-CN" sz="2000" b="1" dirty="0">
                <a:latin typeface="宋体" panose="02010600030101010101" pitchFamily="2" charset="-122"/>
              </a:rPr>
              <a:t>eventin</a:t>
            </a:r>
            <a:r>
              <a:rPr lang="zh-CN" altLang="en-US" sz="2000" b="1" dirty="0">
                <a:latin typeface="宋体" panose="02010600030101010101" pitchFamily="2" charset="-122"/>
              </a:rPr>
              <a:t>事件，它的功能是增加指定节点到这个群节点中的</a:t>
            </a:r>
            <a:r>
              <a:rPr lang="en-US" altLang="zh-CN" sz="2000" b="1" dirty="0">
                <a:latin typeface="宋体" panose="02010600030101010101" pitchFamily="2" charset="-122"/>
              </a:rPr>
              <a:t>children</a:t>
            </a:r>
            <a:r>
              <a:rPr lang="zh-CN" altLang="en-US" sz="2000" b="1" dirty="0">
                <a:latin typeface="宋体" panose="02010600030101010101" pitchFamily="2" charset="-122"/>
              </a:rPr>
              <a:t>字段中，如果该节点已在</a:t>
            </a:r>
            <a:r>
              <a:rPr lang="en-US" altLang="zh-CN" sz="2000" b="1" dirty="0">
                <a:latin typeface="宋体" panose="02010600030101010101" pitchFamily="2" charset="-122"/>
              </a:rPr>
              <a:t>children</a:t>
            </a:r>
            <a:r>
              <a:rPr lang="zh-CN" altLang="en-US" sz="2000" b="1" dirty="0">
                <a:latin typeface="宋体" panose="02010600030101010101" pitchFamily="2" charset="-122"/>
              </a:rPr>
              <a:t>字段中，该事件被忽略。</a:t>
            </a:r>
            <a:endParaRPr lang="zh-CN" altLang="en-US" sz="2000" b="1" dirty="0">
              <a:latin typeface="宋体" panose="02010600030101010101" pitchFamily="2" charset="-122"/>
            </a:endParaRPr>
          </a:p>
          <a:p>
            <a:pPr indent="276225" eaLnBrk="1" hangingPunct="1"/>
            <a:r>
              <a:rPr lang="en-US" altLang="zh-CN" sz="2000" b="1" dirty="0">
                <a:latin typeface="宋体" panose="02010600030101010101" pitchFamily="2" charset="-122"/>
              </a:rPr>
              <a:t>Removechildren  </a:t>
            </a:r>
            <a:r>
              <a:rPr lang="zh-CN" altLang="en-US" sz="2000" b="1" dirty="0">
                <a:latin typeface="宋体" panose="02010600030101010101" pitchFamily="2" charset="-122"/>
              </a:rPr>
              <a:t>该事件是一个</a:t>
            </a:r>
            <a:r>
              <a:rPr lang="en-US" altLang="zh-CN" sz="2000" b="1" dirty="0">
                <a:latin typeface="宋体" panose="02010600030101010101" pitchFamily="2" charset="-122"/>
              </a:rPr>
              <a:t>eventin</a:t>
            </a:r>
            <a:r>
              <a:rPr lang="zh-CN" altLang="en-US" sz="2000" b="1" dirty="0">
                <a:latin typeface="宋体" panose="02010600030101010101" pitchFamily="2" charset="-122"/>
              </a:rPr>
              <a:t>事件，它的功能是删除在群节点中的</a:t>
            </a:r>
            <a:r>
              <a:rPr lang="en-US" altLang="zh-CN" sz="2000" b="1" dirty="0">
                <a:latin typeface="宋体" panose="02010600030101010101" pitchFamily="2" charset="-122"/>
              </a:rPr>
              <a:t>children</a:t>
            </a:r>
            <a:r>
              <a:rPr lang="zh-CN" altLang="en-US" sz="2000" b="1" dirty="0">
                <a:latin typeface="宋体" panose="02010600030101010101" pitchFamily="2" charset="-122"/>
              </a:rPr>
              <a:t>字段所包含的指定节点，如果该节点不在</a:t>
            </a:r>
            <a:r>
              <a:rPr lang="en-US" altLang="zh-CN" sz="2000" b="1" dirty="0">
                <a:latin typeface="宋体" panose="02010600030101010101" pitchFamily="2" charset="-122"/>
              </a:rPr>
              <a:t>children</a:t>
            </a:r>
            <a:r>
              <a:rPr lang="zh-CN" altLang="en-US" sz="2000" b="1" dirty="0">
                <a:latin typeface="宋体" panose="02010600030101010101" pitchFamily="2" charset="-122"/>
              </a:rPr>
              <a:t>字段中，该事件被忽略。                     </a:t>
            </a:r>
            <a:r>
              <a:rPr lang="zh-CN" altLang="en-US" sz="2800" b="1" dirty="0">
                <a:latin typeface="宋体" panose="02010600030101010101" pitchFamily="2" charset="-122"/>
              </a:rPr>
              <a:t>示例 6-1</a:t>
            </a:r>
            <a:endParaRPr lang="zh-CN" altLang="en-US" sz="2000" b="1" dirty="0">
              <a:latin typeface="宋体" panose="02010600030101010101" pitchFamily="2" charset="-122"/>
            </a:endParaRPr>
          </a:p>
        </p:txBody>
      </p:sp>
      <p:sp>
        <p:nvSpPr>
          <p:cNvPr id="116740" name="Rectangle 3"/>
          <p:cNvSpPr/>
          <p:nvPr/>
        </p:nvSpPr>
        <p:spPr>
          <a:xfrm>
            <a:off x="1403350" y="836613"/>
            <a:ext cx="3192463" cy="457200"/>
          </a:xfrm>
          <a:prstGeom prst="rect">
            <a:avLst/>
          </a:prstGeom>
          <a:noFill/>
          <a:ln w="9525">
            <a:noFill/>
          </a:ln>
        </p:spPr>
        <p:txBody>
          <a:bodyPr wrap="none">
            <a:spAutoFit/>
          </a:bodyPr>
          <a:p>
            <a:pPr eaLnBrk="1" hangingPunct="1"/>
            <a:r>
              <a:rPr lang="zh-CN" altLang="en-US" b="1" dirty="0">
                <a:latin typeface="Times New Roman" panose="02020603050405020304" pitchFamily="18" charset="0"/>
              </a:rPr>
              <a:t>基本型的群节点</a:t>
            </a:r>
            <a:r>
              <a:rPr lang="en-US" altLang="zh-CN" b="1" dirty="0">
                <a:latin typeface="Times New Roman" panose="02020603050405020304" pitchFamily="18" charset="0"/>
              </a:rPr>
              <a:t>Group</a:t>
            </a:r>
            <a:endParaRPr lang="zh-CN" altLang="en-US" b="1" dirty="0">
              <a:latin typeface="Times New Roman" panose="02020603050405020304" pitchFamily="18" charset="0"/>
            </a:endParaRPr>
          </a:p>
        </p:txBody>
      </p:sp>
    </p:spTree>
  </p:cSld>
  <p:clrMapOvr>
    <a:masterClrMapping/>
  </p:clrMapOvr>
  <p:transition>
    <p:random/>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7762" name="页脚占位符 1"/>
          <p:cNvSpPr txBox="1">
            <a:spLocks noGrp="1"/>
          </p:cNvSpPr>
          <p:nvPr>
            <p:ph type="ftr" sz="quarter" idx="3"/>
          </p:nvPr>
        </p:nvSpPr>
        <p:spPr>
          <a:xfrm>
            <a:off x="3733800" y="6570663"/>
            <a:ext cx="2590800" cy="280987"/>
          </a:xfrm>
          <a:ln/>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r>
              <a:rPr lang="zh-CN" altLang="en-US" sz="1200" dirty="0">
                <a:solidFill>
                  <a:schemeClr val="folHlink"/>
                </a:solidFill>
              </a:rPr>
              <a:t>《虚拟地理环境及其应用》</a:t>
            </a:r>
            <a:endParaRPr lang="zh-CN" altLang="en-US" sz="1200" dirty="0">
              <a:solidFill>
                <a:schemeClr val="folHlink"/>
              </a:solidFill>
            </a:endParaRPr>
          </a:p>
        </p:txBody>
      </p:sp>
      <p:sp>
        <p:nvSpPr>
          <p:cNvPr id="117763" name="Rectangle 2"/>
          <p:cNvSpPr/>
          <p:nvPr/>
        </p:nvSpPr>
        <p:spPr>
          <a:xfrm>
            <a:off x="1116013" y="2151063"/>
            <a:ext cx="7848600" cy="2436812"/>
          </a:xfrm>
          <a:prstGeom prst="rect">
            <a:avLst/>
          </a:prstGeom>
          <a:noFill/>
          <a:ln w="9525">
            <a:noFill/>
          </a:ln>
        </p:spPr>
        <p:txBody>
          <a:bodyPr anchor="ctr" anchorCtr="0">
            <a:spAutoFit/>
          </a:bodyPr>
          <a:p>
            <a:pPr indent="276225" eaLnBrk="1" hangingPunct="1"/>
            <a:r>
              <a:rPr lang="en-US" altLang="zh-CN" sz="2200" b="1" dirty="0">
                <a:latin typeface="Times New Roman" panose="02020603050405020304" pitchFamily="18" charset="0"/>
              </a:rPr>
              <a:t>Transform</a:t>
            </a:r>
            <a:r>
              <a:rPr lang="zh-CN" altLang="en-US" sz="2200" b="1" dirty="0">
                <a:latin typeface="Times New Roman" panose="02020603050405020304" pitchFamily="18" charset="0"/>
              </a:rPr>
              <a:t>群节点的功能是通过控制每个基本几何对象的位置，将各个基本的几何对象（如</a:t>
            </a:r>
            <a:r>
              <a:rPr lang="en-US" altLang="zh-CN" sz="2200" b="1" dirty="0">
                <a:latin typeface="Times New Roman" panose="02020603050405020304" pitchFamily="18" charset="0"/>
              </a:rPr>
              <a:t>Box、Cone、Cylinder</a:t>
            </a:r>
            <a:r>
              <a:rPr lang="zh-CN" altLang="en-US" sz="2200" b="1" dirty="0">
                <a:latin typeface="Times New Roman" panose="02020603050405020304" pitchFamily="18" charset="0"/>
              </a:rPr>
              <a:t>等）组合起来，以创建想要的虚拟对象。虚拟对象在虚拟现实中的方位也要靠</a:t>
            </a:r>
            <a:r>
              <a:rPr lang="en-US" altLang="zh-CN" sz="2200" b="1" dirty="0">
                <a:latin typeface="Times New Roman" panose="02020603050405020304" pitchFamily="18" charset="0"/>
              </a:rPr>
              <a:t>Transform</a:t>
            </a:r>
            <a:r>
              <a:rPr lang="zh-CN" altLang="en-US" sz="2200" b="1" dirty="0">
                <a:latin typeface="Times New Roman" panose="02020603050405020304" pitchFamily="18" charset="0"/>
              </a:rPr>
              <a:t>节点来定义。另外，基本几何对象的的放大和缩小功能也是此节点中的功能。</a:t>
            </a:r>
            <a:r>
              <a:rPr lang="en-US" altLang="zh-CN" sz="2200" b="1" dirty="0">
                <a:latin typeface="Times New Roman" panose="02020603050405020304" pitchFamily="18" charset="0"/>
              </a:rPr>
              <a:t>Transform</a:t>
            </a:r>
            <a:r>
              <a:rPr lang="zh-CN" altLang="en-US" sz="2200" b="1" dirty="0">
                <a:latin typeface="Times New Roman" panose="02020603050405020304" pitchFamily="18" charset="0"/>
              </a:rPr>
              <a:t>定义的三维变换按如下步骤执行：1、对任意一点的缩放，各轴向缩放比值可以不相等；2、对任意一点和任意轴的旋转；3、平移。</a:t>
            </a:r>
            <a:endParaRPr lang="zh-CN" altLang="en-US" sz="2200" b="1" dirty="0">
              <a:latin typeface="Times New Roman" panose="02020603050405020304" pitchFamily="18" charset="0"/>
            </a:endParaRPr>
          </a:p>
        </p:txBody>
      </p:sp>
      <p:sp>
        <p:nvSpPr>
          <p:cNvPr id="117764" name="Rectangle 3"/>
          <p:cNvSpPr/>
          <p:nvPr/>
        </p:nvSpPr>
        <p:spPr>
          <a:xfrm>
            <a:off x="1476375" y="908050"/>
            <a:ext cx="4567238" cy="457200"/>
          </a:xfrm>
          <a:prstGeom prst="rect">
            <a:avLst/>
          </a:prstGeom>
          <a:noFill/>
          <a:ln w="9525">
            <a:noFill/>
          </a:ln>
        </p:spPr>
        <p:txBody>
          <a:bodyPr wrap="none">
            <a:spAutoFit/>
          </a:bodyPr>
          <a:p>
            <a:pPr eaLnBrk="1" hangingPunct="1"/>
            <a:r>
              <a:rPr lang="zh-CN" altLang="en-US" b="1" dirty="0">
                <a:latin typeface="Times New Roman" panose="02020603050405020304" pitchFamily="18" charset="0"/>
              </a:rPr>
              <a:t>二、转换型的群节点--</a:t>
            </a:r>
            <a:r>
              <a:rPr lang="en-US" altLang="zh-CN" b="1" dirty="0">
                <a:latin typeface="Times New Roman" panose="02020603050405020304" pitchFamily="18" charset="0"/>
              </a:rPr>
              <a:t>Transform</a:t>
            </a:r>
            <a:endParaRPr lang="en-US" altLang="zh-CN" b="1" dirty="0">
              <a:latin typeface="Times New Roman" panose="02020603050405020304" pitchFamily="18" charset="0"/>
            </a:endParaRPr>
          </a:p>
        </p:txBody>
      </p:sp>
    </p:spTree>
  </p:cSld>
  <p:clrMapOvr>
    <a:masterClrMapping/>
  </p:clrMapOvr>
  <p:transition>
    <p:random/>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8786" name="页脚占位符 1"/>
          <p:cNvSpPr txBox="1">
            <a:spLocks noGrp="1"/>
          </p:cNvSpPr>
          <p:nvPr>
            <p:ph type="ftr" sz="quarter" idx="3"/>
          </p:nvPr>
        </p:nvSpPr>
        <p:spPr>
          <a:xfrm>
            <a:off x="3733800" y="6570663"/>
            <a:ext cx="2590800" cy="280987"/>
          </a:xfrm>
          <a:ln/>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r>
              <a:rPr lang="zh-CN" altLang="en-US" sz="1200" dirty="0">
                <a:solidFill>
                  <a:schemeClr val="folHlink"/>
                </a:solidFill>
              </a:rPr>
              <a:t>《虚拟地理环境及其应用》</a:t>
            </a:r>
            <a:endParaRPr lang="zh-CN" altLang="en-US" sz="1200" dirty="0">
              <a:solidFill>
                <a:schemeClr val="folHlink"/>
              </a:solidFill>
            </a:endParaRPr>
          </a:p>
        </p:txBody>
      </p:sp>
      <p:sp>
        <p:nvSpPr>
          <p:cNvPr id="118787" name="Rectangle 2"/>
          <p:cNvSpPr/>
          <p:nvPr/>
        </p:nvSpPr>
        <p:spPr>
          <a:xfrm>
            <a:off x="827088" y="2205038"/>
            <a:ext cx="8053387" cy="3662362"/>
          </a:xfrm>
          <a:prstGeom prst="rect">
            <a:avLst/>
          </a:prstGeom>
          <a:noFill/>
          <a:ln w="9525">
            <a:noFill/>
          </a:ln>
        </p:spPr>
        <p:txBody>
          <a:bodyPr anchor="ctr" anchorCtr="0">
            <a:spAutoFit/>
          </a:bodyPr>
          <a:p>
            <a:pPr indent="276225" eaLnBrk="1" hangingPunct="1"/>
            <a:r>
              <a:rPr lang="en-US" altLang="zh-CN" sz="1800" b="1" dirty="0">
                <a:latin typeface="Times New Roman" panose="02020603050405020304" pitchFamily="18" charset="0"/>
              </a:rPr>
              <a:t>Transform  Node  Syntax </a:t>
            </a:r>
            <a:endParaRPr lang="en-US" altLang="zh-CN" sz="1800" b="1" dirty="0">
              <a:latin typeface="Times New Roman" panose="02020603050405020304" pitchFamily="18" charset="0"/>
            </a:endParaRPr>
          </a:p>
          <a:p>
            <a:pPr indent="276225" eaLnBrk="1" hangingPunct="1"/>
            <a:r>
              <a:rPr lang="en-US" altLang="zh-CN" sz="1800" b="1" dirty="0">
                <a:latin typeface="Times New Roman" panose="02020603050405020304" pitchFamily="18" charset="0"/>
              </a:rPr>
              <a:t>  Transform  {</a:t>
            </a:r>
            <a:endParaRPr lang="en-US" altLang="zh-CN" sz="1800" b="1" dirty="0">
              <a:latin typeface="Times New Roman" panose="02020603050405020304" pitchFamily="18" charset="0"/>
            </a:endParaRPr>
          </a:p>
          <a:p>
            <a:pPr indent="276225" eaLnBrk="1" hangingPunct="1"/>
            <a:r>
              <a:rPr lang="en-US" altLang="zh-CN" sz="1800" b="1" dirty="0">
                <a:latin typeface="Times New Roman" panose="02020603050405020304" pitchFamily="18" charset="0"/>
              </a:rPr>
              <a:t>    Eventin       MFNode       addchildren  </a:t>
            </a:r>
            <a:endParaRPr lang="en-US" altLang="zh-CN" sz="1800" b="1" dirty="0">
              <a:latin typeface="Times New Roman" panose="02020603050405020304" pitchFamily="18" charset="0"/>
            </a:endParaRPr>
          </a:p>
          <a:p>
            <a:pPr indent="276225" eaLnBrk="1" hangingPunct="1"/>
            <a:r>
              <a:rPr lang="en-US" altLang="zh-CN" sz="1800" b="1" dirty="0">
                <a:latin typeface="Times New Roman" panose="02020603050405020304" pitchFamily="18" charset="0"/>
              </a:rPr>
              <a:t>    Eventin       MFNode       removechildren</a:t>
            </a:r>
            <a:endParaRPr lang="en-US" altLang="zh-CN" sz="1800" b="1" dirty="0">
              <a:latin typeface="Times New Roman" panose="02020603050405020304" pitchFamily="18" charset="0"/>
            </a:endParaRPr>
          </a:p>
          <a:p>
            <a:pPr indent="276225" eaLnBrk="1" hangingPunct="1"/>
            <a:r>
              <a:rPr lang="en-US" altLang="zh-CN" sz="1800" b="1" dirty="0">
                <a:latin typeface="Times New Roman" panose="02020603050405020304" pitchFamily="18" charset="0"/>
              </a:rPr>
              <a:t>    Exposedfield   MFNode       children         [ ]</a:t>
            </a:r>
            <a:endParaRPr lang="en-US" altLang="zh-CN" sz="1800" b="1" dirty="0">
              <a:latin typeface="Times New Roman" panose="02020603050405020304" pitchFamily="18" charset="0"/>
            </a:endParaRPr>
          </a:p>
          <a:p>
            <a:pPr indent="276225" eaLnBrk="1" hangingPunct="1"/>
            <a:r>
              <a:rPr lang="en-US" altLang="zh-CN" sz="1800" b="1" dirty="0">
                <a:latin typeface="Times New Roman" panose="02020603050405020304" pitchFamily="18" charset="0"/>
              </a:rPr>
              <a:t>    Field          SFVec3f       bboxcenter       0 0 0       #(-∞,+∞)</a:t>
            </a:r>
            <a:endParaRPr lang="en-US" altLang="zh-CN" sz="1800" b="1" dirty="0">
              <a:latin typeface="Times New Roman" panose="02020603050405020304" pitchFamily="18" charset="0"/>
            </a:endParaRPr>
          </a:p>
          <a:p>
            <a:pPr indent="276225" eaLnBrk="1" hangingPunct="1"/>
            <a:r>
              <a:rPr lang="en-US" altLang="zh-CN" sz="1800" b="1" dirty="0">
                <a:latin typeface="Times New Roman" panose="02020603050405020304" pitchFamily="18" charset="0"/>
              </a:rPr>
              <a:t>    Field          SFVec3f       bboxsize       -1 –1 –1     #(0,+∞) or –1 –1 –1</a:t>
            </a:r>
            <a:endParaRPr lang="en-US" altLang="zh-CN" sz="1800" b="1" dirty="0">
              <a:latin typeface="Times New Roman" panose="02020603050405020304" pitchFamily="18" charset="0"/>
            </a:endParaRPr>
          </a:p>
          <a:p>
            <a:pPr indent="276225" eaLnBrk="1" hangingPunct="1"/>
            <a:r>
              <a:rPr lang="en-US" altLang="zh-CN" sz="1800" b="1" dirty="0">
                <a:latin typeface="Times New Roman" panose="02020603050405020304" pitchFamily="18" charset="0"/>
              </a:rPr>
              <a:t>    Exposedfield    SFRotation     rotation         0 0 1 0     #(-∞,+∞)</a:t>
            </a:r>
            <a:endParaRPr lang="en-US" altLang="zh-CN" sz="1800" b="1" dirty="0">
              <a:latin typeface="Times New Roman" panose="02020603050405020304" pitchFamily="18" charset="0"/>
            </a:endParaRPr>
          </a:p>
          <a:p>
            <a:pPr indent="276225" eaLnBrk="1" hangingPunct="1"/>
            <a:r>
              <a:rPr lang="en-US" altLang="zh-CN" sz="1800" b="1" dirty="0">
                <a:latin typeface="Times New Roman" panose="02020603050405020304" pitchFamily="18" charset="0"/>
              </a:rPr>
              <a:t>    Exposedfield    SFVec3f       center          0 0 0       #(-∞,+∞)</a:t>
            </a:r>
            <a:endParaRPr lang="en-US" altLang="zh-CN" sz="1800" b="1" dirty="0">
              <a:latin typeface="Times New Roman" panose="02020603050405020304" pitchFamily="18" charset="0"/>
            </a:endParaRPr>
          </a:p>
          <a:p>
            <a:pPr indent="276225" eaLnBrk="1" hangingPunct="1"/>
            <a:r>
              <a:rPr lang="en-US" altLang="zh-CN" sz="1800" b="1" dirty="0">
                <a:latin typeface="Times New Roman" panose="02020603050405020304" pitchFamily="18" charset="0"/>
              </a:rPr>
              <a:t>    Exposedfield    SFVec3f       scale           1 1 1       #(0,+∞)</a:t>
            </a:r>
            <a:endParaRPr lang="en-US" altLang="zh-CN" sz="1800" b="1" dirty="0">
              <a:latin typeface="Times New Roman" panose="02020603050405020304" pitchFamily="18" charset="0"/>
            </a:endParaRPr>
          </a:p>
          <a:p>
            <a:pPr indent="276225" eaLnBrk="1" hangingPunct="1"/>
            <a:r>
              <a:rPr lang="en-US" altLang="zh-CN" sz="1800" b="1" dirty="0">
                <a:latin typeface="Times New Roman" panose="02020603050405020304" pitchFamily="18" charset="0"/>
              </a:rPr>
              <a:t>    Exposedfield    SFRotation     scaleorientation   0 0 1 0     #(-∞,+∞)</a:t>
            </a:r>
            <a:endParaRPr lang="en-US" altLang="zh-CN" sz="1800" b="1" dirty="0">
              <a:latin typeface="Times New Roman" panose="02020603050405020304" pitchFamily="18" charset="0"/>
            </a:endParaRPr>
          </a:p>
          <a:p>
            <a:pPr indent="276225" eaLnBrk="1" hangingPunct="1"/>
            <a:r>
              <a:rPr lang="en-US" altLang="zh-CN" sz="1800" b="1" dirty="0">
                <a:latin typeface="Times New Roman" panose="02020603050405020304" pitchFamily="18" charset="0"/>
              </a:rPr>
              <a:t>    Exposedfield    SFVec3f       translation        0 0 0       #(-∞,+∞)</a:t>
            </a:r>
            <a:endParaRPr lang="en-US" altLang="zh-CN" sz="1800" b="1" dirty="0">
              <a:latin typeface="Times New Roman" panose="02020603050405020304" pitchFamily="18" charset="0"/>
            </a:endParaRPr>
          </a:p>
          <a:p>
            <a:pPr indent="276225" eaLnBrk="1" hangingPunct="1"/>
            <a:r>
              <a:rPr lang="en-US" altLang="zh-CN" sz="1800" b="1" dirty="0">
                <a:latin typeface="Times New Roman" panose="02020603050405020304" pitchFamily="18" charset="0"/>
              </a:rPr>
              <a:t>                     }</a:t>
            </a:r>
            <a:endParaRPr lang="en-US" altLang="zh-CN" sz="1800" b="1" dirty="0">
              <a:latin typeface="Times New Roman" panose="02020603050405020304" pitchFamily="18" charset="0"/>
            </a:endParaRPr>
          </a:p>
        </p:txBody>
      </p:sp>
      <p:sp>
        <p:nvSpPr>
          <p:cNvPr id="118788" name="Rectangle 3"/>
          <p:cNvSpPr/>
          <p:nvPr/>
        </p:nvSpPr>
        <p:spPr>
          <a:xfrm>
            <a:off x="1331913" y="836613"/>
            <a:ext cx="3954462" cy="457200"/>
          </a:xfrm>
          <a:prstGeom prst="rect">
            <a:avLst/>
          </a:prstGeom>
          <a:noFill/>
          <a:ln w="9525">
            <a:noFill/>
          </a:ln>
        </p:spPr>
        <p:txBody>
          <a:bodyPr wrap="none">
            <a:spAutoFit/>
          </a:bodyPr>
          <a:p>
            <a:pPr eaLnBrk="1" hangingPunct="1"/>
            <a:r>
              <a:rPr lang="zh-CN" altLang="en-US" b="1" dirty="0">
                <a:latin typeface="Times New Roman" panose="02020603050405020304" pitchFamily="18" charset="0"/>
              </a:rPr>
              <a:t>转换型的群节点--</a:t>
            </a:r>
            <a:r>
              <a:rPr lang="en-US" altLang="zh-CN" b="1" dirty="0">
                <a:latin typeface="Times New Roman" panose="02020603050405020304" pitchFamily="18" charset="0"/>
              </a:rPr>
              <a:t>Transform</a:t>
            </a:r>
            <a:endParaRPr lang="en-US" altLang="zh-CN" b="1" dirty="0">
              <a:latin typeface="Times New Roman" panose="02020603050405020304" pitchFamily="18" charset="0"/>
            </a:endParaRPr>
          </a:p>
        </p:txBody>
      </p:sp>
    </p:spTree>
  </p:cSld>
  <p:clrMapOvr>
    <a:masterClrMapping/>
  </p:clrMapOvr>
  <p:transition>
    <p:random/>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9810" name="页脚占位符 1"/>
          <p:cNvSpPr txBox="1">
            <a:spLocks noGrp="1"/>
          </p:cNvSpPr>
          <p:nvPr>
            <p:ph type="ftr" sz="quarter" idx="3"/>
          </p:nvPr>
        </p:nvSpPr>
        <p:spPr>
          <a:xfrm>
            <a:off x="3733800" y="6570663"/>
            <a:ext cx="2590800" cy="280987"/>
          </a:xfrm>
          <a:ln/>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r>
              <a:rPr lang="zh-CN" altLang="en-US" sz="1200" dirty="0">
                <a:solidFill>
                  <a:schemeClr val="folHlink"/>
                </a:solidFill>
              </a:rPr>
              <a:t>《虚拟地理环境及其应用》</a:t>
            </a:r>
            <a:endParaRPr lang="zh-CN" altLang="en-US" sz="1200" dirty="0">
              <a:solidFill>
                <a:schemeClr val="folHlink"/>
              </a:solidFill>
            </a:endParaRPr>
          </a:p>
        </p:txBody>
      </p:sp>
      <p:sp>
        <p:nvSpPr>
          <p:cNvPr id="119811" name="Rectangle 2"/>
          <p:cNvSpPr/>
          <p:nvPr/>
        </p:nvSpPr>
        <p:spPr>
          <a:xfrm>
            <a:off x="1042988" y="1784350"/>
            <a:ext cx="8101012" cy="4364038"/>
          </a:xfrm>
          <a:prstGeom prst="rect">
            <a:avLst/>
          </a:prstGeom>
          <a:noFill/>
          <a:ln w="9525">
            <a:noFill/>
          </a:ln>
        </p:spPr>
        <p:txBody>
          <a:bodyPr anchor="ctr" anchorCtr="0">
            <a:spAutoFit/>
          </a:bodyPr>
          <a:p>
            <a:pPr indent="276225" eaLnBrk="1" hangingPunct="1"/>
            <a:r>
              <a:rPr lang="zh-CN" altLang="en-US" sz="1800" b="1" dirty="0">
                <a:latin typeface="Times New Roman" panose="02020603050405020304" pitchFamily="18" charset="0"/>
              </a:rPr>
              <a:t>字段说明：</a:t>
            </a:r>
            <a:endParaRPr lang="zh-CN" altLang="en-US" sz="1800" b="1" dirty="0">
              <a:latin typeface="Times New Roman" panose="02020603050405020304" pitchFamily="18" charset="0"/>
            </a:endParaRPr>
          </a:p>
          <a:p>
            <a:pPr indent="276225" eaLnBrk="1" hangingPunct="1"/>
            <a:r>
              <a:rPr lang="zh-CN" altLang="en-US" sz="1800" b="1" dirty="0">
                <a:latin typeface="Times New Roman" panose="02020603050405020304" pitchFamily="18" charset="0"/>
              </a:rPr>
              <a:t>前六个字段参见前面。</a:t>
            </a:r>
            <a:endParaRPr lang="zh-CN" altLang="en-US" sz="1800" b="1" dirty="0">
              <a:latin typeface="Times New Roman" panose="02020603050405020304" pitchFamily="18" charset="0"/>
            </a:endParaRPr>
          </a:p>
          <a:p>
            <a:pPr indent="276225" eaLnBrk="1" hangingPunct="1"/>
            <a:r>
              <a:rPr lang="en-US" altLang="zh-CN" sz="1800" b="1" dirty="0">
                <a:latin typeface="Times New Roman" panose="02020603050405020304" pitchFamily="18" charset="0"/>
              </a:rPr>
              <a:t>Cent          </a:t>
            </a:r>
            <a:r>
              <a:rPr lang="zh-CN" altLang="en-US" sz="1800" b="1" dirty="0">
                <a:latin typeface="Times New Roman" panose="02020603050405020304" pitchFamily="18" charset="0"/>
              </a:rPr>
              <a:t>定义出缩放（</a:t>
            </a:r>
            <a:r>
              <a:rPr lang="en-US" altLang="zh-CN" sz="1800" b="1" dirty="0">
                <a:latin typeface="Times New Roman" panose="02020603050405020304" pitchFamily="18" charset="0"/>
              </a:rPr>
              <a:t>scale</a:t>
            </a:r>
            <a:r>
              <a:rPr lang="zh-CN" altLang="en-US" sz="1800" b="1" dirty="0">
                <a:latin typeface="Times New Roman" panose="02020603050405020304" pitchFamily="18" charset="0"/>
              </a:rPr>
              <a:t>字段）和旋转（</a:t>
            </a:r>
            <a:r>
              <a:rPr lang="en-US" altLang="zh-CN" sz="1800" b="1" dirty="0">
                <a:latin typeface="Times New Roman" panose="02020603050405020304" pitchFamily="18" charset="0"/>
              </a:rPr>
              <a:t>rotation</a:t>
            </a:r>
            <a:r>
              <a:rPr lang="zh-CN" altLang="en-US" sz="1800" b="1" dirty="0">
                <a:latin typeface="Times New Roman" panose="02020603050405020304" pitchFamily="18" charset="0"/>
              </a:rPr>
              <a:t>字段）功能的原点，默认值为三维坐标的原点（0,0,0）。</a:t>
            </a:r>
            <a:endParaRPr lang="zh-CN" altLang="en-US" sz="1800" b="1" dirty="0">
              <a:latin typeface="Times New Roman" panose="02020603050405020304" pitchFamily="18" charset="0"/>
            </a:endParaRPr>
          </a:p>
          <a:p>
            <a:pPr indent="276225" eaLnBrk="1" hangingPunct="1"/>
            <a:r>
              <a:rPr lang="en-US" altLang="zh-CN" sz="1800" b="1" dirty="0">
                <a:latin typeface="Times New Roman" panose="02020603050405020304" pitchFamily="18" charset="0"/>
              </a:rPr>
              <a:t>Scale          </a:t>
            </a:r>
            <a:r>
              <a:rPr lang="zh-CN" altLang="en-US" sz="1800" b="1" dirty="0">
                <a:latin typeface="Times New Roman" panose="02020603050405020304" pitchFamily="18" charset="0"/>
              </a:rPr>
              <a:t>该字段是对几何对象进行缩放，可以单独对</a:t>
            </a:r>
            <a:r>
              <a:rPr lang="en-US" altLang="zh-CN" sz="1800" b="1" dirty="0">
                <a:latin typeface="Times New Roman" panose="02020603050405020304" pitchFamily="18" charset="0"/>
              </a:rPr>
              <a:t>X、Y、Z</a:t>
            </a:r>
            <a:r>
              <a:rPr lang="zh-CN" altLang="en-US" sz="1800" b="1" dirty="0">
                <a:latin typeface="Times New Roman" panose="02020603050405020304" pitchFamily="18" charset="0"/>
              </a:rPr>
              <a:t>任一方向的尺寸进行缩放。小于1则代表缩小，大于1则代表放大，等于1则代表不变，默认值为（1,1,1）,表示维持原本的尺寸。</a:t>
            </a:r>
            <a:endParaRPr lang="zh-CN" altLang="en-US" sz="1800" b="1" dirty="0">
              <a:latin typeface="Times New Roman" panose="02020603050405020304" pitchFamily="18" charset="0"/>
            </a:endParaRPr>
          </a:p>
          <a:p>
            <a:pPr indent="276225" eaLnBrk="1" hangingPunct="1"/>
            <a:r>
              <a:rPr lang="en-US" altLang="zh-CN" sz="1800" b="1" dirty="0">
                <a:latin typeface="Times New Roman" panose="02020603050405020304" pitchFamily="18" charset="0"/>
              </a:rPr>
              <a:t>Scaleorientation  </a:t>
            </a:r>
            <a:r>
              <a:rPr lang="zh-CN" altLang="en-US" sz="1800" b="1" dirty="0">
                <a:latin typeface="Times New Roman" panose="02020603050405020304" pitchFamily="18" charset="0"/>
              </a:rPr>
              <a:t>该字段的功能是对旋转方向进行缩放，它必须在</a:t>
            </a:r>
            <a:r>
              <a:rPr lang="en-US" altLang="zh-CN" sz="1800" b="1" dirty="0">
                <a:latin typeface="Times New Roman" panose="02020603050405020304" pitchFamily="18" charset="0"/>
              </a:rPr>
              <a:t>scale</a:t>
            </a:r>
            <a:r>
              <a:rPr lang="zh-CN" altLang="en-US" sz="1800" b="1" dirty="0">
                <a:latin typeface="Times New Roman" panose="02020603050405020304" pitchFamily="18" charset="0"/>
              </a:rPr>
              <a:t>字段之后，在定义出放大尺寸后，再对几何对象所选择的旋转方向进行缩放。前三个值用来定义旋转轴，最后一个值为旋转角度，单位为弧度（</a:t>
            </a:r>
            <a:r>
              <a:rPr lang="en-US" altLang="zh-CN" sz="1800" b="1" dirty="0">
                <a:latin typeface="Times New Roman" panose="02020603050405020304" pitchFamily="18" charset="0"/>
              </a:rPr>
              <a:t>radians），</a:t>
            </a:r>
            <a:r>
              <a:rPr lang="zh-CN" altLang="en-US" sz="1800" b="1" dirty="0">
                <a:latin typeface="Times New Roman" panose="02020603050405020304" pitchFamily="18" charset="0"/>
              </a:rPr>
              <a:t>这4个值的意义和</a:t>
            </a:r>
            <a:r>
              <a:rPr lang="en-US" altLang="zh-CN" sz="1800" b="1" dirty="0">
                <a:latin typeface="Times New Roman" panose="02020603050405020304" pitchFamily="18" charset="0"/>
              </a:rPr>
              <a:t>rotation</a:t>
            </a:r>
            <a:r>
              <a:rPr lang="zh-CN" altLang="en-US" sz="1800" b="1" dirty="0">
                <a:latin typeface="Times New Roman" panose="02020603050405020304" pitchFamily="18" charset="0"/>
              </a:rPr>
              <a:t>字段相同。</a:t>
            </a:r>
            <a:endParaRPr lang="zh-CN" altLang="en-US" sz="1800" b="1" dirty="0">
              <a:latin typeface="Times New Roman" panose="02020603050405020304" pitchFamily="18" charset="0"/>
            </a:endParaRPr>
          </a:p>
          <a:p>
            <a:pPr indent="276225" eaLnBrk="1" hangingPunct="1"/>
            <a:r>
              <a:rPr lang="en-US" altLang="zh-CN" sz="1800" b="1" dirty="0">
                <a:latin typeface="Times New Roman" panose="02020603050405020304" pitchFamily="18" charset="0"/>
              </a:rPr>
              <a:t>Translation  </a:t>
            </a:r>
            <a:r>
              <a:rPr lang="zh-CN" altLang="en-US" sz="1800" b="1" dirty="0">
                <a:latin typeface="Times New Roman" panose="02020603050405020304" pitchFamily="18" charset="0"/>
              </a:rPr>
              <a:t>该字段的功能是将几何对象的几何中心位置从原本的三维坐标原点移到想要的位置。三个值分别是</a:t>
            </a:r>
            <a:r>
              <a:rPr lang="en-US" altLang="zh-CN" sz="1800" b="1" dirty="0">
                <a:latin typeface="Times New Roman" panose="02020603050405020304" pitchFamily="18" charset="0"/>
              </a:rPr>
              <a:t>X、Y、Z</a:t>
            </a:r>
            <a:r>
              <a:rPr lang="zh-CN" altLang="en-US" sz="1800" b="1" dirty="0">
                <a:latin typeface="Times New Roman" panose="02020603050405020304" pitchFamily="18" charset="0"/>
              </a:rPr>
              <a:t>方向，默认值为（0,0,0）。</a:t>
            </a:r>
            <a:endParaRPr lang="zh-CN" altLang="en-US" sz="1800" b="1" dirty="0">
              <a:latin typeface="Times New Roman" panose="02020603050405020304" pitchFamily="18" charset="0"/>
            </a:endParaRPr>
          </a:p>
          <a:p>
            <a:pPr indent="276225" eaLnBrk="1" hangingPunct="1"/>
            <a:r>
              <a:rPr lang="zh-CN" altLang="en-US" sz="2800" b="1" dirty="0">
                <a:latin typeface="宋体" panose="02010600030101010101" pitchFamily="2" charset="-122"/>
              </a:rPr>
              <a:t>示例 6-2,6-3,6-4,6-5,6-6</a:t>
            </a:r>
            <a:endParaRPr lang="zh-CN" altLang="en-US" sz="2000" b="1" dirty="0">
              <a:latin typeface="宋体" panose="02010600030101010101" pitchFamily="2" charset="-122"/>
            </a:endParaRPr>
          </a:p>
          <a:p>
            <a:pPr indent="276225" eaLnBrk="1" hangingPunct="1"/>
            <a:endParaRPr lang="zh-CN" altLang="en-US" sz="1800" b="1" dirty="0">
              <a:latin typeface="Times New Roman" panose="02020603050405020304" pitchFamily="18" charset="0"/>
            </a:endParaRPr>
          </a:p>
        </p:txBody>
      </p:sp>
      <p:sp>
        <p:nvSpPr>
          <p:cNvPr id="119812" name="Rectangle 3"/>
          <p:cNvSpPr/>
          <p:nvPr/>
        </p:nvSpPr>
        <p:spPr>
          <a:xfrm>
            <a:off x="1476375" y="836613"/>
            <a:ext cx="3751263" cy="457200"/>
          </a:xfrm>
          <a:prstGeom prst="rect">
            <a:avLst/>
          </a:prstGeom>
          <a:noFill/>
          <a:ln w="9525">
            <a:noFill/>
          </a:ln>
        </p:spPr>
        <p:txBody>
          <a:bodyPr wrap="none">
            <a:spAutoFit/>
          </a:bodyPr>
          <a:p>
            <a:pPr eaLnBrk="1" hangingPunct="1"/>
            <a:r>
              <a:rPr lang="zh-CN" altLang="en-US" b="1" dirty="0">
                <a:latin typeface="Times New Roman" panose="02020603050405020304" pitchFamily="18" charset="0"/>
              </a:rPr>
              <a:t>转换型的群节点</a:t>
            </a:r>
            <a:r>
              <a:rPr lang="en-US" altLang="zh-CN" b="1" dirty="0">
                <a:latin typeface="Times New Roman" panose="02020603050405020304" pitchFamily="18" charset="0"/>
              </a:rPr>
              <a:t>Transform</a:t>
            </a:r>
            <a:endParaRPr lang="en-US" altLang="zh-CN" b="1" dirty="0">
              <a:latin typeface="Times New Roman" panose="02020603050405020304" pitchFamily="18" charset="0"/>
            </a:endParaRPr>
          </a:p>
        </p:txBody>
      </p:sp>
    </p:spTree>
  </p:cSld>
  <p:clrMapOvr>
    <a:masterClrMapping/>
  </p:clrMapOvr>
  <p:transition>
    <p:random/>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0834" name="页脚占位符 1"/>
          <p:cNvSpPr txBox="1">
            <a:spLocks noGrp="1"/>
          </p:cNvSpPr>
          <p:nvPr>
            <p:ph type="ftr" sz="quarter" idx="3"/>
          </p:nvPr>
        </p:nvSpPr>
        <p:spPr>
          <a:xfrm>
            <a:off x="3733800" y="6570663"/>
            <a:ext cx="2590800" cy="280987"/>
          </a:xfrm>
          <a:ln/>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r>
              <a:rPr lang="zh-CN" altLang="en-US" sz="1200" dirty="0">
                <a:solidFill>
                  <a:schemeClr val="folHlink"/>
                </a:solidFill>
              </a:rPr>
              <a:t>《虚拟地理环境及其应用》</a:t>
            </a:r>
            <a:endParaRPr lang="zh-CN" altLang="en-US" sz="1200" dirty="0">
              <a:solidFill>
                <a:schemeClr val="folHlink"/>
              </a:solidFill>
            </a:endParaRPr>
          </a:p>
        </p:txBody>
      </p:sp>
      <p:sp>
        <p:nvSpPr>
          <p:cNvPr id="120835" name="Rectangle 2"/>
          <p:cNvSpPr/>
          <p:nvPr/>
        </p:nvSpPr>
        <p:spPr>
          <a:xfrm>
            <a:off x="990600" y="2133600"/>
            <a:ext cx="7561263" cy="4060825"/>
          </a:xfrm>
          <a:prstGeom prst="rect">
            <a:avLst/>
          </a:prstGeom>
          <a:noFill/>
          <a:ln w="9525">
            <a:noFill/>
          </a:ln>
        </p:spPr>
        <p:txBody>
          <a:bodyPr anchor="ctr" anchorCtr="0">
            <a:spAutoFit/>
          </a:bodyPr>
          <a:p>
            <a:pPr indent="276225" eaLnBrk="1" hangingPunct="1"/>
            <a:r>
              <a:rPr lang="en-US" altLang="zh-CN" sz="2600" b="1" dirty="0">
                <a:latin typeface="宋体" panose="02010600030101010101" pitchFamily="2" charset="-122"/>
              </a:rPr>
              <a:t>  Inline</a:t>
            </a:r>
            <a:r>
              <a:rPr lang="zh-CN" altLang="en-US" sz="2600" b="1" dirty="0">
                <a:latin typeface="宋体" panose="02010600030101010101" pitchFamily="2" charset="-122"/>
              </a:rPr>
              <a:t>节点是一个群节点，也可以包含在其它节点之下，用于在</a:t>
            </a:r>
            <a:r>
              <a:rPr lang="en-US" altLang="zh-CN" sz="2600" b="1" dirty="0">
                <a:latin typeface="宋体" panose="02010600030101010101" pitchFamily="2" charset="-122"/>
              </a:rPr>
              <a:t>VRML</a:t>
            </a:r>
            <a:r>
              <a:rPr lang="zh-CN" altLang="en-US" sz="2600" b="1" dirty="0">
                <a:latin typeface="宋体" panose="02010600030101010101" pitchFamily="2" charset="-122"/>
              </a:rPr>
              <a:t>程序下引入其它的</a:t>
            </a:r>
            <a:r>
              <a:rPr lang="en-US" altLang="zh-CN" sz="2600" b="1" dirty="0">
                <a:latin typeface="宋体" panose="02010600030101010101" pitchFamily="2" charset="-122"/>
              </a:rPr>
              <a:t>VRML</a:t>
            </a:r>
            <a:r>
              <a:rPr lang="zh-CN" altLang="en-US" sz="2600" b="1" dirty="0">
                <a:latin typeface="宋体" panose="02010600030101010101" pitchFamily="2" charset="-122"/>
              </a:rPr>
              <a:t>文件。如果一个</a:t>
            </a:r>
            <a:r>
              <a:rPr lang="en-US" altLang="zh-CN" sz="2600" b="1" dirty="0">
                <a:latin typeface="宋体" panose="02010600030101010101" pitchFamily="2" charset="-122"/>
              </a:rPr>
              <a:t>VRML</a:t>
            </a:r>
            <a:r>
              <a:rPr lang="zh-CN" altLang="en-US" sz="2600" b="1" dirty="0">
                <a:latin typeface="宋体" panose="02010600030101010101" pitchFamily="2" charset="-122"/>
              </a:rPr>
              <a:t>文件过大，将不容易管理和维护，若可以将一个很大的</a:t>
            </a:r>
            <a:r>
              <a:rPr lang="en-US" altLang="zh-CN" sz="2600" b="1" dirty="0">
                <a:latin typeface="宋体" panose="02010600030101010101" pitchFamily="2" charset="-122"/>
              </a:rPr>
              <a:t>VRML</a:t>
            </a:r>
            <a:r>
              <a:rPr lang="zh-CN" altLang="en-US" sz="2600" b="1" dirty="0">
                <a:latin typeface="宋体" panose="02010600030101010101" pitchFamily="2" charset="-122"/>
              </a:rPr>
              <a:t>文件拆成几个小文件，再使用</a:t>
            </a:r>
            <a:r>
              <a:rPr lang="en-US" altLang="zh-CN" sz="2600" b="1" dirty="0">
                <a:latin typeface="宋体" panose="02010600030101010101" pitchFamily="2" charset="-122"/>
              </a:rPr>
              <a:t>Inline</a:t>
            </a:r>
            <a:r>
              <a:rPr lang="zh-CN" altLang="en-US" sz="2600" b="1" dirty="0">
                <a:latin typeface="宋体" panose="02010600030101010101" pitchFamily="2" charset="-122"/>
              </a:rPr>
              <a:t>节点引入这些小文件，主要文件的内容会显的更清晰，更容易管理。</a:t>
            </a:r>
            <a:r>
              <a:rPr lang="en-US" altLang="zh-CN" sz="2600" b="1" dirty="0">
                <a:latin typeface="宋体" panose="02010600030101010101" pitchFamily="2" charset="-122"/>
              </a:rPr>
              <a:t>Inline</a:t>
            </a:r>
            <a:r>
              <a:rPr lang="zh-CN" altLang="en-US" sz="2600" b="1" dirty="0">
                <a:latin typeface="宋体" panose="02010600030101010101" pitchFamily="2" charset="-122"/>
              </a:rPr>
              <a:t>节点也可以从其它网站中引入</a:t>
            </a:r>
            <a:r>
              <a:rPr lang="en-US" altLang="zh-CN" sz="2600" b="1" dirty="0">
                <a:latin typeface="宋体" panose="02010600030101010101" pitchFamily="2" charset="-122"/>
              </a:rPr>
              <a:t>VRML</a:t>
            </a:r>
            <a:r>
              <a:rPr lang="zh-CN" altLang="en-US" sz="2600" b="1" dirty="0">
                <a:latin typeface="宋体" panose="02010600030101010101" pitchFamily="2" charset="-122"/>
              </a:rPr>
              <a:t>文件，这样可以分工合作，每个人在自己的计算机上完成自己的工作，然后放在网站上，在由一个负责人从各网站上引入</a:t>
            </a:r>
            <a:r>
              <a:rPr lang="en-US" altLang="zh-CN" sz="2600" b="1" dirty="0">
                <a:latin typeface="宋体" panose="02010600030101010101" pitchFamily="2" charset="-122"/>
              </a:rPr>
              <a:t>VRML</a:t>
            </a:r>
            <a:r>
              <a:rPr lang="zh-CN" altLang="en-US" sz="2600" b="1" dirty="0">
                <a:latin typeface="宋体" panose="02010600030101010101" pitchFamily="2" charset="-122"/>
              </a:rPr>
              <a:t>文件，完成欲创建的虚拟现实。</a:t>
            </a:r>
            <a:endParaRPr lang="zh-CN" altLang="en-US" sz="2600" b="1" dirty="0">
              <a:latin typeface="宋体" panose="02010600030101010101" pitchFamily="2" charset="-122"/>
            </a:endParaRPr>
          </a:p>
        </p:txBody>
      </p:sp>
      <p:sp>
        <p:nvSpPr>
          <p:cNvPr id="120836" name="Rectangle 3"/>
          <p:cNvSpPr/>
          <p:nvPr/>
        </p:nvSpPr>
        <p:spPr>
          <a:xfrm>
            <a:off x="1476375" y="908050"/>
            <a:ext cx="4008438" cy="457200"/>
          </a:xfrm>
          <a:prstGeom prst="rect">
            <a:avLst/>
          </a:prstGeom>
          <a:noFill/>
          <a:ln w="9525">
            <a:noFill/>
          </a:ln>
        </p:spPr>
        <p:txBody>
          <a:bodyPr wrap="none">
            <a:spAutoFit/>
          </a:bodyPr>
          <a:p>
            <a:pPr eaLnBrk="1" hangingPunct="1"/>
            <a:r>
              <a:rPr lang="zh-CN" altLang="en-US" b="1" dirty="0">
                <a:latin typeface="Times New Roman" panose="02020603050405020304" pitchFamily="18" charset="0"/>
              </a:rPr>
              <a:t>三、引入型的群节点—</a:t>
            </a:r>
            <a:r>
              <a:rPr lang="en-US" altLang="zh-CN" b="1" dirty="0">
                <a:latin typeface="Times New Roman" panose="02020603050405020304" pitchFamily="18" charset="0"/>
              </a:rPr>
              <a:t>Inline</a:t>
            </a:r>
            <a:endParaRPr lang="zh-CN" altLang="en-US" b="1" dirty="0">
              <a:latin typeface="Times New Roman" panose="02020603050405020304" pitchFamily="18" charset="0"/>
            </a:endParaRPr>
          </a:p>
        </p:txBody>
      </p:sp>
    </p:spTree>
  </p:cSld>
  <p:clrMapOvr>
    <a:masterClrMapping/>
  </p:clrMapOvr>
  <p:transition>
    <p:random/>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1858" name="页脚占位符 1"/>
          <p:cNvSpPr txBox="1">
            <a:spLocks noGrp="1"/>
          </p:cNvSpPr>
          <p:nvPr>
            <p:ph type="ftr" sz="quarter" idx="3"/>
          </p:nvPr>
        </p:nvSpPr>
        <p:spPr>
          <a:xfrm>
            <a:off x="3733800" y="6570663"/>
            <a:ext cx="2590800" cy="280987"/>
          </a:xfrm>
          <a:ln/>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r>
              <a:rPr lang="zh-CN" altLang="en-US" sz="1200" dirty="0">
                <a:solidFill>
                  <a:schemeClr val="folHlink"/>
                </a:solidFill>
              </a:rPr>
              <a:t>《虚拟地理环境及其应用》</a:t>
            </a:r>
            <a:endParaRPr lang="zh-CN" altLang="en-US" sz="1200" dirty="0">
              <a:solidFill>
                <a:schemeClr val="folHlink"/>
              </a:solidFill>
            </a:endParaRPr>
          </a:p>
        </p:txBody>
      </p:sp>
      <p:sp>
        <p:nvSpPr>
          <p:cNvPr id="121859" name="Rectangle 2"/>
          <p:cNvSpPr/>
          <p:nvPr/>
        </p:nvSpPr>
        <p:spPr>
          <a:xfrm>
            <a:off x="900113" y="1776413"/>
            <a:ext cx="8064500" cy="4538662"/>
          </a:xfrm>
          <a:prstGeom prst="rect">
            <a:avLst/>
          </a:prstGeom>
          <a:noFill/>
          <a:ln w="9525">
            <a:noFill/>
          </a:ln>
        </p:spPr>
        <p:txBody>
          <a:bodyPr anchor="ctr" anchorCtr="0">
            <a:spAutoFit/>
          </a:bodyPr>
          <a:p>
            <a:pPr indent="276225" eaLnBrk="1" hangingPunct="1"/>
            <a:r>
              <a:rPr lang="en-US" altLang="zh-CN" sz="2200" b="1" dirty="0">
                <a:latin typeface="Times New Roman" panose="02020603050405020304" pitchFamily="18" charset="0"/>
              </a:rPr>
              <a:t>Inline  Node  Syntax  </a:t>
            </a:r>
            <a:endParaRPr lang="en-US" altLang="zh-CN" sz="2200" b="1" dirty="0">
              <a:latin typeface="Times New Roman" panose="02020603050405020304" pitchFamily="18" charset="0"/>
            </a:endParaRPr>
          </a:p>
          <a:p>
            <a:pPr indent="276225" eaLnBrk="1" hangingPunct="1"/>
            <a:r>
              <a:rPr lang="en-US" altLang="zh-CN" sz="2200" b="1" dirty="0">
                <a:latin typeface="Times New Roman" panose="02020603050405020304" pitchFamily="18" charset="0"/>
              </a:rPr>
              <a:t>  Inline  {</a:t>
            </a:r>
            <a:endParaRPr lang="en-US" altLang="zh-CN" sz="2200" b="1" dirty="0">
              <a:latin typeface="Times New Roman" panose="02020603050405020304" pitchFamily="18" charset="0"/>
            </a:endParaRPr>
          </a:p>
          <a:p>
            <a:pPr indent="276225" eaLnBrk="1" hangingPunct="1"/>
            <a:r>
              <a:rPr lang="en-US" altLang="zh-CN" sz="2200" b="1" dirty="0">
                <a:latin typeface="Times New Roman" panose="02020603050405020304" pitchFamily="18" charset="0"/>
              </a:rPr>
              <a:t>    Exposedfield     MFString      url     [ ] </a:t>
            </a:r>
            <a:endParaRPr lang="en-US" altLang="zh-CN" sz="2200" b="1" dirty="0">
              <a:latin typeface="Times New Roman" panose="02020603050405020304" pitchFamily="18" charset="0"/>
            </a:endParaRPr>
          </a:p>
          <a:p>
            <a:pPr indent="276225" eaLnBrk="1" hangingPunct="1"/>
            <a:r>
              <a:rPr lang="en-US" altLang="zh-CN" sz="2200" b="1" dirty="0">
                <a:latin typeface="Times New Roman" panose="02020603050405020304" pitchFamily="18" charset="0"/>
              </a:rPr>
              <a:t>    Field          SFVec3f       bboxcenter       0 0 0       #(-∞,+∞)</a:t>
            </a:r>
            <a:endParaRPr lang="en-US" altLang="zh-CN" sz="2200" b="1" dirty="0">
              <a:latin typeface="Times New Roman" panose="02020603050405020304" pitchFamily="18" charset="0"/>
            </a:endParaRPr>
          </a:p>
          <a:p>
            <a:pPr indent="276225" eaLnBrk="1" hangingPunct="1"/>
            <a:r>
              <a:rPr lang="en-US" altLang="zh-CN" sz="2200" b="1" dirty="0">
                <a:latin typeface="Times New Roman" panose="02020603050405020304" pitchFamily="18" charset="0"/>
              </a:rPr>
              <a:t>    Field          SFVec3f       bboxsize       -1 –1 –1     #(0,+∞) or –1 –1 –1</a:t>
            </a:r>
            <a:endParaRPr lang="en-US" altLang="zh-CN" sz="2200" b="1" dirty="0">
              <a:latin typeface="Times New Roman" panose="02020603050405020304" pitchFamily="18" charset="0"/>
            </a:endParaRPr>
          </a:p>
          <a:p>
            <a:pPr indent="276225" eaLnBrk="1" hangingPunct="1"/>
            <a:r>
              <a:rPr lang="en-US" altLang="zh-CN" sz="2200" b="1" dirty="0">
                <a:latin typeface="Times New Roman" panose="02020603050405020304" pitchFamily="18" charset="0"/>
              </a:rPr>
              <a:t>         }</a:t>
            </a:r>
            <a:endParaRPr lang="en-US" altLang="zh-CN" sz="2200" b="1" dirty="0">
              <a:latin typeface="Times New Roman" panose="02020603050405020304" pitchFamily="18" charset="0"/>
            </a:endParaRPr>
          </a:p>
          <a:p>
            <a:pPr indent="276225" eaLnBrk="1" hangingPunct="1"/>
            <a:r>
              <a:rPr lang="zh-CN" altLang="en-US" sz="2200" b="1" dirty="0">
                <a:latin typeface="Times New Roman" panose="02020603050405020304" pitchFamily="18" charset="0"/>
              </a:rPr>
              <a:t>字段说明：</a:t>
            </a:r>
            <a:endParaRPr lang="zh-CN" altLang="en-US" sz="2200" b="1" dirty="0">
              <a:latin typeface="Times New Roman" panose="02020603050405020304" pitchFamily="18" charset="0"/>
            </a:endParaRPr>
          </a:p>
          <a:p>
            <a:pPr indent="276225" eaLnBrk="1" hangingPunct="1"/>
            <a:r>
              <a:rPr lang="en-US" altLang="zh-CN" sz="2200" b="1" dirty="0">
                <a:latin typeface="Times New Roman" panose="02020603050405020304" pitchFamily="18" charset="0"/>
              </a:rPr>
              <a:t>Url     </a:t>
            </a:r>
            <a:r>
              <a:rPr lang="zh-CN" altLang="en-US" sz="2200" b="1" dirty="0">
                <a:latin typeface="Times New Roman" panose="02020603050405020304" pitchFamily="18" charset="0"/>
              </a:rPr>
              <a:t>该字段的功能是输入所要引入的</a:t>
            </a:r>
            <a:r>
              <a:rPr lang="en-US" altLang="zh-CN" sz="2200" b="1" dirty="0">
                <a:latin typeface="Times New Roman" panose="02020603050405020304" pitchFamily="18" charset="0"/>
              </a:rPr>
              <a:t>VRML</a:t>
            </a:r>
            <a:r>
              <a:rPr lang="zh-CN" altLang="en-US" sz="2200" b="1" dirty="0">
                <a:latin typeface="Times New Roman" panose="02020603050405020304" pitchFamily="18" charset="0"/>
              </a:rPr>
              <a:t>文件名和位置（包括网址），如果多个</a:t>
            </a:r>
            <a:r>
              <a:rPr lang="en-US" altLang="zh-CN" sz="2200" b="1" dirty="0">
                <a:latin typeface="Times New Roman" panose="02020603050405020304" pitchFamily="18" charset="0"/>
              </a:rPr>
              <a:t>URL</a:t>
            </a:r>
            <a:r>
              <a:rPr lang="zh-CN" altLang="en-US" sz="2200" b="1" dirty="0">
                <a:latin typeface="Times New Roman" panose="02020603050405020304" pitchFamily="18" charset="0"/>
              </a:rPr>
              <a:t>被说明，则浏览器将按先后顺序装载第一个能找到的</a:t>
            </a:r>
            <a:r>
              <a:rPr lang="en-US" altLang="zh-CN" sz="2200" b="1" dirty="0">
                <a:latin typeface="Times New Roman" panose="02020603050405020304" pitchFamily="18" charset="0"/>
              </a:rPr>
              <a:t>VRML</a:t>
            </a:r>
            <a:r>
              <a:rPr lang="zh-CN" altLang="en-US" sz="2200" b="1" dirty="0">
                <a:latin typeface="Times New Roman" panose="02020603050405020304" pitchFamily="18" charset="0"/>
              </a:rPr>
              <a:t>文件。</a:t>
            </a:r>
            <a:endParaRPr lang="zh-CN" altLang="en-US" sz="2200" b="1" dirty="0">
              <a:latin typeface="Times New Roman" panose="02020603050405020304" pitchFamily="18" charset="0"/>
            </a:endParaRPr>
          </a:p>
          <a:p>
            <a:pPr indent="276225" eaLnBrk="1" hangingPunct="1"/>
            <a:r>
              <a:rPr lang="en-US" altLang="zh-CN" sz="2200" b="1" dirty="0">
                <a:latin typeface="Times New Roman" panose="02020603050405020304" pitchFamily="18" charset="0"/>
              </a:rPr>
              <a:t>Bboxcenter</a:t>
            </a:r>
            <a:r>
              <a:rPr lang="zh-CN" altLang="en-US" sz="2200" b="1" dirty="0">
                <a:latin typeface="Times New Roman" panose="02020603050405020304" pitchFamily="18" charset="0"/>
              </a:rPr>
              <a:t>和</a:t>
            </a:r>
            <a:r>
              <a:rPr lang="en-US" altLang="zh-CN" sz="2200" b="1" dirty="0">
                <a:latin typeface="Times New Roman" panose="02020603050405020304" pitchFamily="18" charset="0"/>
              </a:rPr>
              <a:t>bboxsize</a:t>
            </a:r>
            <a:r>
              <a:rPr lang="zh-CN" altLang="en-US" sz="2200" b="1" dirty="0">
                <a:latin typeface="Times New Roman" panose="02020603050405020304" pitchFamily="18" charset="0"/>
              </a:rPr>
              <a:t>参见前面。      </a:t>
            </a:r>
            <a:r>
              <a:rPr lang="zh-CN" altLang="en-US" sz="2800" b="1" dirty="0">
                <a:latin typeface="宋体" panose="02010600030101010101" pitchFamily="2" charset="-122"/>
              </a:rPr>
              <a:t>示例 6-7</a:t>
            </a:r>
            <a:endParaRPr lang="zh-CN" altLang="en-US" sz="2000" b="1" dirty="0">
              <a:latin typeface="宋体" panose="02010600030101010101" pitchFamily="2" charset="-122"/>
            </a:endParaRPr>
          </a:p>
          <a:p>
            <a:pPr indent="276225" eaLnBrk="1" hangingPunct="1"/>
            <a:endParaRPr lang="zh-CN" altLang="en-US" sz="2200" b="1" dirty="0">
              <a:latin typeface="Times New Roman" panose="02020603050405020304" pitchFamily="18" charset="0"/>
            </a:endParaRPr>
          </a:p>
        </p:txBody>
      </p:sp>
      <p:sp>
        <p:nvSpPr>
          <p:cNvPr id="121860" name="Rectangle 3"/>
          <p:cNvSpPr/>
          <p:nvPr/>
        </p:nvSpPr>
        <p:spPr>
          <a:xfrm>
            <a:off x="1403350" y="836613"/>
            <a:ext cx="3395663" cy="457200"/>
          </a:xfrm>
          <a:prstGeom prst="rect">
            <a:avLst/>
          </a:prstGeom>
          <a:noFill/>
          <a:ln w="9525">
            <a:noFill/>
          </a:ln>
        </p:spPr>
        <p:txBody>
          <a:bodyPr wrap="none">
            <a:spAutoFit/>
          </a:bodyPr>
          <a:p>
            <a:pPr eaLnBrk="1" hangingPunct="1"/>
            <a:r>
              <a:rPr lang="zh-CN" altLang="en-US" b="1" dirty="0">
                <a:latin typeface="Times New Roman" panose="02020603050405020304" pitchFamily="18" charset="0"/>
              </a:rPr>
              <a:t>引入型的群节点—</a:t>
            </a:r>
            <a:r>
              <a:rPr lang="en-US" altLang="zh-CN" b="1" dirty="0">
                <a:latin typeface="Times New Roman" panose="02020603050405020304" pitchFamily="18" charset="0"/>
              </a:rPr>
              <a:t>Inline</a:t>
            </a:r>
            <a:endParaRPr lang="zh-CN" altLang="en-US" b="1" dirty="0">
              <a:latin typeface="Times New Roman" panose="02020603050405020304" pitchFamily="18" charset="0"/>
            </a:endParaRPr>
          </a:p>
        </p:txBody>
      </p:sp>
    </p:spTree>
  </p:cSld>
  <p:clrMapOvr>
    <a:masterClrMapping/>
  </p:clrMapOvr>
  <p:transition>
    <p:random/>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882" name="页脚占位符 1"/>
          <p:cNvSpPr txBox="1">
            <a:spLocks noGrp="1"/>
          </p:cNvSpPr>
          <p:nvPr>
            <p:ph type="ftr" sz="quarter" idx="3"/>
          </p:nvPr>
        </p:nvSpPr>
        <p:spPr>
          <a:xfrm>
            <a:off x="3733800" y="6570663"/>
            <a:ext cx="2590800" cy="280987"/>
          </a:xfrm>
          <a:ln/>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r>
              <a:rPr lang="zh-CN" altLang="en-US" sz="1200" dirty="0">
                <a:solidFill>
                  <a:schemeClr val="folHlink"/>
                </a:solidFill>
              </a:rPr>
              <a:t>《虚拟地理环境及其应用》</a:t>
            </a:r>
            <a:endParaRPr lang="zh-CN" altLang="en-US" sz="1200" dirty="0">
              <a:solidFill>
                <a:schemeClr val="folHlink"/>
              </a:solidFill>
            </a:endParaRPr>
          </a:p>
        </p:txBody>
      </p:sp>
      <p:sp>
        <p:nvSpPr>
          <p:cNvPr id="122883" name="Rectangle 2"/>
          <p:cNvSpPr/>
          <p:nvPr/>
        </p:nvSpPr>
        <p:spPr>
          <a:xfrm>
            <a:off x="1476375" y="1508125"/>
            <a:ext cx="6985000" cy="3776663"/>
          </a:xfrm>
          <a:prstGeom prst="rect">
            <a:avLst/>
          </a:prstGeom>
          <a:noFill/>
          <a:ln w="9525">
            <a:noFill/>
          </a:ln>
        </p:spPr>
        <p:txBody>
          <a:bodyPr anchor="ctr" anchorCtr="0">
            <a:spAutoFit/>
          </a:bodyPr>
          <a:p>
            <a:pPr indent="276225" eaLnBrk="1" hangingPunct="1"/>
            <a:endParaRPr lang="en-US" altLang="zh-CN" sz="2200" b="1" dirty="0">
              <a:solidFill>
                <a:srgbClr val="33CC33"/>
              </a:solidFill>
              <a:latin typeface="Times New Roman" panose="02020603050405020304" pitchFamily="18" charset="0"/>
            </a:endParaRPr>
          </a:p>
          <a:p>
            <a:pPr indent="276225" eaLnBrk="1" hangingPunct="1"/>
            <a:r>
              <a:rPr lang="zh-CN" altLang="en-US" sz="2200" b="1" dirty="0">
                <a:latin typeface="Times New Roman" panose="02020603050405020304" pitchFamily="18" charset="0"/>
              </a:rPr>
              <a:t>在</a:t>
            </a:r>
            <a:r>
              <a:rPr lang="en-US" altLang="zh-CN" sz="2200" b="1" dirty="0">
                <a:latin typeface="Times New Roman" panose="02020603050405020304" pitchFamily="18" charset="0"/>
              </a:rPr>
              <a:t>VRML</a:t>
            </a:r>
            <a:r>
              <a:rPr lang="zh-CN" altLang="en-US" sz="2200" b="1" dirty="0">
                <a:latin typeface="Times New Roman" panose="02020603050405020304" pitchFamily="18" charset="0"/>
              </a:rPr>
              <a:t>中，</a:t>
            </a:r>
            <a:r>
              <a:rPr lang="en-US" altLang="zh-CN" sz="2200" b="1" dirty="0">
                <a:latin typeface="Times New Roman" panose="02020603050405020304" pitchFamily="18" charset="0"/>
              </a:rPr>
              <a:t>Switch</a:t>
            </a:r>
            <a:r>
              <a:rPr lang="zh-CN" altLang="en-US" sz="2200" b="1" dirty="0">
                <a:latin typeface="Times New Roman" panose="02020603050405020304" pitchFamily="18" charset="0"/>
              </a:rPr>
              <a:t>节点是一个群节点，可以在这个节点里创建不同的子节点，但在同一时间里只会出现所选择的子节点，所以</a:t>
            </a:r>
            <a:r>
              <a:rPr lang="en-US" altLang="zh-CN" sz="2200" b="1" dirty="0">
                <a:latin typeface="Times New Roman" panose="02020603050405020304" pitchFamily="18" charset="0"/>
              </a:rPr>
              <a:t>Switch</a:t>
            </a:r>
            <a:r>
              <a:rPr lang="zh-CN" altLang="en-US" sz="2200" b="1" dirty="0">
                <a:latin typeface="Times New Roman" panose="02020603050405020304" pitchFamily="18" charset="0"/>
              </a:rPr>
              <a:t>节点增加了</a:t>
            </a:r>
            <a:r>
              <a:rPr lang="en-US" altLang="zh-CN" sz="2200" b="1" dirty="0">
                <a:latin typeface="Times New Roman" panose="02020603050405020304" pitchFamily="18" charset="0"/>
              </a:rPr>
              <a:t>VRML</a:t>
            </a:r>
            <a:r>
              <a:rPr lang="zh-CN" altLang="en-US" sz="2200" b="1" dirty="0">
                <a:latin typeface="Times New Roman" panose="02020603050405020304" pitchFamily="18" charset="0"/>
              </a:rPr>
              <a:t>程序的交互性，可以让用户拥有选择的权利。</a:t>
            </a:r>
            <a:endParaRPr lang="zh-CN" altLang="en-US" sz="2200" b="1" dirty="0">
              <a:latin typeface="Times New Roman" panose="02020603050405020304" pitchFamily="18" charset="0"/>
            </a:endParaRPr>
          </a:p>
          <a:p>
            <a:pPr indent="276225" eaLnBrk="1" hangingPunct="1"/>
            <a:r>
              <a:rPr lang="en-US" altLang="zh-CN" sz="2200" b="1" dirty="0">
                <a:latin typeface="Times New Roman" panose="02020603050405020304" pitchFamily="18" charset="0"/>
              </a:rPr>
              <a:t>Switch  Node  Syntax </a:t>
            </a:r>
            <a:endParaRPr lang="en-US" altLang="zh-CN" sz="2200" b="1" dirty="0">
              <a:latin typeface="Times New Roman" panose="02020603050405020304" pitchFamily="18" charset="0"/>
            </a:endParaRPr>
          </a:p>
          <a:p>
            <a:pPr indent="276225" eaLnBrk="1" hangingPunct="1"/>
            <a:r>
              <a:rPr lang="en-US" altLang="zh-CN" sz="2200" b="1" dirty="0">
                <a:latin typeface="Times New Roman" panose="02020603050405020304" pitchFamily="18" charset="0"/>
              </a:rPr>
              <a:t>  Switch  {</a:t>
            </a:r>
            <a:endParaRPr lang="en-US" altLang="zh-CN" sz="2200" b="1" dirty="0">
              <a:latin typeface="Times New Roman" panose="02020603050405020304" pitchFamily="18" charset="0"/>
            </a:endParaRPr>
          </a:p>
          <a:p>
            <a:pPr indent="276225" eaLnBrk="1" hangingPunct="1"/>
            <a:r>
              <a:rPr lang="en-US" altLang="zh-CN" sz="2200" b="1" dirty="0">
                <a:latin typeface="Times New Roman" panose="02020603050405020304" pitchFamily="18" charset="0"/>
              </a:rPr>
              <a:t>       Exposedfield     MFNode     choice          [ ] </a:t>
            </a:r>
            <a:endParaRPr lang="en-US" altLang="zh-CN" sz="2200" b="1" dirty="0">
              <a:latin typeface="Times New Roman" panose="02020603050405020304" pitchFamily="18" charset="0"/>
            </a:endParaRPr>
          </a:p>
          <a:p>
            <a:pPr indent="276225" eaLnBrk="1" hangingPunct="1"/>
            <a:r>
              <a:rPr lang="en-US" altLang="zh-CN" sz="2200" b="1" dirty="0">
                <a:latin typeface="Times New Roman" panose="02020603050405020304" pitchFamily="18" charset="0"/>
              </a:rPr>
              <a:t>       Exposedfield     SFInt32      whichchoice     -1    #[-1,+∞]</a:t>
            </a:r>
            <a:endParaRPr lang="en-US" altLang="zh-CN" sz="2200" b="1" dirty="0">
              <a:latin typeface="Times New Roman" panose="02020603050405020304" pitchFamily="18" charset="0"/>
            </a:endParaRPr>
          </a:p>
          <a:p>
            <a:pPr indent="276225" eaLnBrk="1" hangingPunct="1"/>
            <a:r>
              <a:rPr lang="en-US" altLang="zh-CN" sz="2200" b="1" dirty="0">
                <a:latin typeface="Times New Roman" panose="02020603050405020304" pitchFamily="18" charset="0"/>
              </a:rPr>
              <a:t>}</a:t>
            </a:r>
            <a:endParaRPr lang="en-US" altLang="zh-CN" sz="2200" b="1" dirty="0">
              <a:latin typeface="Times New Roman" panose="02020603050405020304" pitchFamily="18" charset="0"/>
            </a:endParaRPr>
          </a:p>
        </p:txBody>
      </p:sp>
      <p:sp>
        <p:nvSpPr>
          <p:cNvPr id="122884" name="Rectangle 3"/>
          <p:cNvSpPr/>
          <p:nvPr/>
        </p:nvSpPr>
        <p:spPr>
          <a:xfrm>
            <a:off x="1403350" y="836613"/>
            <a:ext cx="4203700" cy="457200"/>
          </a:xfrm>
          <a:prstGeom prst="rect">
            <a:avLst/>
          </a:prstGeom>
          <a:noFill/>
          <a:ln w="9525">
            <a:noFill/>
          </a:ln>
        </p:spPr>
        <p:txBody>
          <a:bodyPr wrap="none">
            <a:spAutoFit/>
          </a:bodyPr>
          <a:p>
            <a:pPr eaLnBrk="1" hangingPunct="1"/>
            <a:r>
              <a:rPr lang="zh-CN" altLang="en-US" b="1" dirty="0">
                <a:latin typeface="Times New Roman" panose="02020603050405020304" pitchFamily="18" charset="0"/>
              </a:rPr>
              <a:t>四、选择型的群节点—</a:t>
            </a:r>
            <a:r>
              <a:rPr lang="en-US" altLang="zh-CN" b="1" dirty="0">
                <a:latin typeface="Times New Roman" panose="02020603050405020304" pitchFamily="18" charset="0"/>
              </a:rPr>
              <a:t>Switch</a:t>
            </a:r>
            <a:r>
              <a:rPr lang="en-US" altLang="zh-CN" dirty="0">
                <a:latin typeface="Times New Roman" panose="02020603050405020304" pitchFamily="18" charset="0"/>
              </a:rPr>
              <a:t> </a:t>
            </a:r>
            <a:endParaRPr lang="en-US" altLang="zh-CN" dirty="0">
              <a:latin typeface="Times New Roman" panose="02020603050405020304" pitchFamily="18" charset="0"/>
            </a:endParaRPr>
          </a:p>
        </p:txBody>
      </p:sp>
    </p:spTree>
  </p:cSld>
  <p:clrMapOvr>
    <a:masterClrMapping/>
  </p:clrMapOvr>
  <p:transition>
    <p:random/>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3906" name="页脚占位符 1"/>
          <p:cNvSpPr txBox="1">
            <a:spLocks noGrp="1"/>
          </p:cNvSpPr>
          <p:nvPr>
            <p:ph type="ftr" sz="quarter" idx="3"/>
          </p:nvPr>
        </p:nvSpPr>
        <p:spPr>
          <a:xfrm>
            <a:off x="3733800" y="6570663"/>
            <a:ext cx="2590800" cy="280987"/>
          </a:xfrm>
          <a:ln/>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r>
              <a:rPr lang="zh-CN" altLang="en-US" sz="1200" dirty="0">
                <a:solidFill>
                  <a:schemeClr val="folHlink"/>
                </a:solidFill>
              </a:rPr>
              <a:t>《虚拟地理环境及其应用》</a:t>
            </a:r>
            <a:endParaRPr lang="zh-CN" altLang="en-US" sz="1200" dirty="0">
              <a:solidFill>
                <a:schemeClr val="folHlink"/>
              </a:solidFill>
            </a:endParaRPr>
          </a:p>
        </p:txBody>
      </p:sp>
      <p:sp>
        <p:nvSpPr>
          <p:cNvPr id="123907" name="Rectangle 2"/>
          <p:cNvSpPr/>
          <p:nvPr/>
        </p:nvSpPr>
        <p:spPr>
          <a:xfrm>
            <a:off x="1331913" y="2014538"/>
            <a:ext cx="6842125" cy="3868737"/>
          </a:xfrm>
          <a:prstGeom prst="rect">
            <a:avLst/>
          </a:prstGeom>
          <a:noFill/>
          <a:ln w="9525">
            <a:noFill/>
          </a:ln>
        </p:spPr>
        <p:txBody>
          <a:bodyPr anchor="ctr" anchorCtr="0">
            <a:spAutoFit/>
          </a:bodyPr>
          <a:p>
            <a:pPr indent="276225" eaLnBrk="1" hangingPunct="1"/>
            <a:r>
              <a:rPr lang="zh-CN" altLang="en-US" sz="2200" b="1" dirty="0">
                <a:latin typeface="Times New Roman" panose="02020603050405020304" pitchFamily="18" charset="0"/>
              </a:rPr>
              <a:t>字段说明：</a:t>
            </a:r>
            <a:endParaRPr lang="zh-CN" altLang="en-US" sz="2200" b="1" dirty="0">
              <a:latin typeface="Times New Roman" panose="02020603050405020304" pitchFamily="18" charset="0"/>
            </a:endParaRPr>
          </a:p>
          <a:p>
            <a:pPr indent="276225" eaLnBrk="1" hangingPunct="1"/>
            <a:r>
              <a:rPr lang="en-US" altLang="zh-CN" sz="2200" b="1" dirty="0">
                <a:latin typeface="Times New Roman" panose="02020603050405020304" pitchFamily="18" charset="0"/>
              </a:rPr>
              <a:t>Choice       </a:t>
            </a:r>
            <a:r>
              <a:rPr lang="zh-CN" altLang="en-US" sz="2200" b="1" dirty="0">
                <a:latin typeface="Times New Roman" panose="02020603050405020304" pitchFamily="18" charset="0"/>
              </a:rPr>
              <a:t>该字段包括了</a:t>
            </a:r>
            <a:r>
              <a:rPr lang="en-US" altLang="zh-CN" sz="2200" b="1" dirty="0">
                <a:latin typeface="Times New Roman" panose="02020603050405020304" pitchFamily="18" charset="0"/>
              </a:rPr>
              <a:t>Switch</a:t>
            </a:r>
            <a:r>
              <a:rPr lang="zh-CN" altLang="en-US" sz="2200" b="1" dirty="0">
                <a:latin typeface="Times New Roman" panose="02020603050405020304" pitchFamily="18" charset="0"/>
              </a:rPr>
              <a:t>群节点的所有子节点，每个节点都有一个指针，第一个子节点的指针为0。</a:t>
            </a:r>
            <a:endParaRPr lang="zh-CN" altLang="en-US" sz="2200" b="1" dirty="0">
              <a:latin typeface="Times New Roman" panose="02020603050405020304" pitchFamily="18" charset="0"/>
            </a:endParaRPr>
          </a:p>
          <a:p>
            <a:pPr indent="276225" eaLnBrk="1" hangingPunct="1"/>
            <a:r>
              <a:rPr lang="en-US" altLang="zh-CN" sz="2200" b="1" dirty="0">
                <a:latin typeface="Times New Roman" panose="02020603050405020304" pitchFamily="18" charset="0"/>
              </a:rPr>
              <a:t>Whichchoice   </a:t>
            </a:r>
            <a:r>
              <a:rPr lang="zh-CN" altLang="en-US" sz="2200" b="1" dirty="0">
                <a:latin typeface="Times New Roman" panose="02020603050405020304" pitchFamily="18" charset="0"/>
              </a:rPr>
              <a:t>该字段的功能是选择要执行</a:t>
            </a:r>
            <a:r>
              <a:rPr lang="en-US" altLang="zh-CN" sz="2200" b="1" dirty="0">
                <a:latin typeface="Times New Roman" panose="02020603050405020304" pitchFamily="18" charset="0"/>
              </a:rPr>
              <a:t>choice</a:t>
            </a:r>
            <a:r>
              <a:rPr lang="zh-CN" altLang="en-US" sz="2200" b="1" dirty="0">
                <a:latin typeface="Times New Roman" panose="02020603050405020304" pitchFamily="18" charset="0"/>
              </a:rPr>
              <a:t>字段中的哪个子节点。0代表第1个子节点，1代表第2个子节点，以此类推。默认值是-1，表示不选择任何子节点。</a:t>
            </a:r>
            <a:endParaRPr lang="zh-CN" altLang="en-US" sz="2200" b="1" dirty="0">
              <a:latin typeface="Times New Roman" panose="02020603050405020304" pitchFamily="18" charset="0"/>
            </a:endParaRPr>
          </a:p>
          <a:p>
            <a:pPr indent="276225" eaLnBrk="1" hangingPunct="1"/>
            <a:r>
              <a:rPr lang="en-US" altLang="zh-CN" sz="2200" b="1" dirty="0">
                <a:latin typeface="Times New Roman" panose="02020603050405020304" pitchFamily="18" charset="0"/>
              </a:rPr>
              <a:t>Switch</a:t>
            </a:r>
            <a:r>
              <a:rPr lang="zh-CN" altLang="en-US" sz="2200" b="1" dirty="0">
                <a:latin typeface="Times New Roman" panose="02020603050405020304" pitchFamily="18" charset="0"/>
              </a:rPr>
              <a:t>群节点激活</a:t>
            </a:r>
            <a:r>
              <a:rPr lang="en-US" altLang="zh-CN" sz="2200" b="1" dirty="0">
                <a:latin typeface="Times New Roman" panose="02020603050405020304" pitchFamily="18" charset="0"/>
              </a:rPr>
              <a:t>choice</a:t>
            </a:r>
            <a:r>
              <a:rPr lang="zh-CN" altLang="en-US" sz="2200" b="1" dirty="0">
                <a:latin typeface="Times New Roman" panose="02020603050405020304" pitchFamily="18" charset="0"/>
              </a:rPr>
              <a:t>字段中指定的零个或一个子节点。非活动子节点被忽略。但是，无论是否被激活，</a:t>
            </a:r>
            <a:r>
              <a:rPr lang="en-US" altLang="zh-CN" sz="2200" b="1" dirty="0">
                <a:latin typeface="Times New Roman" panose="02020603050405020304" pitchFamily="18" charset="0"/>
              </a:rPr>
              <a:t>Switch</a:t>
            </a:r>
            <a:r>
              <a:rPr lang="zh-CN" altLang="en-US" sz="2200" b="1" dirty="0">
                <a:latin typeface="Times New Roman" panose="02020603050405020304" pitchFamily="18" charset="0"/>
              </a:rPr>
              <a:t>节点的所有子节点都对事件作出反应。</a:t>
            </a:r>
            <a:endParaRPr lang="zh-CN" altLang="en-US" sz="2200" b="1" dirty="0">
              <a:latin typeface="Times New Roman" panose="02020603050405020304" pitchFamily="18" charset="0"/>
            </a:endParaRPr>
          </a:p>
          <a:p>
            <a:pPr indent="276225" eaLnBrk="1" hangingPunct="1"/>
            <a:r>
              <a:rPr lang="zh-CN" altLang="en-US" sz="2800" b="1" dirty="0">
                <a:latin typeface="宋体" panose="02010600030101010101" pitchFamily="2" charset="-122"/>
              </a:rPr>
              <a:t>示例 </a:t>
            </a:r>
            <a:r>
              <a:rPr lang="zh-CN" altLang="en-US" sz="2200" b="1" dirty="0">
                <a:latin typeface="Times New Roman" panose="02020603050405020304" pitchFamily="18" charset="0"/>
              </a:rPr>
              <a:t>6-10</a:t>
            </a:r>
            <a:endParaRPr lang="zh-CN" altLang="en-US" sz="2200" b="1" dirty="0">
              <a:latin typeface="Times New Roman" panose="02020603050405020304" pitchFamily="18" charset="0"/>
            </a:endParaRPr>
          </a:p>
        </p:txBody>
      </p:sp>
      <p:sp>
        <p:nvSpPr>
          <p:cNvPr id="123908" name="Rectangle 3"/>
          <p:cNvSpPr/>
          <p:nvPr/>
        </p:nvSpPr>
        <p:spPr>
          <a:xfrm>
            <a:off x="1403350" y="981075"/>
            <a:ext cx="3590925" cy="457200"/>
          </a:xfrm>
          <a:prstGeom prst="rect">
            <a:avLst/>
          </a:prstGeom>
          <a:noFill/>
          <a:ln w="9525">
            <a:noFill/>
          </a:ln>
        </p:spPr>
        <p:txBody>
          <a:bodyPr wrap="none">
            <a:spAutoFit/>
          </a:bodyPr>
          <a:p>
            <a:pPr eaLnBrk="1" hangingPunct="1"/>
            <a:r>
              <a:rPr lang="zh-CN" altLang="en-US" b="1" dirty="0">
                <a:latin typeface="Times New Roman" panose="02020603050405020304" pitchFamily="18" charset="0"/>
              </a:rPr>
              <a:t>选择型的群节点—</a:t>
            </a:r>
            <a:r>
              <a:rPr lang="en-US" altLang="zh-CN" b="1" dirty="0">
                <a:latin typeface="Times New Roman" panose="02020603050405020304" pitchFamily="18" charset="0"/>
              </a:rPr>
              <a:t>Switch</a:t>
            </a:r>
            <a:r>
              <a:rPr lang="en-US" altLang="zh-CN" dirty="0">
                <a:latin typeface="Times New Roman" panose="02020603050405020304" pitchFamily="18" charset="0"/>
              </a:rPr>
              <a:t> </a:t>
            </a:r>
            <a:endParaRPr lang="en-US" altLang="zh-CN" dirty="0">
              <a:latin typeface="Times New Roman" panose="02020603050405020304" pitchFamily="18" charset="0"/>
            </a:endParaRPr>
          </a:p>
        </p:txBody>
      </p:sp>
    </p:spTree>
  </p:cSld>
  <p:clrMapOvr>
    <a:masterClrMapping/>
  </p:clrMapOvr>
  <p:transition>
    <p:random/>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4930" name="页脚占位符 1"/>
          <p:cNvSpPr txBox="1">
            <a:spLocks noGrp="1"/>
          </p:cNvSpPr>
          <p:nvPr>
            <p:ph type="ftr" sz="quarter" idx="3"/>
          </p:nvPr>
        </p:nvSpPr>
        <p:spPr>
          <a:xfrm>
            <a:off x="3733800" y="6570663"/>
            <a:ext cx="2590800" cy="280987"/>
          </a:xfrm>
          <a:ln/>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r>
              <a:rPr lang="zh-CN" altLang="en-US" sz="1200" dirty="0">
                <a:solidFill>
                  <a:schemeClr val="folHlink"/>
                </a:solidFill>
              </a:rPr>
              <a:t>《虚拟地理环境及其应用》</a:t>
            </a:r>
            <a:endParaRPr lang="zh-CN" altLang="en-US" sz="1200" dirty="0">
              <a:solidFill>
                <a:schemeClr val="folHlink"/>
              </a:solidFill>
            </a:endParaRPr>
          </a:p>
        </p:txBody>
      </p:sp>
      <p:sp>
        <p:nvSpPr>
          <p:cNvPr id="124931" name="Rectangle 2"/>
          <p:cNvSpPr/>
          <p:nvPr/>
        </p:nvSpPr>
        <p:spPr>
          <a:xfrm>
            <a:off x="1042988" y="1706563"/>
            <a:ext cx="8101012" cy="3448050"/>
          </a:xfrm>
          <a:prstGeom prst="rect">
            <a:avLst/>
          </a:prstGeom>
          <a:noFill/>
          <a:ln w="9525">
            <a:noFill/>
          </a:ln>
        </p:spPr>
        <p:txBody>
          <a:bodyPr anchor="ctr" anchorCtr="0">
            <a:spAutoFit/>
          </a:bodyPr>
          <a:p>
            <a:pPr indent="276225" eaLnBrk="1" hangingPunct="1"/>
            <a:endParaRPr lang="en-US" altLang="zh-CN" sz="2200" b="1" dirty="0">
              <a:solidFill>
                <a:srgbClr val="33CC33"/>
              </a:solidFill>
              <a:latin typeface="Times New Roman" panose="02020603050405020304" pitchFamily="18" charset="0"/>
            </a:endParaRPr>
          </a:p>
          <a:p>
            <a:pPr indent="276225" eaLnBrk="1" hangingPunct="1"/>
            <a:r>
              <a:rPr lang="en-US" altLang="zh-CN" sz="1800" b="1" dirty="0">
                <a:latin typeface="Times New Roman" panose="02020603050405020304" pitchFamily="18" charset="0"/>
              </a:rPr>
              <a:t>Billboard</a:t>
            </a:r>
            <a:r>
              <a:rPr lang="zh-CN" altLang="en-US" sz="1800" b="1" dirty="0">
                <a:latin typeface="Times New Roman" panose="02020603050405020304" pitchFamily="18" charset="0"/>
              </a:rPr>
              <a:t>节点也是一个群节点，在这个节点下的子节点所构建的虚拟对象的正面会永远自动的面对观看者，不管观看者如何走动或旋转。</a:t>
            </a:r>
            <a:endParaRPr lang="zh-CN" altLang="en-US" sz="1800" b="1" dirty="0">
              <a:latin typeface="Times New Roman" panose="02020603050405020304" pitchFamily="18" charset="0"/>
            </a:endParaRPr>
          </a:p>
          <a:p>
            <a:pPr indent="276225" eaLnBrk="1" hangingPunct="1"/>
            <a:r>
              <a:rPr lang="en-US" altLang="zh-CN" sz="1800" b="1" dirty="0">
                <a:latin typeface="Times New Roman" panose="02020603050405020304" pitchFamily="18" charset="0"/>
              </a:rPr>
              <a:t>Billboard  Node  Syntax  </a:t>
            </a:r>
            <a:endParaRPr lang="en-US" altLang="zh-CN" sz="1800" b="1" dirty="0">
              <a:latin typeface="Times New Roman" panose="02020603050405020304" pitchFamily="18" charset="0"/>
            </a:endParaRPr>
          </a:p>
          <a:p>
            <a:pPr indent="276225" eaLnBrk="1" hangingPunct="1"/>
            <a:r>
              <a:rPr lang="en-US" altLang="zh-CN" sz="1800" b="1" dirty="0">
                <a:latin typeface="Times New Roman" panose="02020603050405020304" pitchFamily="18" charset="0"/>
              </a:rPr>
              <a:t>  Billboard  {</a:t>
            </a:r>
            <a:endParaRPr lang="en-US" altLang="zh-CN" sz="1800" b="1" dirty="0">
              <a:latin typeface="Times New Roman" panose="02020603050405020304" pitchFamily="18" charset="0"/>
            </a:endParaRPr>
          </a:p>
          <a:p>
            <a:pPr indent="276225" eaLnBrk="1" hangingPunct="1"/>
            <a:r>
              <a:rPr lang="en-US" altLang="zh-CN" sz="1800" b="1" dirty="0">
                <a:latin typeface="Times New Roman" panose="02020603050405020304" pitchFamily="18" charset="0"/>
              </a:rPr>
              <a:t>    Eventin       MFNode       addchildren  </a:t>
            </a:r>
            <a:endParaRPr lang="en-US" altLang="zh-CN" sz="1800" b="1" dirty="0">
              <a:latin typeface="Times New Roman" panose="02020603050405020304" pitchFamily="18" charset="0"/>
            </a:endParaRPr>
          </a:p>
          <a:p>
            <a:pPr indent="276225" eaLnBrk="1" hangingPunct="1"/>
            <a:r>
              <a:rPr lang="en-US" altLang="zh-CN" sz="1800" b="1" dirty="0">
                <a:latin typeface="Times New Roman" panose="02020603050405020304" pitchFamily="18" charset="0"/>
              </a:rPr>
              <a:t>    Eventin       MFNode       removechildren</a:t>
            </a:r>
            <a:endParaRPr lang="en-US" altLang="zh-CN" sz="1800" b="1" dirty="0">
              <a:latin typeface="Times New Roman" panose="02020603050405020304" pitchFamily="18" charset="0"/>
            </a:endParaRPr>
          </a:p>
          <a:p>
            <a:pPr indent="276225" eaLnBrk="1" hangingPunct="1"/>
            <a:r>
              <a:rPr lang="en-US" altLang="zh-CN" sz="1800" b="1" dirty="0">
                <a:latin typeface="Times New Roman" panose="02020603050405020304" pitchFamily="18" charset="0"/>
              </a:rPr>
              <a:t>    Exposedfield   MFNode       children         [ ]</a:t>
            </a:r>
            <a:endParaRPr lang="en-US" altLang="zh-CN" sz="1800" b="1" dirty="0">
              <a:latin typeface="Times New Roman" panose="02020603050405020304" pitchFamily="18" charset="0"/>
            </a:endParaRPr>
          </a:p>
          <a:p>
            <a:pPr indent="276225" eaLnBrk="1" hangingPunct="1"/>
            <a:r>
              <a:rPr lang="en-US" altLang="zh-CN" sz="1800" b="1" dirty="0">
                <a:latin typeface="Times New Roman" panose="02020603050405020304" pitchFamily="18" charset="0"/>
              </a:rPr>
              <a:t>    Field          SFVec3f       bboxcenter       0 0 0       #(-∞,+∞)</a:t>
            </a:r>
            <a:endParaRPr lang="en-US" altLang="zh-CN" sz="1800" b="1" dirty="0">
              <a:latin typeface="Times New Roman" panose="02020603050405020304" pitchFamily="18" charset="0"/>
            </a:endParaRPr>
          </a:p>
          <a:p>
            <a:pPr indent="276225" eaLnBrk="1" hangingPunct="1"/>
            <a:r>
              <a:rPr lang="en-US" altLang="zh-CN" sz="1800" b="1" dirty="0">
                <a:latin typeface="Times New Roman" panose="02020603050405020304" pitchFamily="18" charset="0"/>
              </a:rPr>
              <a:t>    Field          SFVec3f       bboxsize       -1 –1 –1     #(0,+∞) or –1 –1 –1</a:t>
            </a:r>
            <a:endParaRPr lang="en-US" altLang="zh-CN" sz="1800" b="1" dirty="0">
              <a:latin typeface="Times New Roman" panose="02020603050405020304" pitchFamily="18" charset="0"/>
            </a:endParaRPr>
          </a:p>
          <a:p>
            <a:pPr indent="276225" eaLnBrk="1" hangingPunct="1"/>
            <a:r>
              <a:rPr lang="en-US" altLang="zh-CN" sz="1800" b="1" dirty="0">
                <a:latin typeface="Times New Roman" panose="02020603050405020304" pitchFamily="18" charset="0"/>
              </a:rPr>
              <a:t>    Exposedfield    SFVec3f       axisofrotation    0 1 0       #(-∞,+∞)</a:t>
            </a:r>
            <a:endParaRPr lang="en-US" altLang="zh-CN" sz="1800" b="1" dirty="0">
              <a:latin typeface="Times New Roman" panose="02020603050405020304" pitchFamily="18" charset="0"/>
            </a:endParaRPr>
          </a:p>
          <a:p>
            <a:pPr indent="276225" eaLnBrk="1" hangingPunct="1"/>
            <a:r>
              <a:rPr lang="en-US" altLang="zh-CN" sz="1800" b="1" dirty="0">
                <a:latin typeface="Times New Roman" panose="02020603050405020304" pitchFamily="18" charset="0"/>
              </a:rPr>
              <a:t>               }</a:t>
            </a:r>
            <a:endParaRPr lang="en-US" altLang="zh-CN" sz="1800" b="1" dirty="0">
              <a:latin typeface="Times New Roman" panose="02020603050405020304" pitchFamily="18" charset="0"/>
            </a:endParaRPr>
          </a:p>
        </p:txBody>
      </p:sp>
      <p:sp>
        <p:nvSpPr>
          <p:cNvPr id="124932" name="Rectangle 3"/>
          <p:cNvSpPr/>
          <p:nvPr/>
        </p:nvSpPr>
        <p:spPr>
          <a:xfrm>
            <a:off x="1403350" y="908050"/>
            <a:ext cx="4175125" cy="457200"/>
          </a:xfrm>
          <a:prstGeom prst="rect">
            <a:avLst/>
          </a:prstGeom>
          <a:noFill/>
          <a:ln w="9525">
            <a:noFill/>
          </a:ln>
        </p:spPr>
        <p:txBody>
          <a:bodyPr wrap="none">
            <a:spAutoFit/>
          </a:bodyPr>
          <a:p>
            <a:pPr eaLnBrk="1" hangingPunct="1"/>
            <a:r>
              <a:rPr lang="zh-CN" altLang="en-US" b="1" dirty="0">
                <a:latin typeface="Times New Roman" panose="02020603050405020304" pitchFamily="18" charset="0"/>
              </a:rPr>
              <a:t>五、广告牌群节点—</a:t>
            </a:r>
            <a:r>
              <a:rPr lang="en-US" altLang="zh-CN" b="1" dirty="0">
                <a:latin typeface="Times New Roman" panose="02020603050405020304" pitchFamily="18" charset="0"/>
              </a:rPr>
              <a:t>Billboard</a:t>
            </a:r>
            <a:endParaRPr lang="en-US" altLang="zh-CN" b="1" dirty="0">
              <a:latin typeface="Times New Roman" panose="02020603050405020304" pitchFamily="18" charset="0"/>
            </a:endParaRPr>
          </a:p>
        </p:txBody>
      </p:sp>
    </p:spTree>
  </p:cSld>
  <p:clrMapOvr>
    <a:masterClrMapping/>
  </p:clrMapOvr>
  <p:transition>
    <p:random/>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5954" name="页脚占位符 1"/>
          <p:cNvSpPr txBox="1">
            <a:spLocks noGrp="1"/>
          </p:cNvSpPr>
          <p:nvPr>
            <p:ph type="ftr" sz="quarter" idx="3"/>
          </p:nvPr>
        </p:nvSpPr>
        <p:spPr>
          <a:xfrm>
            <a:off x="3733800" y="6570663"/>
            <a:ext cx="2590800" cy="280987"/>
          </a:xfrm>
          <a:ln/>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r>
              <a:rPr lang="zh-CN" altLang="en-US" sz="1200" dirty="0">
                <a:solidFill>
                  <a:schemeClr val="folHlink"/>
                </a:solidFill>
              </a:rPr>
              <a:t>《虚拟地理环境及其应用》</a:t>
            </a:r>
            <a:endParaRPr lang="zh-CN" altLang="en-US" sz="1200" dirty="0">
              <a:solidFill>
                <a:schemeClr val="folHlink"/>
              </a:solidFill>
            </a:endParaRPr>
          </a:p>
        </p:txBody>
      </p:sp>
      <p:sp>
        <p:nvSpPr>
          <p:cNvPr id="125955" name="Rectangle 2"/>
          <p:cNvSpPr/>
          <p:nvPr/>
        </p:nvSpPr>
        <p:spPr>
          <a:xfrm>
            <a:off x="971550" y="2349500"/>
            <a:ext cx="8027988" cy="3106738"/>
          </a:xfrm>
          <a:prstGeom prst="rect">
            <a:avLst/>
          </a:prstGeom>
          <a:noFill/>
          <a:ln w="9525">
            <a:noFill/>
          </a:ln>
        </p:spPr>
        <p:txBody>
          <a:bodyPr anchor="ctr" anchorCtr="0">
            <a:spAutoFit/>
          </a:bodyPr>
          <a:p>
            <a:pPr indent="276225" eaLnBrk="1" hangingPunct="1"/>
            <a:r>
              <a:rPr lang="zh-CN" altLang="en-US" sz="2200" b="1" dirty="0">
                <a:latin typeface="Times New Roman" panose="02020603050405020304" pitchFamily="18" charset="0"/>
              </a:rPr>
              <a:t>字段说明：</a:t>
            </a:r>
            <a:endParaRPr lang="zh-CN" altLang="en-US" sz="2200" b="1" dirty="0">
              <a:latin typeface="Times New Roman" panose="02020603050405020304" pitchFamily="18" charset="0"/>
            </a:endParaRPr>
          </a:p>
          <a:p>
            <a:pPr indent="276225" eaLnBrk="1" hangingPunct="1"/>
            <a:endParaRPr lang="zh-CN" altLang="en-US" sz="2200" b="1" dirty="0">
              <a:latin typeface="Times New Roman" panose="02020603050405020304" pitchFamily="18" charset="0"/>
            </a:endParaRPr>
          </a:p>
          <a:p>
            <a:pPr indent="276225" eaLnBrk="1" hangingPunct="1"/>
            <a:r>
              <a:rPr lang="zh-CN" altLang="en-US" sz="2200" b="1" dirty="0">
                <a:latin typeface="Times New Roman" panose="02020603050405020304" pitchFamily="18" charset="0"/>
              </a:rPr>
              <a:t>前五个字段参考前面。</a:t>
            </a:r>
            <a:endParaRPr lang="zh-CN" altLang="en-US" sz="2200" b="1" dirty="0">
              <a:latin typeface="Times New Roman" panose="02020603050405020304" pitchFamily="18" charset="0"/>
            </a:endParaRPr>
          </a:p>
          <a:p>
            <a:pPr indent="276225" eaLnBrk="1" hangingPunct="1"/>
            <a:r>
              <a:rPr lang="en-US" altLang="zh-CN" sz="2200" b="1" dirty="0">
                <a:latin typeface="Times New Roman" panose="02020603050405020304" pitchFamily="18" charset="0"/>
              </a:rPr>
              <a:t>Axisofrotation     </a:t>
            </a:r>
            <a:r>
              <a:rPr lang="zh-CN" altLang="en-US" sz="2200" b="1" dirty="0">
                <a:latin typeface="Times New Roman" panose="02020603050405020304" pitchFamily="18" charset="0"/>
              </a:rPr>
              <a:t>该字段的功能是选定旋转轴在</a:t>
            </a:r>
            <a:r>
              <a:rPr lang="en-US" altLang="zh-CN" sz="2200" b="1" dirty="0">
                <a:latin typeface="Times New Roman" panose="02020603050405020304" pitchFamily="18" charset="0"/>
              </a:rPr>
              <a:t>Billboard</a:t>
            </a:r>
            <a:r>
              <a:rPr lang="zh-CN" altLang="en-US" sz="2200" b="1" dirty="0">
                <a:latin typeface="Times New Roman" panose="02020603050405020304" pitchFamily="18" charset="0"/>
              </a:rPr>
              <a:t>节点中的局域坐标系统。（1,0,0）表示绕</a:t>
            </a:r>
            <a:r>
              <a:rPr lang="en-US" altLang="zh-CN" sz="2200" b="1" dirty="0">
                <a:latin typeface="Times New Roman" panose="02020603050405020304" pitchFamily="18" charset="0"/>
              </a:rPr>
              <a:t>X</a:t>
            </a:r>
            <a:r>
              <a:rPr lang="zh-CN" altLang="en-US" sz="2200" b="1" dirty="0">
                <a:latin typeface="Times New Roman" panose="02020603050405020304" pitchFamily="18" charset="0"/>
              </a:rPr>
              <a:t>轴旋转，（0,1,0）表示绕</a:t>
            </a:r>
            <a:r>
              <a:rPr lang="en-US" altLang="zh-CN" sz="2200" b="1" dirty="0">
                <a:latin typeface="Times New Roman" panose="02020603050405020304" pitchFamily="18" charset="0"/>
              </a:rPr>
              <a:t>Y</a:t>
            </a:r>
            <a:r>
              <a:rPr lang="zh-CN" altLang="en-US" sz="2200" b="1" dirty="0">
                <a:latin typeface="Times New Roman" panose="02020603050405020304" pitchFamily="18" charset="0"/>
              </a:rPr>
              <a:t>轴旋转，（0,0,1）表示绕</a:t>
            </a:r>
            <a:r>
              <a:rPr lang="en-US" altLang="zh-CN" sz="2200" b="1" dirty="0">
                <a:latin typeface="Times New Roman" panose="02020603050405020304" pitchFamily="18" charset="0"/>
              </a:rPr>
              <a:t>Z</a:t>
            </a:r>
            <a:r>
              <a:rPr lang="zh-CN" altLang="en-US" sz="2200" b="1" dirty="0">
                <a:latin typeface="Times New Roman" panose="02020603050405020304" pitchFamily="18" charset="0"/>
              </a:rPr>
              <a:t>轴旋转，（0,0,0）将允许</a:t>
            </a:r>
            <a:r>
              <a:rPr lang="en-US" altLang="zh-CN" sz="2200" b="1" dirty="0">
                <a:latin typeface="Times New Roman" panose="02020603050405020304" pitchFamily="18" charset="0"/>
              </a:rPr>
              <a:t>Billboard</a:t>
            </a:r>
            <a:r>
              <a:rPr lang="zh-CN" altLang="en-US" sz="2200" b="1" dirty="0">
                <a:latin typeface="Times New Roman" panose="02020603050405020304" pitchFamily="18" charset="0"/>
              </a:rPr>
              <a:t>节点中的物体任意旋转（绕任意轴）以面向浏览者。对于其它</a:t>
            </a:r>
            <a:r>
              <a:rPr lang="en-US" altLang="zh-CN" sz="2200" b="1" dirty="0">
                <a:latin typeface="Times New Roman" panose="02020603050405020304" pitchFamily="18" charset="0"/>
              </a:rPr>
              <a:t>axisOfRotation</a:t>
            </a:r>
            <a:r>
              <a:rPr lang="zh-CN" altLang="en-US" sz="2200" b="1" dirty="0">
                <a:latin typeface="Times New Roman" panose="02020603050405020304" pitchFamily="18" charset="0"/>
              </a:rPr>
              <a:t>的值，</a:t>
            </a:r>
            <a:r>
              <a:rPr lang="en-US" altLang="zh-CN" sz="2200" b="1" dirty="0">
                <a:latin typeface="Times New Roman" panose="02020603050405020304" pitchFamily="18" charset="0"/>
              </a:rPr>
              <a:t>Billboard</a:t>
            </a:r>
            <a:r>
              <a:rPr lang="zh-CN" altLang="en-US" sz="2200" b="1" dirty="0">
                <a:latin typeface="Times New Roman" panose="02020603050405020304" pitchFamily="18" charset="0"/>
              </a:rPr>
              <a:t>节点中的物体将只绕给定轴旋转。</a:t>
            </a:r>
            <a:endParaRPr lang="zh-CN" altLang="en-US" sz="2200" b="1" dirty="0">
              <a:latin typeface="Times New Roman" panose="02020603050405020304" pitchFamily="18" charset="0"/>
            </a:endParaRPr>
          </a:p>
        </p:txBody>
      </p:sp>
      <p:sp>
        <p:nvSpPr>
          <p:cNvPr id="125956" name="Rectangle 3"/>
          <p:cNvSpPr/>
          <p:nvPr/>
        </p:nvSpPr>
        <p:spPr>
          <a:xfrm>
            <a:off x="1403350" y="765175"/>
            <a:ext cx="3562350" cy="457200"/>
          </a:xfrm>
          <a:prstGeom prst="rect">
            <a:avLst/>
          </a:prstGeom>
          <a:noFill/>
          <a:ln w="9525">
            <a:noFill/>
          </a:ln>
        </p:spPr>
        <p:txBody>
          <a:bodyPr wrap="none">
            <a:spAutoFit/>
          </a:bodyPr>
          <a:p>
            <a:pPr eaLnBrk="1" hangingPunct="1"/>
            <a:r>
              <a:rPr lang="zh-CN" altLang="en-US" b="1" dirty="0">
                <a:latin typeface="Times New Roman" panose="02020603050405020304" pitchFamily="18" charset="0"/>
              </a:rPr>
              <a:t>广告牌群节点—</a:t>
            </a:r>
            <a:r>
              <a:rPr lang="en-US" altLang="zh-CN" b="1" dirty="0">
                <a:latin typeface="Times New Roman" panose="02020603050405020304" pitchFamily="18" charset="0"/>
              </a:rPr>
              <a:t>Billboard</a:t>
            </a:r>
            <a:endParaRPr lang="en-US" altLang="zh-CN" b="1" dirty="0">
              <a:latin typeface="Times New Roman" panose="02020603050405020304" pitchFamily="18" charset="0"/>
            </a:endParaRPr>
          </a:p>
        </p:txBody>
      </p:sp>
    </p:spTree>
  </p:cSld>
  <p:clrMapOvr>
    <a:masterClrMapping/>
  </p:clrMapOvr>
  <p:transition>
    <p:random/>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6978" name="页脚占位符 1"/>
          <p:cNvSpPr txBox="1">
            <a:spLocks noGrp="1"/>
          </p:cNvSpPr>
          <p:nvPr>
            <p:ph type="ftr" sz="quarter" idx="3"/>
          </p:nvPr>
        </p:nvSpPr>
        <p:spPr>
          <a:xfrm>
            <a:off x="3733800" y="6570663"/>
            <a:ext cx="2590800" cy="280987"/>
          </a:xfrm>
          <a:ln/>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r>
              <a:rPr lang="zh-CN" altLang="en-US" sz="1200" dirty="0">
                <a:solidFill>
                  <a:schemeClr val="folHlink"/>
                </a:solidFill>
              </a:rPr>
              <a:t>《虚拟地理环境及其应用》</a:t>
            </a:r>
            <a:endParaRPr lang="zh-CN" altLang="en-US" sz="1200" dirty="0">
              <a:solidFill>
                <a:schemeClr val="folHlink"/>
              </a:solidFill>
            </a:endParaRPr>
          </a:p>
        </p:txBody>
      </p:sp>
      <p:sp>
        <p:nvSpPr>
          <p:cNvPr id="126979" name="Rectangle 2"/>
          <p:cNvSpPr/>
          <p:nvPr/>
        </p:nvSpPr>
        <p:spPr>
          <a:xfrm>
            <a:off x="900113" y="2165350"/>
            <a:ext cx="7056437" cy="3605213"/>
          </a:xfrm>
          <a:prstGeom prst="rect">
            <a:avLst/>
          </a:prstGeom>
          <a:noFill/>
          <a:ln w="9525">
            <a:noFill/>
          </a:ln>
        </p:spPr>
        <p:txBody>
          <a:bodyPr anchor="ctr" anchorCtr="0">
            <a:spAutoFit/>
          </a:bodyPr>
          <a:p>
            <a:pPr indent="276225" eaLnBrk="1" hangingPunct="1"/>
            <a:endParaRPr lang="en-US" altLang="zh-CN" sz="2200" b="1" dirty="0">
              <a:solidFill>
                <a:srgbClr val="33CC33"/>
              </a:solidFill>
              <a:latin typeface="Times New Roman" panose="02020603050405020304" pitchFamily="18" charset="0"/>
            </a:endParaRPr>
          </a:p>
          <a:p>
            <a:pPr indent="276225" eaLnBrk="1" hangingPunct="1"/>
            <a:r>
              <a:rPr lang="zh-CN" altLang="en-US" sz="1600" b="1" dirty="0">
                <a:latin typeface="Times New Roman" panose="02020603050405020304" pitchFamily="18" charset="0"/>
              </a:rPr>
              <a:t>字段说明:</a:t>
            </a:r>
            <a:endParaRPr lang="zh-CN" altLang="en-US" sz="1600" b="1" dirty="0">
              <a:latin typeface="Times New Roman" panose="02020603050405020304" pitchFamily="18" charset="0"/>
            </a:endParaRPr>
          </a:p>
          <a:p>
            <a:pPr indent="276225" eaLnBrk="1" hangingPunct="1"/>
            <a:r>
              <a:rPr lang="en-US" altLang="zh-CN" sz="1600" b="1" dirty="0">
                <a:latin typeface="Times New Roman" panose="02020603050405020304" pitchFamily="18" charset="0"/>
              </a:rPr>
              <a:t>axisOfRotation: </a:t>
            </a:r>
            <a:r>
              <a:rPr lang="zh-CN" altLang="en-US" sz="1600" b="1" dirty="0">
                <a:latin typeface="Times New Roman" panose="02020603050405020304" pitchFamily="18" charset="0"/>
              </a:rPr>
              <a:t>选定旋转轴在</a:t>
            </a:r>
            <a:r>
              <a:rPr lang="en-US" altLang="zh-CN" sz="1600" b="1" dirty="0">
                <a:latin typeface="Times New Roman" panose="02020603050405020304" pitchFamily="18" charset="0"/>
              </a:rPr>
              <a:t>Billboard</a:t>
            </a:r>
            <a:r>
              <a:rPr lang="zh-CN" altLang="en-US" sz="1600" b="1" dirty="0">
                <a:latin typeface="Times New Roman" panose="02020603050405020304" pitchFamily="18" charset="0"/>
              </a:rPr>
              <a:t>节点中的局域坐标系统。（</a:t>
            </a:r>
            <a:r>
              <a:rPr lang="en-US" altLang="zh-CN" sz="1600" b="1" dirty="0">
                <a:latin typeface="Times New Roman" panose="02020603050405020304" pitchFamily="18" charset="0"/>
              </a:rPr>
              <a:t>x,y,z）</a:t>
            </a:r>
            <a:endParaRPr lang="en-US" altLang="zh-CN" sz="1600" b="1" dirty="0">
              <a:latin typeface="Times New Roman" panose="02020603050405020304" pitchFamily="18" charset="0"/>
            </a:endParaRPr>
          </a:p>
          <a:p>
            <a:pPr indent="276225" eaLnBrk="1" hangingPunct="1"/>
            <a:r>
              <a:rPr lang="en-US" altLang="zh-CN" sz="1600" b="1" dirty="0">
                <a:latin typeface="Times New Roman" panose="02020603050405020304" pitchFamily="18" charset="0"/>
              </a:rPr>
              <a:t>children: </a:t>
            </a:r>
            <a:r>
              <a:rPr lang="zh-CN" altLang="en-US" sz="1600" b="1" dirty="0">
                <a:latin typeface="Times New Roman" panose="02020603050405020304" pitchFamily="18" charset="0"/>
              </a:rPr>
              <a:t>包含多个群节点或子节点。</a:t>
            </a:r>
            <a:endParaRPr lang="zh-CN" altLang="en-US" sz="1600" b="1" dirty="0">
              <a:latin typeface="Times New Roman" panose="02020603050405020304" pitchFamily="18" charset="0"/>
            </a:endParaRPr>
          </a:p>
          <a:p>
            <a:pPr indent="276225" eaLnBrk="1" hangingPunct="1"/>
            <a:r>
              <a:rPr lang="en-US" altLang="zh-CN" sz="1600" b="1" dirty="0">
                <a:latin typeface="Times New Roman" panose="02020603050405020304" pitchFamily="18" charset="0"/>
              </a:rPr>
              <a:t>bboxCenter: </a:t>
            </a:r>
            <a:r>
              <a:rPr lang="zh-CN" altLang="en-US" sz="1600" b="1" dirty="0">
                <a:latin typeface="Times New Roman" panose="02020603050405020304" pitchFamily="18" charset="0"/>
              </a:rPr>
              <a:t>定义几何中心点的位置，若把所有包含在群节点中的节点用箱型体包含起来，所定义的几何中心位置就是这个箱型体的几何中心。它的默认值是（0，0，0）， 与三维坐标的原点重合。</a:t>
            </a:r>
            <a:endParaRPr lang="zh-CN" altLang="en-US" sz="1600" b="1" dirty="0">
              <a:latin typeface="Times New Roman" panose="02020603050405020304" pitchFamily="18" charset="0"/>
            </a:endParaRPr>
          </a:p>
          <a:p>
            <a:pPr indent="276225" eaLnBrk="1" hangingPunct="1"/>
            <a:r>
              <a:rPr lang="en-US" altLang="zh-CN" sz="1600" b="1" dirty="0">
                <a:latin typeface="Times New Roman" panose="02020603050405020304" pitchFamily="18" charset="0"/>
              </a:rPr>
              <a:t>bboxSize: </a:t>
            </a:r>
            <a:r>
              <a:rPr lang="zh-CN" altLang="en-US" sz="1600" b="1" dirty="0">
                <a:latin typeface="Times New Roman" panose="02020603050405020304" pitchFamily="18" charset="0"/>
              </a:rPr>
              <a:t>定义箱型体的尺寸。它的默认值是（-1，-1，-1），表示</a:t>
            </a:r>
            <a:r>
              <a:rPr lang="en-US" altLang="zh-CN" sz="1600" b="1" dirty="0">
                <a:latin typeface="Times New Roman" panose="02020603050405020304" pitchFamily="18" charset="0"/>
              </a:rPr>
              <a:t>VRML</a:t>
            </a:r>
            <a:r>
              <a:rPr lang="zh-CN" altLang="en-US" sz="1600" b="1" dirty="0">
                <a:latin typeface="Times New Roman" panose="02020603050405020304" pitchFamily="18" charset="0"/>
              </a:rPr>
              <a:t>浏览器将自动定义出箱型体的尺寸。</a:t>
            </a:r>
            <a:endParaRPr lang="zh-CN" altLang="en-US" sz="1600" b="1" dirty="0">
              <a:latin typeface="Times New Roman" panose="02020603050405020304" pitchFamily="18" charset="0"/>
            </a:endParaRPr>
          </a:p>
          <a:p>
            <a:pPr indent="276225" eaLnBrk="1" hangingPunct="1"/>
            <a:r>
              <a:rPr lang="zh-CN" altLang="en-US" sz="1600" b="1" dirty="0">
                <a:latin typeface="Times New Roman" panose="02020603050405020304" pitchFamily="18" charset="0"/>
              </a:rPr>
              <a:t>事件说明：</a:t>
            </a:r>
            <a:endParaRPr lang="zh-CN" altLang="en-US" sz="1600" b="1" dirty="0">
              <a:latin typeface="Times New Roman" panose="02020603050405020304" pitchFamily="18" charset="0"/>
            </a:endParaRPr>
          </a:p>
          <a:p>
            <a:pPr indent="276225" eaLnBrk="1" hangingPunct="1"/>
            <a:r>
              <a:rPr lang="en-US" altLang="zh-CN" sz="1600" b="1" dirty="0">
                <a:latin typeface="Times New Roman" panose="02020603050405020304" pitchFamily="18" charset="0"/>
              </a:rPr>
              <a:t>addChildren：</a:t>
            </a:r>
            <a:r>
              <a:rPr lang="zh-CN" altLang="en-US" sz="1600" b="1" dirty="0">
                <a:latin typeface="Times New Roman" panose="02020603050405020304" pitchFamily="18" charset="0"/>
              </a:rPr>
              <a:t>是一个</a:t>
            </a:r>
            <a:r>
              <a:rPr lang="en-US" altLang="zh-CN" sz="1600" b="1" dirty="0">
                <a:latin typeface="Times New Roman" panose="02020603050405020304" pitchFamily="18" charset="0"/>
              </a:rPr>
              <a:t>eventIn</a:t>
            </a:r>
            <a:r>
              <a:rPr lang="zh-CN" altLang="en-US" sz="1600" b="1" dirty="0">
                <a:latin typeface="Times New Roman" panose="02020603050405020304" pitchFamily="18" charset="0"/>
              </a:rPr>
              <a:t>事件。功能是增加特别的节点到这个群节点中的</a:t>
            </a:r>
            <a:r>
              <a:rPr lang="en-US" altLang="zh-CN" sz="1600" b="1" dirty="0">
                <a:latin typeface="Times New Roman" panose="02020603050405020304" pitchFamily="18" charset="0"/>
              </a:rPr>
              <a:t>children</a:t>
            </a:r>
            <a:r>
              <a:rPr lang="zh-CN" altLang="en-US" sz="1600" b="1" dirty="0">
                <a:latin typeface="Times New Roman" panose="02020603050405020304" pitchFamily="18" charset="0"/>
              </a:rPr>
              <a:t>字段中。</a:t>
            </a:r>
            <a:endParaRPr lang="zh-CN" altLang="en-US" sz="1600" b="1" dirty="0">
              <a:latin typeface="Times New Roman" panose="02020603050405020304" pitchFamily="18" charset="0"/>
            </a:endParaRPr>
          </a:p>
          <a:p>
            <a:pPr indent="276225" eaLnBrk="1" hangingPunct="1"/>
            <a:r>
              <a:rPr lang="en-US" altLang="zh-CN" sz="1600" b="1" dirty="0">
                <a:latin typeface="Times New Roman" panose="02020603050405020304" pitchFamily="18" charset="0"/>
              </a:rPr>
              <a:t>removeChildren：</a:t>
            </a:r>
            <a:r>
              <a:rPr lang="zh-CN" altLang="en-US" sz="1600" b="1" dirty="0">
                <a:latin typeface="Times New Roman" panose="02020603050405020304" pitchFamily="18" charset="0"/>
              </a:rPr>
              <a:t>是一个</a:t>
            </a:r>
            <a:r>
              <a:rPr lang="en-US" altLang="zh-CN" sz="1600" b="1" dirty="0">
                <a:latin typeface="Times New Roman" panose="02020603050405020304" pitchFamily="18" charset="0"/>
              </a:rPr>
              <a:t>eventIn</a:t>
            </a:r>
            <a:r>
              <a:rPr lang="zh-CN" altLang="en-US" sz="1600" b="1" dirty="0">
                <a:latin typeface="Times New Roman" panose="02020603050405020304" pitchFamily="18" charset="0"/>
              </a:rPr>
              <a:t>事件。功能是删除群节点中</a:t>
            </a:r>
            <a:r>
              <a:rPr lang="en-US" altLang="zh-CN" sz="1600" b="1" dirty="0">
                <a:latin typeface="Times New Roman" panose="02020603050405020304" pitchFamily="18" charset="0"/>
              </a:rPr>
              <a:t>childern</a:t>
            </a:r>
            <a:r>
              <a:rPr lang="zh-CN" altLang="en-US" sz="1600" b="1" dirty="0">
                <a:latin typeface="Times New Roman" panose="02020603050405020304" pitchFamily="18" charset="0"/>
              </a:rPr>
              <a:t>栏所包含的节点。</a:t>
            </a:r>
            <a:endParaRPr lang="zh-CN" altLang="en-US" sz="1600" b="1" dirty="0">
              <a:latin typeface="Times New Roman" panose="02020603050405020304" pitchFamily="18" charset="0"/>
            </a:endParaRPr>
          </a:p>
        </p:txBody>
      </p:sp>
      <p:sp>
        <p:nvSpPr>
          <p:cNvPr id="126980" name="Rectangle 3"/>
          <p:cNvSpPr/>
          <p:nvPr/>
        </p:nvSpPr>
        <p:spPr>
          <a:xfrm>
            <a:off x="1476375" y="908050"/>
            <a:ext cx="3562350" cy="457200"/>
          </a:xfrm>
          <a:prstGeom prst="rect">
            <a:avLst/>
          </a:prstGeom>
          <a:noFill/>
          <a:ln w="9525">
            <a:noFill/>
          </a:ln>
        </p:spPr>
        <p:txBody>
          <a:bodyPr wrap="none">
            <a:spAutoFit/>
          </a:bodyPr>
          <a:p>
            <a:pPr eaLnBrk="1" hangingPunct="1"/>
            <a:r>
              <a:rPr lang="zh-CN" altLang="en-US" b="1" dirty="0">
                <a:latin typeface="Times New Roman" panose="02020603050405020304" pitchFamily="18" charset="0"/>
              </a:rPr>
              <a:t>广告牌群节点—</a:t>
            </a:r>
            <a:r>
              <a:rPr lang="en-US" altLang="zh-CN" b="1" dirty="0">
                <a:latin typeface="Times New Roman" panose="02020603050405020304" pitchFamily="18" charset="0"/>
              </a:rPr>
              <a:t>Billboard</a:t>
            </a:r>
            <a:endParaRPr lang="en-US" altLang="zh-CN" b="1" dirty="0">
              <a:latin typeface="Times New Roman" panose="02020603050405020304" pitchFamily="18" charset="0"/>
            </a:endParaRPr>
          </a:p>
        </p:txBody>
      </p:sp>
    </p:spTree>
  </p:cSld>
  <p:clrMapOvr>
    <a:masterClrMapping/>
  </p:clrMapOvr>
  <p:transition>
    <p:random/>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8002" name="页脚占位符 1"/>
          <p:cNvSpPr txBox="1">
            <a:spLocks noGrp="1"/>
          </p:cNvSpPr>
          <p:nvPr>
            <p:ph type="ftr" sz="quarter" idx="3"/>
          </p:nvPr>
        </p:nvSpPr>
        <p:spPr>
          <a:xfrm>
            <a:off x="3733800" y="6570663"/>
            <a:ext cx="2590800" cy="280987"/>
          </a:xfrm>
          <a:ln/>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r>
              <a:rPr lang="zh-CN" altLang="en-US" sz="1200" dirty="0">
                <a:solidFill>
                  <a:schemeClr val="folHlink"/>
                </a:solidFill>
              </a:rPr>
              <a:t>《虚拟地理环境及其应用》</a:t>
            </a:r>
            <a:endParaRPr lang="zh-CN" altLang="en-US" sz="1200" dirty="0">
              <a:solidFill>
                <a:schemeClr val="folHlink"/>
              </a:solidFill>
            </a:endParaRPr>
          </a:p>
        </p:txBody>
      </p:sp>
      <p:sp>
        <p:nvSpPr>
          <p:cNvPr id="128003" name="Rectangle 2"/>
          <p:cNvSpPr/>
          <p:nvPr/>
        </p:nvSpPr>
        <p:spPr>
          <a:xfrm>
            <a:off x="1116013" y="1916113"/>
            <a:ext cx="7200900" cy="4446587"/>
          </a:xfrm>
          <a:prstGeom prst="rect">
            <a:avLst/>
          </a:prstGeom>
          <a:noFill/>
          <a:ln w="9525">
            <a:noFill/>
          </a:ln>
        </p:spPr>
        <p:txBody>
          <a:bodyPr anchor="ctr" anchorCtr="0">
            <a:spAutoFit/>
          </a:bodyPr>
          <a:p>
            <a:pPr lvl="1" eaLnBrk="1" hangingPunct="1"/>
            <a:endParaRPr lang="en-US" altLang="zh-CN" sz="2200" b="1" dirty="0">
              <a:latin typeface="Times New Roman" panose="02020603050405020304" pitchFamily="18" charset="0"/>
            </a:endParaRPr>
          </a:p>
          <a:p>
            <a:pPr indent="276225" eaLnBrk="1" hangingPunct="1"/>
            <a:r>
              <a:rPr lang="zh-CN" altLang="en-US" sz="2200" b="1" dirty="0">
                <a:latin typeface="Times New Roman" panose="02020603050405020304" pitchFamily="18" charset="0"/>
              </a:rPr>
              <a:t>它是一个群节点。在</a:t>
            </a:r>
            <a:r>
              <a:rPr lang="en-US" altLang="zh-CN" sz="2200" b="1" dirty="0">
                <a:latin typeface="Times New Roman" panose="02020603050405020304" pitchFamily="18" charset="0"/>
              </a:rPr>
              <a:t>Anchor</a:t>
            </a:r>
            <a:r>
              <a:rPr lang="zh-CN" altLang="en-US" sz="2200" b="1" dirty="0">
                <a:latin typeface="Times New Roman" panose="02020603050405020304" pitchFamily="18" charset="0"/>
              </a:rPr>
              <a:t>群节点下面的子节点所创建的虚拟对象叫做</a:t>
            </a:r>
            <a:r>
              <a:rPr lang="en-US" altLang="zh-CN" sz="2200" b="1" dirty="0">
                <a:latin typeface="Times New Roman" panose="02020603050405020304" pitchFamily="18" charset="0"/>
              </a:rPr>
              <a:t>Anchor shape.</a:t>
            </a:r>
            <a:r>
              <a:rPr lang="zh-CN" altLang="en-US" sz="2200" b="1" dirty="0">
                <a:latin typeface="Times New Roman" panose="02020603050405020304" pitchFamily="18" charset="0"/>
              </a:rPr>
              <a:t>单击这个</a:t>
            </a:r>
            <a:r>
              <a:rPr lang="en-US" altLang="zh-CN" sz="2200" b="1" dirty="0">
                <a:latin typeface="Times New Roman" panose="02020603050405020304" pitchFamily="18" charset="0"/>
              </a:rPr>
              <a:t>Anchor shape</a:t>
            </a:r>
            <a:r>
              <a:rPr lang="zh-CN" altLang="en-US" sz="2200" b="1" dirty="0">
                <a:latin typeface="Times New Roman" panose="02020603050405020304" pitchFamily="18" charset="0"/>
              </a:rPr>
              <a:t>将会进行超链接。</a:t>
            </a:r>
            <a:endParaRPr lang="zh-CN" altLang="en-US" sz="2200" b="1" dirty="0">
              <a:latin typeface="Times New Roman" panose="02020603050405020304" pitchFamily="18" charset="0"/>
            </a:endParaRPr>
          </a:p>
          <a:p>
            <a:pPr indent="276225" eaLnBrk="1" hangingPunct="1"/>
            <a:r>
              <a:rPr lang="zh-CN" altLang="en-US" sz="2200" b="1" dirty="0">
                <a:latin typeface="Times New Roman" panose="02020603050405020304" pitchFamily="18" charset="0"/>
              </a:rPr>
              <a:t>字段说明：</a:t>
            </a:r>
            <a:endParaRPr lang="zh-CN" altLang="en-US" sz="2200" b="1" dirty="0">
              <a:latin typeface="Times New Roman" panose="02020603050405020304" pitchFamily="18" charset="0"/>
            </a:endParaRPr>
          </a:p>
          <a:p>
            <a:pPr indent="276225" eaLnBrk="1" hangingPunct="1"/>
            <a:r>
              <a:rPr lang="en-US" altLang="zh-CN" sz="2200" b="1" dirty="0">
                <a:latin typeface="Times New Roman" panose="02020603050405020304" pitchFamily="18" charset="0"/>
              </a:rPr>
              <a:t>children: </a:t>
            </a:r>
            <a:r>
              <a:rPr lang="zh-CN" altLang="en-US" sz="2200" b="1" dirty="0">
                <a:latin typeface="Times New Roman" panose="02020603050405020304" pitchFamily="18" charset="0"/>
              </a:rPr>
              <a:t>该字段可以包含多个群节点或子节点。</a:t>
            </a:r>
            <a:endParaRPr lang="zh-CN" altLang="en-US" sz="2200" b="1" dirty="0">
              <a:latin typeface="Times New Roman" panose="02020603050405020304" pitchFamily="18" charset="0"/>
            </a:endParaRPr>
          </a:p>
          <a:p>
            <a:pPr indent="276225" eaLnBrk="1" hangingPunct="1"/>
            <a:r>
              <a:rPr lang="en-US" altLang="zh-CN" sz="2200" b="1" dirty="0">
                <a:latin typeface="Times New Roman" panose="02020603050405020304" pitchFamily="18" charset="0"/>
              </a:rPr>
              <a:t>Description: </a:t>
            </a:r>
            <a:r>
              <a:rPr lang="zh-CN" altLang="en-US" sz="2200" b="1" dirty="0">
                <a:latin typeface="Times New Roman" panose="02020603050405020304" pitchFamily="18" charset="0"/>
              </a:rPr>
              <a:t>给用户一个友善的提示：浏览器可连结的位置。</a:t>
            </a:r>
            <a:endParaRPr lang="zh-CN" altLang="en-US" sz="2200" b="1" dirty="0">
              <a:latin typeface="Times New Roman" panose="02020603050405020304" pitchFamily="18" charset="0"/>
            </a:endParaRPr>
          </a:p>
          <a:p>
            <a:pPr indent="276225" eaLnBrk="1" hangingPunct="1"/>
            <a:r>
              <a:rPr lang="en-US" altLang="zh-CN" sz="2200" b="1" dirty="0">
                <a:latin typeface="Times New Roman" panose="02020603050405020304" pitchFamily="18" charset="0"/>
              </a:rPr>
              <a:t>Parameter: </a:t>
            </a:r>
            <a:r>
              <a:rPr lang="zh-CN" altLang="en-US" sz="2200" b="1" dirty="0">
                <a:latin typeface="Times New Roman" panose="02020603050405020304" pitchFamily="18" charset="0"/>
              </a:rPr>
              <a:t>给</a:t>
            </a:r>
            <a:r>
              <a:rPr lang="en-US" altLang="zh-CN" sz="2200" b="1" dirty="0">
                <a:latin typeface="Times New Roman" panose="02020603050405020304" pitchFamily="18" charset="0"/>
              </a:rPr>
              <a:t>VRML</a:t>
            </a:r>
            <a:r>
              <a:rPr lang="zh-CN" altLang="en-US" sz="2200" b="1" dirty="0">
                <a:latin typeface="Times New Roman" panose="02020603050405020304" pitchFamily="18" charset="0"/>
              </a:rPr>
              <a:t>或</a:t>
            </a:r>
            <a:r>
              <a:rPr lang="en-US" altLang="zh-CN" sz="2200" b="1" dirty="0">
                <a:latin typeface="Times New Roman" panose="02020603050405020304" pitchFamily="18" charset="0"/>
              </a:rPr>
              <a:t>HTML</a:t>
            </a:r>
            <a:r>
              <a:rPr lang="zh-CN" altLang="en-US" sz="2200" b="1" dirty="0">
                <a:latin typeface="Times New Roman" panose="02020603050405020304" pitchFamily="18" charset="0"/>
              </a:rPr>
              <a:t>浏览器提供一个额外的信息。这些信息是一连串的字符串，格式是</a:t>
            </a:r>
            <a:r>
              <a:rPr lang="en-US" altLang="zh-CN" sz="2200" b="1" dirty="0">
                <a:latin typeface="Times New Roman" panose="02020603050405020304" pitchFamily="18" charset="0"/>
              </a:rPr>
              <a:t>keyword = value。</a:t>
            </a:r>
            <a:r>
              <a:rPr lang="zh-CN" altLang="en-US" sz="2200" b="1" dirty="0">
                <a:latin typeface="Times New Roman" panose="02020603050405020304" pitchFamily="18" charset="0"/>
              </a:rPr>
              <a:t>例如，一些浏览器允许链接在</a:t>
            </a:r>
            <a:r>
              <a:rPr lang="en-US" altLang="zh-CN" sz="2200" b="1" dirty="0">
                <a:latin typeface="Times New Roman" panose="02020603050405020304" pitchFamily="18" charset="0"/>
              </a:rPr>
              <a:t>HTML</a:t>
            </a:r>
            <a:r>
              <a:rPr lang="zh-CN" altLang="en-US" sz="2200" b="1" dirty="0">
                <a:latin typeface="Times New Roman" panose="02020603050405020304" pitchFamily="18" charset="0"/>
              </a:rPr>
              <a:t>中的某一个特定框架（</a:t>
            </a:r>
            <a:r>
              <a:rPr lang="en-US" altLang="zh-CN" sz="2200" b="1" dirty="0">
                <a:latin typeface="Times New Roman" panose="02020603050405020304" pitchFamily="18" charset="0"/>
              </a:rPr>
              <a:t>frame），</a:t>
            </a:r>
            <a:r>
              <a:rPr lang="zh-CN" altLang="en-US" sz="2200" b="1" dirty="0">
                <a:latin typeface="Times New Roman" panose="02020603050405020304" pitchFamily="18" charset="0"/>
              </a:rPr>
              <a:t>则</a:t>
            </a:r>
            <a:r>
              <a:rPr lang="en-US" altLang="zh-CN" sz="2200" b="1" dirty="0">
                <a:latin typeface="Times New Roman" panose="02020603050405020304" pitchFamily="18" charset="0"/>
              </a:rPr>
              <a:t>parameter</a:t>
            </a:r>
            <a:r>
              <a:rPr lang="zh-CN" altLang="en-US" sz="2200" b="1" dirty="0">
                <a:latin typeface="Times New Roman" panose="02020603050405020304" pitchFamily="18" charset="0"/>
              </a:rPr>
              <a:t>字段可以表示如下：</a:t>
            </a:r>
            <a:endParaRPr lang="zh-CN" altLang="en-US" sz="2200" b="1" dirty="0">
              <a:latin typeface="Times New Roman" panose="02020603050405020304" pitchFamily="18" charset="0"/>
            </a:endParaRPr>
          </a:p>
          <a:p>
            <a:pPr indent="276225" eaLnBrk="1" hangingPunct="1"/>
            <a:r>
              <a:rPr lang="zh-CN" altLang="en-US" sz="2200" b="1" dirty="0">
                <a:latin typeface="Times New Roman" panose="02020603050405020304" pitchFamily="18" charset="0"/>
              </a:rPr>
              <a:t> </a:t>
            </a:r>
            <a:r>
              <a:rPr lang="en-US" altLang="zh-CN" sz="2200" b="1" dirty="0">
                <a:latin typeface="Times New Roman" panose="02020603050405020304" pitchFamily="18" charset="0"/>
              </a:rPr>
              <a:t>Parameter[“target=name_of_frame”]</a:t>
            </a:r>
            <a:endParaRPr lang="en-US" altLang="zh-CN" sz="2200" b="1" dirty="0">
              <a:latin typeface="Times New Roman" panose="02020603050405020304" pitchFamily="18" charset="0"/>
            </a:endParaRPr>
          </a:p>
        </p:txBody>
      </p:sp>
      <p:sp>
        <p:nvSpPr>
          <p:cNvPr id="128004" name="Rectangle 3"/>
          <p:cNvSpPr/>
          <p:nvPr/>
        </p:nvSpPr>
        <p:spPr>
          <a:xfrm>
            <a:off x="1619250" y="836613"/>
            <a:ext cx="5688013" cy="457200"/>
          </a:xfrm>
          <a:prstGeom prst="rect">
            <a:avLst/>
          </a:prstGeom>
          <a:noFill/>
          <a:ln w="9525">
            <a:noFill/>
          </a:ln>
        </p:spPr>
        <p:txBody>
          <a:bodyPr>
            <a:spAutoFit/>
          </a:bodyPr>
          <a:p>
            <a:pPr lvl="1" eaLnBrk="1" hangingPunct="1"/>
            <a:r>
              <a:rPr lang="zh-CN" altLang="en-US" b="1" dirty="0">
                <a:latin typeface="Times New Roman" panose="02020603050405020304" pitchFamily="18" charset="0"/>
              </a:rPr>
              <a:t>六、 超级链结的节点-------</a:t>
            </a:r>
            <a:r>
              <a:rPr lang="en-US" altLang="zh-CN" b="1" dirty="0">
                <a:latin typeface="Times New Roman" panose="02020603050405020304" pitchFamily="18" charset="0"/>
              </a:rPr>
              <a:t>Anchors</a:t>
            </a:r>
            <a:endParaRPr lang="en-US" altLang="zh-CN" b="1" dirty="0">
              <a:latin typeface="Times New Roman" panose="02020603050405020304" pitchFamily="18" charset="0"/>
            </a:endParaRPr>
          </a:p>
        </p:txBody>
      </p:sp>
    </p:spTree>
  </p:cSld>
  <p:clrMapOvr>
    <a:masterClrMapping/>
  </p:clrMapOvr>
  <p:transition>
    <p:random/>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9026" name="页脚占位符 1"/>
          <p:cNvSpPr txBox="1">
            <a:spLocks noGrp="1"/>
          </p:cNvSpPr>
          <p:nvPr>
            <p:ph type="ftr" sz="quarter" idx="3"/>
          </p:nvPr>
        </p:nvSpPr>
        <p:spPr>
          <a:xfrm>
            <a:off x="3733800" y="6570663"/>
            <a:ext cx="2590800" cy="280987"/>
          </a:xfrm>
          <a:ln/>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r>
              <a:rPr lang="zh-CN" altLang="en-US" sz="1200" dirty="0">
                <a:solidFill>
                  <a:schemeClr val="folHlink"/>
                </a:solidFill>
              </a:rPr>
              <a:t>《虚拟地理环境及其应用》</a:t>
            </a:r>
            <a:endParaRPr lang="zh-CN" altLang="en-US" sz="1200" dirty="0">
              <a:solidFill>
                <a:schemeClr val="folHlink"/>
              </a:solidFill>
            </a:endParaRPr>
          </a:p>
        </p:txBody>
      </p:sp>
      <p:sp>
        <p:nvSpPr>
          <p:cNvPr id="129027" name="Rectangle 2"/>
          <p:cNvSpPr/>
          <p:nvPr/>
        </p:nvSpPr>
        <p:spPr>
          <a:xfrm>
            <a:off x="1116013" y="2636838"/>
            <a:ext cx="7345362" cy="3113087"/>
          </a:xfrm>
          <a:prstGeom prst="rect">
            <a:avLst/>
          </a:prstGeom>
          <a:noFill/>
          <a:ln w="9525">
            <a:noFill/>
          </a:ln>
        </p:spPr>
        <p:txBody>
          <a:bodyPr anchor="ctr" anchorCtr="0">
            <a:spAutoFit/>
          </a:bodyPr>
          <a:p>
            <a:pPr indent="276225" eaLnBrk="1" hangingPunct="1"/>
            <a:r>
              <a:rPr lang="en-US" altLang="zh-CN" sz="1800" b="1" dirty="0">
                <a:latin typeface="Times New Roman" panose="02020603050405020304" pitchFamily="18" charset="0"/>
              </a:rPr>
              <a:t>url: </a:t>
            </a:r>
            <a:r>
              <a:rPr lang="zh-CN" altLang="en-US" sz="1800" b="1" dirty="0">
                <a:latin typeface="Times New Roman" panose="02020603050405020304" pitchFamily="18" charset="0"/>
              </a:rPr>
              <a:t>输入要进行超链结的</a:t>
            </a:r>
            <a:r>
              <a:rPr lang="en-US" altLang="zh-CN" sz="1800" b="1" dirty="0">
                <a:latin typeface="Times New Roman" panose="02020603050405020304" pitchFamily="18" charset="0"/>
              </a:rPr>
              <a:t>VRML</a:t>
            </a:r>
            <a:r>
              <a:rPr lang="zh-CN" altLang="en-US" sz="1800" b="1" dirty="0">
                <a:latin typeface="Times New Roman" panose="02020603050405020304" pitchFamily="18" charset="0"/>
              </a:rPr>
              <a:t>文件或其他可在浏览器上运行的文件。</a:t>
            </a:r>
            <a:endParaRPr lang="zh-CN" altLang="en-US" sz="1800" b="1" dirty="0">
              <a:latin typeface="Times New Roman" panose="02020603050405020304" pitchFamily="18" charset="0"/>
            </a:endParaRPr>
          </a:p>
          <a:p>
            <a:pPr indent="276225" eaLnBrk="1" hangingPunct="1"/>
            <a:r>
              <a:rPr lang="en-US" altLang="zh-CN" sz="1800" b="1" dirty="0">
                <a:latin typeface="Times New Roman" panose="02020603050405020304" pitchFamily="18" charset="0"/>
              </a:rPr>
              <a:t>bboxCenter: </a:t>
            </a:r>
            <a:r>
              <a:rPr lang="zh-CN" altLang="en-US" sz="1800" b="1" dirty="0">
                <a:latin typeface="Times New Roman" panose="02020603050405020304" pitchFamily="18" charset="0"/>
              </a:rPr>
              <a:t>定义几何中心点的位置，若把所有包含在群节点中的节点用箱型体包含起来，所定义的几何中心位置就是这个箱型体的几何中心。它的默认值是（0，0，0）， 与三维坐标的原点重合。</a:t>
            </a:r>
            <a:endParaRPr lang="zh-CN" altLang="en-US" sz="1800" b="1" dirty="0">
              <a:latin typeface="Times New Roman" panose="02020603050405020304" pitchFamily="18" charset="0"/>
            </a:endParaRPr>
          </a:p>
          <a:p>
            <a:pPr indent="276225" eaLnBrk="1" hangingPunct="1"/>
            <a:r>
              <a:rPr lang="en-US" altLang="zh-CN" sz="1800" b="1" dirty="0">
                <a:latin typeface="Times New Roman" panose="02020603050405020304" pitchFamily="18" charset="0"/>
              </a:rPr>
              <a:t>bboxSize:</a:t>
            </a:r>
            <a:r>
              <a:rPr lang="zh-CN" altLang="en-US" sz="1800" b="1" dirty="0">
                <a:latin typeface="Times New Roman" panose="02020603050405020304" pitchFamily="18" charset="0"/>
              </a:rPr>
              <a:t>定义箱型体的尺寸。它的默认值是（-1，-1，-1），表示</a:t>
            </a:r>
            <a:r>
              <a:rPr lang="en-US" altLang="zh-CN" sz="1800" b="1" dirty="0">
                <a:latin typeface="Times New Roman" panose="02020603050405020304" pitchFamily="18" charset="0"/>
              </a:rPr>
              <a:t>VRML</a:t>
            </a:r>
            <a:r>
              <a:rPr lang="zh-CN" altLang="en-US" sz="1800" b="1" dirty="0">
                <a:latin typeface="Times New Roman" panose="02020603050405020304" pitchFamily="18" charset="0"/>
              </a:rPr>
              <a:t>浏览器将自动定义出箱型体的尺寸。</a:t>
            </a:r>
            <a:endParaRPr lang="zh-CN" altLang="en-US" sz="1800" b="1" dirty="0">
              <a:latin typeface="Times New Roman" panose="02020603050405020304" pitchFamily="18" charset="0"/>
            </a:endParaRPr>
          </a:p>
          <a:p>
            <a:pPr indent="276225" eaLnBrk="1" hangingPunct="1"/>
            <a:r>
              <a:rPr lang="en-US" altLang="zh-CN" sz="1800" b="1" dirty="0">
                <a:latin typeface="Times New Roman" panose="02020603050405020304" pitchFamily="18" charset="0"/>
              </a:rPr>
              <a:t>addChildren: </a:t>
            </a:r>
            <a:r>
              <a:rPr lang="zh-CN" altLang="en-US" sz="1800" b="1" dirty="0">
                <a:latin typeface="Times New Roman" panose="02020603050405020304" pitchFamily="18" charset="0"/>
              </a:rPr>
              <a:t>是一个</a:t>
            </a:r>
            <a:r>
              <a:rPr lang="en-US" altLang="zh-CN" sz="1800" b="1" dirty="0">
                <a:latin typeface="Times New Roman" panose="02020603050405020304" pitchFamily="18" charset="0"/>
              </a:rPr>
              <a:t>eventIn</a:t>
            </a:r>
            <a:r>
              <a:rPr lang="zh-CN" altLang="en-US" sz="1800" b="1" dirty="0">
                <a:latin typeface="Times New Roman" panose="02020603050405020304" pitchFamily="18" charset="0"/>
              </a:rPr>
              <a:t>事件。功能是增加特别的节点到这个群节点中的</a:t>
            </a:r>
            <a:r>
              <a:rPr lang="en-US" altLang="zh-CN" sz="1800" b="1" dirty="0">
                <a:latin typeface="Times New Roman" panose="02020603050405020304" pitchFamily="18" charset="0"/>
              </a:rPr>
              <a:t>children</a:t>
            </a:r>
            <a:r>
              <a:rPr lang="zh-CN" altLang="en-US" sz="1800" b="1" dirty="0">
                <a:latin typeface="Times New Roman" panose="02020603050405020304" pitchFamily="18" charset="0"/>
              </a:rPr>
              <a:t>字段中。</a:t>
            </a:r>
            <a:endParaRPr lang="zh-CN" altLang="en-US" sz="1800" b="1" dirty="0">
              <a:latin typeface="Times New Roman" panose="02020603050405020304" pitchFamily="18" charset="0"/>
            </a:endParaRPr>
          </a:p>
          <a:p>
            <a:pPr indent="276225" eaLnBrk="1" hangingPunct="1"/>
            <a:r>
              <a:rPr lang="en-US" altLang="zh-CN" sz="1800" b="1" dirty="0">
                <a:latin typeface="Times New Roman" panose="02020603050405020304" pitchFamily="18" charset="0"/>
              </a:rPr>
              <a:t>removechildren: </a:t>
            </a:r>
            <a:r>
              <a:rPr lang="zh-CN" altLang="en-US" sz="1800" b="1" dirty="0">
                <a:latin typeface="Times New Roman" panose="02020603050405020304" pitchFamily="18" charset="0"/>
              </a:rPr>
              <a:t>是一个</a:t>
            </a:r>
            <a:r>
              <a:rPr lang="en-US" altLang="zh-CN" sz="1800" b="1" dirty="0">
                <a:latin typeface="Times New Roman" panose="02020603050405020304" pitchFamily="18" charset="0"/>
              </a:rPr>
              <a:t>eventIn</a:t>
            </a:r>
            <a:r>
              <a:rPr lang="zh-CN" altLang="en-US" sz="1800" b="1" dirty="0">
                <a:latin typeface="Times New Roman" panose="02020603050405020304" pitchFamily="18" charset="0"/>
              </a:rPr>
              <a:t>事件。功能是删除群节点中</a:t>
            </a:r>
            <a:r>
              <a:rPr lang="en-US" altLang="zh-CN" sz="1800" b="1" dirty="0">
                <a:latin typeface="Times New Roman" panose="02020603050405020304" pitchFamily="18" charset="0"/>
              </a:rPr>
              <a:t>childern</a:t>
            </a:r>
            <a:r>
              <a:rPr lang="zh-CN" altLang="en-US" sz="1800" b="1" dirty="0">
                <a:latin typeface="Times New Roman" panose="02020603050405020304" pitchFamily="18" charset="0"/>
              </a:rPr>
              <a:t>栏所包含的节点。</a:t>
            </a:r>
            <a:endParaRPr lang="zh-CN" altLang="en-US" sz="1800" b="1" dirty="0">
              <a:latin typeface="Times New Roman" panose="02020603050405020304" pitchFamily="18" charset="0"/>
            </a:endParaRPr>
          </a:p>
        </p:txBody>
      </p:sp>
      <p:sp>
        <p:nvSpPr>
          <p:cNvPr id="129028" name="Rectangle 3"/>
          <p:cNvSpPr/>
          <p:nvPr/>
        </p:nvSpPr>
        <p:spPr>
          <a:xfrm>
            <a:off x="1403350" y="908050"/>
            <a:ext cx="4598988" cy="457200"/>
          </a:xfrm>
          <a:prstGeom prst="rect">
            <a:avLst/>
          </a:prstGeom>
          <a:noFill/>
          <a:ln w="9525">
            <a:noFill/>
          </a:ln>
        </p:spPr>
        <p:txBody>
          <a:bodyPr wrap="none">
            <a:spAutoFit/>
          </a:bodyPr>
          <a:p>
            <a:pPr lvl="1" eaLnBrk="1" hangingPunct="1"/>
            <a:r>
              <a:rPr lang="zh-CN" altLang="en-US" b="1" dirty="0">
                <a:latin typeface="Times New Roman" panose="02020603050405020304" pitchFamily="18" charset="0"/>
              </a:rPr>
              <a:t>超级链结的节点-------</a:t>
            </a:r>
            <a:r>
              <a:rPr lang="en-US" altLang="zh-CN" b="1" dirty="0">
                <a:latin typeface="Times New Roman" panose="02020603050405020304" pitchFamily="18" charset="0"/>
              </a:rPr>
              <a:t>Anchors</a:t>
            </a:r>
            <a:endParaRPr lang="en-US" altLang="zh-CN" b="1" dirty="0">
              <a:latin typeface="Times New Roman" panose="02020603050405020304" pitchFamily="18" charset="0"/>
            </a:endParaRPr>
          </a:p>
        </p:txBody>
      </p:sp>
    </p:spTree>
  </p:cSld>
  <p:clrMapOvr>
    <a:masterClrMapping/>
  </p:clrMapOvr>
  <p:transition>
    <p:random/>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0050" name="页脚占位符 1"/>
          <p:cNvSpPr txBox="1">
            <a:spLocks noGrp="1"/>
          </p:cNvSpPr>
          <p:nvPr>
            <p:ph type="ftr" sz="quarter" idx="3"/>
          </p:nvPr>
        </p:nvSpPr>
        <p:spPr>
          <a:xfrm>
            <a:off x="3733800" y="6570663"/>
            <a:ext cx="2590800" cy="280987"/>
          </a:xfrm>
          <a:ln/>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r>
              <a:rPr lang="zh-CN" altLang="en-US" sz="1200" dirty="0">
                <a:solidFill>
                  <a:schemeClr val="folHlink"/>
                </a:solidFill>
              </a:rPr>
              <a:t>《虚拟地理环境及其应用》</a:t>
            </a:r>
            <a:endParaRPr lang="zh-CN" altLang="en-US" sz="1200" dirty="0">
              <a:solidFill>
                <a:schemeClr val="folHlink"/>
              </a:solidFill>
            </a:endParaRPr>
          </a:p>
        </p:txBody>
      </p:sp>
      <p:sp>
        <p:nvSpPr>
          <p:cNvPr id="130051" name="Rectangle 2"/>
          <p:cNvSpPr/>
          <p:nvPr/>
        </p:nvSpPr>
        <p:spPr>
          <a:xfrm>
            <a:off x="971550" y="1989138"/>
            <a:ext cx="7200900" cy="4111625"/>
          </a:xfrm>
          <a:prstGeom prst="rect">
            <a:avLst/>
          </a:prstGeom>
          <a:noFill/>
          <a:ln w="9525">
            <a:noFill/>
          </a:ln>
        </p:spPr>
        <p:txBody>
          <a:bodyPr anchor="ctr" anchorCtr="0">
            <a:spAutoFit/>
          </a:bodyPr>
          <a:p>
            <a:pPr lvl="1" eaLnBrk="1" hangingPunct="1"/>
            <a:endParaRPr lang="en-US" altLang="zh-CN" sz="2200" b="1" dirty="0">
              <a:solidFill>
                <a:srgbClr val="33CC33"/>
              </a:solidFill>
              <a:latin typeface="Times New Roman" panose="02020603050405020304" pitchFamily="18" charset="0"/>
            </a:endParaRPr>
          </a:p>
          <a:p>
            <a:pPr lvl="1" eaLnBrk="1" hangingPunct="1"/>
            <a:endParaRPr lang="en-US" altLang="zh-CN" sz="2200" b="1" dirty="0">
              <a:solidFill>
                <a:srgbClr val="33CC33"/>
              </a:solidFill>
              <a:latin typeface="Times New Roman" panose="02020603050405020304" pitchFamily="18" charset="0"/>
            </a:endParaRPr>
          </a:p>
          <a:p>
            <a:pPr indent="276225" eaLnBrk="1" hangingPunct="1"/>
            <a:r>
              <a:rPr lang="zh-CN" altLang="en-US" sz="2200" b="1" dirty="0">
                <a:latin typeface="Times New Roman" panose="02020603050405020304" pitchFamily="18" charset="0"/>
              </a:rPr>
              <a:t>    用于对相同的景物做出不同精细程度的版本。构建</a:t>
            </a:r>
            <a:r>
              <a:rPr lang="en-US" altLang="zh-CN" sz="2200" b="1" dirty="0">
                <a:latin typeface="Times New Roman" panose="02020603050405020304" pitchFamily="18" charset="0"/>
              </a:rPr>
              <a:t>VRML</a:t>
            </a:r>
            <a:r>
              <a:rPr lang="zh-CN" altLang="en-US" sz="2200" b="1" dirty="0">
                <a:latin typeface="Times New Roman" panose="02020603050405020304" pitchFamily="18" charset="0"/>
              </a:rPr>
              <a:t>虚拟现实时，必须在浏览器的运行速度和图形的真实性上有所平衡，因为如果要的</a:t>
            </a:r>
            <a:r>
              <a:rPr lang="en-US" altLang="zh-CN" sz="2200" b="1" dirty="0">
                <a:latin typeface="Times New Roman" panose="02020603050405020304" pitchFamily="18" charset="0"/>
              </a:rPr>
              <a:t>f</a:t>
            </a:r>
            <a:r>
              <a:rPr lang="zh-CN" altLang="en-US" sz="2200" b="1" dirty="0">
                <a:latin typeface="Times New Roman" panose="02020603050405020304" pitchFamily="18" charset="0"/>
              </a:rPr>
              <a:t>越真实，</a:t>
            </a:r>
            <a:r>
              <a:rPr lang="en-US" altLang="zh-CN" sz="2200" b="1" dirty="0">
                <a:latin typeface="Times New Roman" panose="02020603050405020304" pitchFamily="18" charset="0"/>
              </a:rPr>
              <a:t>VRML</a:t>
            </a:r>
            <a:r>
              <a:rPr lang="zh-CN" altLang="en-US" sz="2200" b="1" dirty="0">
                <a:latin typeface="Times New Roman" panose="02020603050405020304" pitchFamily="18" charset="0"/>
              </a:rPr>
              <a:t>文件一定越大，浏览器不但要耗费更多的时间下载，还要花费更多中央处理器的性能来构建这个虚拟现实。这个时候</a:t>
            </a:r>
            <a:r>
              <a:rPr lang="en-US" altLang="zh-CN" sz="2200" b="1" dirty="0">
                <a:latin typeface="Times New Roman" panose="02020603050405020304" pitchFamily="18" charset="0"/>
              </a:rPr>
              <a:t>LOD</a:t>
            </a:r>
            <a:r>
              <a:rPr lang="zh-CN" altLang="en-US" sz="2200" b="1" dirty="0">
                <a:latin typeface="Times New Roman" panose="02020603050405020304" pitchFamily="18" charset="0"/>
              </a:rPr>
              <a:t>的概念就出现了，可以对相同的景物做出不同精细程度的版本，需要比较接近景物时就选用比较精细的版本，距离景物比较远时就选用比较粗糙的版本，分级程度完全根据观看者与景物的相对距离而定，这样便可以大大提高浏览器的性能，这也是</a:t>
            </a:r>
            <a:r>
              <a:rPr lang="en-US" altLang="zh-CN" sz="2200" b="1" dirty="0">
                <a:latin typeface="Times New Roman" panose="02020603050405020304" pitchFamily="18" charset="0"/>
              </a:rPr>
              <a:t>LOD</a:t>
            </a:r>
            <a:r>
              <a:rPr lang="zh-CN" altLang="en-US" sz="2200" b="1" dirty="0">
                <a:latin typeface="Times New Roman" panose="02020603050405020304" pitchFamily="18" charset="0"/>
              </a:rPr>
              <a:t>节点的目的。</a:t>
            </a:r>
            <a:endParaRPr lang="zh-CN" altLang="en-US" sz="2200" b="1" dirty="0">
              <a:latin typeface="Times New Roman" panose="02020603050405020304" pitchFamily="18" charset="0"/>
            </a:endParaRPr>
          </a:p>
        </p:txBody>
      </p:sp>
      <p:sp>
        <p:nvSpPr>
          <p:cNvPr id="130052" name="Rectangle 3"/>
          <p:cNvSpPr/>
          <p:nvPr/>
        </p:nvSpPr>
        <p:spPr>
          <a:xfrm>
            <a:off x="1403350" y="765175"/>
            <a:ext cx="6257925" cy="457200"/>
          </a:xfrm>
          <a:prstGeom prst="rect">
            <a:avLst/>
          </a:prstGeom>
          <a:noFill/>
          <a:ln w="9525">
            <a:noFill/>
          </a:ln>
        </p:spPr>
        <p:txBody>
          <a:bodyPr wrap="none">
            <a:spAutoFit/>
          </a:bodyPr>
          <a:p>
            <a:pPr eaLnBrk="1" hangingPunct="1"/>
            <a:r>
              <a:rPr lang="zh-CN" altLang="en-US" b="1" dirty="0">
                <a:latin typeface="Times New Roman" panose="02020603050405020304" pitchFamily="18" charset="0"/>
              </a:rPr>
              <a:t>七、 分级型的群节点----</a:t>
            </a:r>
            <a:r>
              <a:rPr lang="en-US" altLang="zh-CN" b="1" dirty="0">
                <a:latin typeface="Times New Roman" panose="02020603050405020304" pitchFamily="18" charset="0"/>
              </a:rPr>
              <a:t>LOD(Level.of. Detail)</a:t>
            </a:r>
            <a:endParaRPr lang="zh-CN" altLang="en-US" b="1" dirty="0">
              <a:latin typeface="Times New Roman" panose="02020603050405020304" pitchFamily="18" charset="0"/>
            </a:endParaRPr>
          </a:p>
        </p:txBody>
      </p:sp>
    </p:spTree>
  </p:cSld>
  <p:clrMapOvr>
    <a:masterClrMapping/>
  </p:clrMapOvr>
  <p:transition>
    <p:random/>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1074" name="页脚占位符 1"/>
          <p:cNvSpPr txBox="1">
            <a:spLocks noGrp="1"/>
          </p:cNvSpPr>
          <p:nvPr>
            <p:ph type="ftr" sz="quarter" idx="3"/>
          </p:nvPr>
        </p:nvSpPr>
        <p:spPr>
          <a:xfrm>
            <a:off x="3733800" y="6570663"/>
            <a:ext cx="2590800" cy="280987"/>
          </a:xfrm>
          <a:ln/>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r>
              <a:rPr lang="zh-CN" altLang="en-US" sz="1200" dirty="0">
                <a:solidFill>
                  <a:schemeClr val="folHlink"/>
                </a:solidFill>
              </a:rPr>
              <a:t>《虚拟地理环境及其应用》</a:t>
            </a:r>
            <a:endParaRPr lang="zh-CN" altLang="en-US" sz="1200" dirty="0">
              <a:solidFill>
                <a:schemeClr val="folHlink"/>
              </a:solidFill>
            </a:endParaRPr>
          </a:p>
        </p:txBody>
      </p:sp>
      <p:sp>
        <p:nvSpPr>
          <p:cNvPr id="131075" name="Rectangle 2"/>
          <p:cNvSpPr/>
          <p:nvPr/>
        </p:nvSpPr>
        <p:spPr>
          <a:xfrm>
            <a:off x="971550" y="2371725"/>
            <a:ext cx="7272338" cy="3106738"/>
          </a:xfrm>
          <a:prstGeom prst="rect">
            <a:avLst/>
          </a:prstGeom>
          <a:noFill/>
          <a:ln w="9525">
            <a:noFill/>
          </a:ln>
        </p:spPr>
        <p:txBody>
          <a:bodyPr anchor="ctr" anchorCtr="0">
            <a:spAutoFit/>
          </a:bodyPr>
          <a:p>
            <a:pPr indent="276225" eaLnBrk="1" hangingPunct="1"/>
            <a:r>
              <a:rPr lang="zh-CN" altLang="en-US" sz="2200" b="1" dirty="0">
                <a:latin typeface="Times New Roman" panose="02020603050405020304" pitchFamily="18" charset="0"/>
              </a:rPr>
              <a:t>字段:</a:t>
            </a:r>
            <a:endParaRPr lang="zh-CN" altLang="en-US" sz="2200" b="1" dirty="0">
              <a:latin typeface="Times New Roman" panose="02020603050405020304" pitchFamily="18" charset="0"/>
            </a:endParaRPr>
          </a:p>
          <a:p>
            <a:pPr indent="276225" eaLnBrk="1" hangingPunct="1"/>
            <a:r>
              <a:rPr lang="en-US" altLang="zh-CN" sz="2200" b="1" dirty="0">
                <a:latin typeface="Times New Roman" panose="02020603050405020304" pitchFamily="18" charset="0"/>
              </a:rPr>
              <a:t>Level: </a:t>
            </a:r>
            <a:r>
              <a:rPr lang="zh-CN" altLang="en-US" sz="2200" b="1" dirty="0">
                <a:latin typeface="Times New Roman" panose="02020603050405020304" pitchFamily="18" charset="0"/>
              </a:rPr>
              <a:t>该字段的功能是可以放置节点，这些节点表示分别以不同详细程度所描述的相同物件。描述越详细的版本节点，放置于越前面的位置。</a:t>
            </a:r>
            <a:endParaRPr lang="zh-CN" altLang="en-US" sz="2200" b="1" dirty="0">
              <a:latin typeface="Times New Roman" panose="02020603050405020304" pitchFamily="18" charset="0"/>
            </a:endParaRPr>
          </a:p>
          <a:p>
            <a:pPr indent="276225" eaLnBrk="1" hangingPunct="1"/>
            <a:r>
              <a:rPr lang="en-US" altLang="zh-CN" sz="2200" b="1" dirty="0">
                <a:latin typeface="Times New Roman" panose="02020603050405020304" pitchFamily="18" charset="0"/>
              </a:rPr>
              <a:t>Center: </a:t>
            </a:r>
            <a:r>
              <a:rPr lang="zh-CN" altLang="en-US" sz="2200" b="1" dirty="0">
                <a:latin typeface="Times New Roman" panose="02020603050405020304" pitchFamily="18" charset="0"/>
              </a:rPr>
              <a:t>说明</a:t>
            </a:r>
            <a:r>
              <a:rPr lang="en-US" altLang="zh-CN" sz="2200" b="1" dirty="0">
                <a:latin typeface="Times New Roman" panose="02020603050405020304" pitchFamily="18" charset="0"/>
              </a:rPr>
              <a:t>LOD</a:t>
            </a:r>
            <a:r>
              <a:rPr lang="zh-CN" altLang="en-US" sz="2200" b="1" dirty="0">
                <a:latin typeface="Times New Roman" panose="02020603050405020304" pitchFamily="18" charset="0"/>
              </a:rPr>
              <a:t>节点的子节点的几何中心点位置，默认值为（0，0，0）。</a:t>
            </a:r>
            <a:endParaRPr lang="zh-CN" altLang="en-US" sz="2200" b="1" dirty="0">
              <a:latin typeface="Times New Roman" panose="02020603050405020304" pitchFamily="18" charset="0"/>
            </a:endParaRPr>
          </a:p>
          <a:p>
            <a:pPr indent="276225" eaLnBrk="1" hangingPunct="1"/>
            <a:r>
              <a:rPr lang="en-US" altLang="zh-CN" sz="2200" b="1" dirty="0">
                <a:latin typeface="Times New Roman" panose="02020603050405020304" pitchFamily="18" charset="0"/>
              </a:rPr>
              <a:t>Range: </a:t>
            </a:r>
            <a:r>
              <a:rPr lang="zh-CN" altLang="en-US" sz="2200" b="1" dirty="0">
                <a:latin typeface="Times New Roman" panose="02020603050405020304" pitchFamily="18" charset="0"/>
              </a:rPr>
              <a:t>定义观看者和对象之间距离的范围值大小，作为显示不同版本节点的依据。假如有几个不同的版本，就会有</a:t>
            </a:r>
            <a:r>
              <a:rPr lang="en-US" altLang="zh-CN" sz="2200" b="1" dirty="0">
                <a:latin typeface="Times New Roman" panose="02020603050405020304" pitchFamily="18" charset="0"/>
              </a:rPr>
              <a:t>n-1</a:t>
            </a:r>
            <a:r>
              <a:rPr lang="zh-CN" altLang="en-US" sz="2200" b="1" dirty="0">
                <a:latin typeface="Times New Roman" panose="02020603050405020304" pitchFamily="18" charset="0"/>
              </a:rPr>
              <a:t>个不同的范围值在</a:t>
            </a:r>
            <a:r>
              <a:rPr lang="en-US" altLang="zh-CN" sz="2200" b="1" dirty="0">
                <a:latin typeface="Times New Roman" panose="02020603050405020304" pitchFamily="18" charset="0"/>
              </a:rPr>
              <a:t>range</a:t>
            </a:r>
            <a:r>
              <a:rPr lang="zh-CN" altLang="en-US" sz="2200" b="1" dirty="0">
                <a:latin typeface="Times New Roman" panose="02020603050405020304" pitchFamily="18" charset="0"/>
              </a:rPr>
              <a:t>字段。</a:t>
            </a:r>
            <a:endParaRPr lang="zh-CN" altLang="en-US" sz="2200" b="1" dirty="0">
              <a:latin typeface="Times New Roman" panose="02020603050405020304" pitchFamily="18" charset="0"/>
            </a:endParaRPr>
          </a:p>
        </p:txBody>
      </p:sp>
      <p:sp>
        <p:nvSpPr>
          <p:cNvPr id="131076" name="Rectangle 3"/>
          <p:cNvSpPr/>
          <p:nvPr/>
        </p:nvSpPr>
        <p:spPr>
          <a:xfrm>
            <a:off x="1331913" y="836613"/>
            <a:ext cx="5568950" cy="457200"/>
          </a:xfrm>
          <a:prstGeom prst="rect">
            <a:avLst/>
          </a:prstGeom>
          <a:noFill/>
          <a:ln w="9525">
            <a:noFill/>
          </a:ln>
        </p:spPr>
        <p:txBody>
          <a:bodyPr wrap="none">
            <a:spAutoFit/>
          </a:bodyPr>
          <a:p>
            <a:pPr eaLnBrk="1" hangingPunct="1"/>
            <a:r>
              <a:rPr lang="zh-CN" altLang="en-US" b="1" dirty="0">
                <a:latin typeface="Times New Roman" panose="02020603050405020304" pitchFamily="18" charset="0"/>
              </a:rPr>
              <a:t>分级型的群节点----</a:t>
            </a:r>
            <a:r>
              <a:rPr lang="en-US" altLang="zh-CN" b="1" dirty="0">
                <a:latin typeface="Times New Roman" panose="02020603050405020304" pitchFamily="18" charset="0"/>
              </a:rPr>
              <a:t>LOD(Level.of. Detail)</a:t>
            </a:r>
            <a:endParaRPr lang="zh-CN" altLang="en-US" b="1" dirty="0">
              <a:latin typeface="Times New Roman" panose="02020603050405020304" pitchFamily="18" charset="0"/>
            </a:endParaRPr>
          </a:p>
        </p:txBody>
      </p:sp>
    </p:spTree>
  </p:cSld>
  <p:clrMapOvr>
    <a:masterClrMapping/>
  </p:clrMapOvr>
  <p:transition>
    <p:random/>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2098" name="Rectangle 2"/>
          <p:cNvSpPr/>
          <p:nvPr/>
        </p:nvSpPr>
        <p:spPr>
          <a:xfrm>
            <a:off x="1547813" y="1196975"/>
            <a:ext cx="4005262" cy="762000"/>
          </a:xfrm>
          <a:prstGeom prst="rect">
            <a:avLst/>
          </a:prstGeom>
          <a:noFill/>
          <a:ln w="12700">
            <a:noFill/>
          </a:ln>
        </p:spPr>
        <p:txBody>
          <a:bodyPr anchor="ctr" anchorCtr="0">
            <a:spAutoFit/>
          </a:bodyPr>
          <a:p>
            <a:r>
              <a:rPr lang="en-US" altLang="zh-CN" sz="4400" b="1" dirty="0">
                <a:latin typeface="隶书" panose="02010509060101010101" pitchFamily="49" charset="-122"/>
                <a:ea typeface="隶书" panose="02010509060101010101" pitchFamily="49" charset="-122"/>
              </a:rPr>
              <a:t>4.7 </a:t>
            </a:r>
            <a:r>
              <a:rPr lang="zh-CN" altLang="en-US" sz="4400" b="1" dirty="0">
                <a:latin typeface="隶书" panose="02010509060101010101" pitchFamily="49" charset="-122"/>
                <a:ea typeface="隶书" panose="02010509060101010101" pitchFamily="49" charset="-122"/>
              </a:rPr>
              <a:t>环境节点</a:t>
            </a:r>
            <a:endParaRPr lang="zh-CN" altLang="en-US" sz="4400" b="1" dirty="0">
              <a:latin typeface="隶书" panose="02010509060101010101" pitchFamily="49" charset="-122"/>
              <a:ea typeface="隶书" panose="02010509060101010101" pitchFamily="49" charset="-122"/>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22" name="页脚占位符 3"/>
          <p:cNvSpPr txBox="1">
            <a:spLocks noGrp="1"/>
          </p:cNvSpPr>
          <p:nvPr>
            <p:ph type="ftr" sz="quarter" idx="3"/>
          </p:nvPr>
        </p:nvSpPr>
        <p:spPr>
          <a:xfrm>
            <a:off x="3733800" y="6570663"/>
            <a:ext cx="2590800" cy="280987"/>
          </a:xfrm>
          <a:ln/>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r>
              <a:rPr lang="zh-CN" altLang="en-US" sz="1200" dirty="0">
                <a:solidFill>
                  <a:schemeClr val="folHlink"/>
                </a:solidFill>
              </a:rPr>
              <a:t>《虚拟地理环境及其应用》</a:t>
            </a:r>
            <a:endParaRPr lang="zh-CN" altLang="en-US" sz="1200" dirty="0">
              <a:solidFill>
                <a:schemeClr val="folHlink"/>
              </a:solidFill>
            </a:endParaRPr>
          </a:p>
        </p:txBody>
      </p:sp>
      <p:sp>
        <p:nvSpPr>
          <p:cNvPr id="133123" name="Rectangle 2"/>
          <p:cNvSpPr/>
          <p:nvPr/>
        </p:nvSpPr>
        <p:spPr>
          <a:xfrm>
            <a:off x="684213" y="2011363"/>
            <a:ext cx="8208962" cy="4111625"/>
          </a:xfrm>
          <a:prstGeom prst="rect">
            <a:avLst/>
          </a:prstGeom>
          <a:noFill/>
          <a:ln w="12700">
            <a:noFill/>
          </a:ln>
        </p:spPr>
        <p:txBody>
          <a:bodyPr anchor="ctr" anchorCtr="0">
            <a:spAutoFit/>
          </a:bodyPr>
          <a:p>
            <a:endParaRPr lang="en-US" altLang="zh-CN" sz="2200" b="1" dirty="0">
              <a:solidFill>
                <a:schemeClr val="bg1"/>
              </a:solidFill>
              <a:latin typeface="宋体" panose="02010600030101010101" pitchFamily="2" charset="-122"/>
            </a:endParaRPr>
          </a:p>
          <a:p>
            <a:r>
              <a:rPr lang="zh-CN" altLang="en-US" sz="2200" b="1" dirty="0">
                <a:latin typeface="宋体" panose="02010600030101010101" pitchFamily="2" charset="-122"/>
              </a:rPr>
              <a:t>功能</a:t>
            </a:r>
            <a:r>
              <a:rPr lang="en-US" altLang="zh-CN" sz="2200" b="1" dirty="0">
                <a:latin typeface="宋体" panose="02010600030101010101" pitchFamily="2" charset="-122"/>
              </a:rPr>
              <a:t>:</a:t>
            </a:r>
            <a:r>
              <a:rPr lang="zh-CN" altLang="en-US" sz="2200" b="1" dirty="0">
                <a:latin typeface="宋体" panose="02010600030101010101" pitchFamily="2" charset="-122"/>
              </a:rPr>
              <a:t>用来构建虚拟现实的背景。</a:t>
            </a:r>
            <a:r>
              <a:rPr lang="en-US" altLang="zh-CN" sz="2200" b="1" dirty="0">
                <a:latin typeface="宋体" panose="02010600030101010101" pitchFamily="2" charset="-122"/>
              </a:rPr>
              <a:t>VRML</a:t>
            </a:r>
            <a:r>
              <a:rPr lang="zh-CN" altLang="en-US" sz="2200" b="1" dirty="0">
                <a:latin typeface="宋体" panose="02010600030101010101" pitchFamily="2" charset="-122"/>
              </a:rPr>
              <a:t>中，大地和天空都是无限大的，观察者无论怎样走，也走不到大地和天空之外。所以大地和天空总是出现在任何物体之后。</a:t>
            </a:r>
            <a:endParaRPr lang="zh-CN" altLang="en-US" sz="2200" b="1" dirty="0">
              <a:latin typeface="宋体" panose="02010600030101010101" pitchFamily="2" charset="-122"/>
            </a:endParaRPr>
          </a:p>
          <a:p>
            <a:r>
              <a:rPr lang="zh-CN" altLang="en-US" sz="2200" b="1" dirty="0">
                <a:latin typeface="宋体" panose="02010600030101010101" pitchFamily="2" charset="-122"/>
              </a:rPr>
              <a:t>字段：</a:t>
            </a:r>
            <a:endParaRPr lang="zh-CN" altLang="en-US" sz="2200" b="1" dirty="0">
              <a:latin typeface="宋体" panose="02010600030101010101" pitchFamily="2" charset="-122"/>
            </a:endParaRPr>
          </a:p>
          <a:p>
            <a:r>
              <a:rPr lang="en-US" altLang="zh-CN" sz="2200" b="1" dirty="0">
                <a:latin typeface="宋体" panose="02010600030101010101" pitchFamily="2" charset="-122"/>
              </a:rPr>
              <a:t>groundAngle</a:t>
            </a:r>
            <a:r>
              <a:rPr lang="zh-CN" altLang="en-US" sz="2200" b="1" dirty="0">
                <a:latin typeface="宋体" panose="02010600030101010101" pitchFamily="2" charset="-122"/>
              </a:rPr>
              <a:t>指定自天球南极起的弧度数，指定大地的范围。</a:t>
            </a:r>
            <a:endParaRPr lang="zh-CN" altLang="en-US" sz="2200" b="1" dirty="0">
              <a:latin typeface="宋体" panose="02010600030101010101" pitchFamily="2" charset="-122"/>
            </a:endParaRPr>
          </a:p>
          <a:p>
            <a:r>
              <a:rPr lang="zh-CN" altLang="en-US" sz="2200" b="1" dirty="0">
                <a:latin typeface="宋体" panose="02010600030101010101" pitchFamily="2" charset="-122"/>
              </a:rPr>
              <a:t>同样，</a:t>
            </a:r>
            <a:r>
              <a:rPr lang="en-US" altLang="zh-CN" sz="2200" b="1" dirty="0">
                <a:latin typeface="宋体" panose="02010600030101010101" pitchFamily="2" charset="-122"/>
              </a:rPr>
              <a:t>skyAngle</a:t>
            </a:r>
            <a:r>
              <a:rPr lang="zh-CN" altLang="en-US" sz="2200" b="1" dirty="0">
                <a:latin typeface="宋体" panose="02010600030101010101" pitchFamily="2" charset="-122"/>
              </a:rPr>
              <a:t>指定自天球北极起的弧度数，指定天空的范围。   </a:t>
            </a:r>
            <a:r>
              <a:rPr lang="zh-CN" altLang="en-US" sz="2200" b="1" dirty="0">
                <a:latin typeface="宋体" panose="02010600030101010101" pitchFamily="2" charset="-122"/>
                <a:hlinkClick r:id="" action="ppaction://hlinkshowjump?jump=nextslide"/>
              </a:rPr>
              <a:t>如下图 </a:t>
            </a:r>
            <a:r>
              <a:rPr lang="en-US" altLang="zh-CN" sz="2200" b="1" dirty="0">
                <a:latin typeface="宋体" panose="02010600030101010101" pitchFamily="2" charset="-122"/>
              </a:rPr>
              <a:t>:</a:t>
            </a:r>
            <a:endParaRPr lang="en-US" altLang="zh-CN" sz="2200" b="1" dirty="0">
              <a:latin typeface="宋体" panose="02010600030101010101" pitchFamily="2" charset="-122"/>
            </a:endParaRPr>
          </a:p>
          <a:p>
            <a:r>
              <a:rPr lang="en-US" altLang="zh-CN" sz="2200" b="1" dirty="0">
                <a:latin typeface="宋体" panose="02010600030101010101" pitchFamily="2" charset="-122"/>
              </a:rPr>
              <a:t>groundColor</a:t>
            </a:r>
            <a:r>
              <a:rPr lang="zh-CN" altLang="en-US" sz="2200" b="1" dirty="0">
                <a:latin typeface="宋体" panose="02010600030101010101" pitchFamily="2" charset="-122"/>
              </a:rPr>
              <a:t>和</a:t>
            </a:r>
            <a:r>
              <a:rPr lang="en-US" altLang="zh-CN" sz="2200" b="1" dirty="0">
                <a:latin typeface="宋体" panose="02010600030101010101" pitchFamily="2" charset="-122"/>
              </a:rPr>
              <a:t>skyColor</a:t>
            </a:r>
            <a:r>
              <a:rPr lang="zh-CN" altLang="en-US" sz="2200" b="1" dirty="0">
                <a:latin typeface="宋体" panose="02010600030101010101" pitchFamily="2" charset="-122"/>
              </a:rPr>
              <a:t>指定大地和天空的背景颜色，其中的颜色数应比</a:t>
            </a:r>
            <a:r>
              <a:rPr lang="en-US" altLang="zh-CN" sz="2200" b="1" dirty="0">
                <a:latin typeface="宋体" panose="02010600030101010101" pitchFamily="2" charset="-122"/>
              </a:rPr>
              <a:t>groundAngle</a:t>
            </a:r>
            <a:r>
              <a:rPr lang="zh-CN" altLang="en-US" sz="2200" b="1" dirty="0">
                <a:latin typeface="宋体" panose="02010600030101010101" pitchFamily="2" charset="-122"/>
              </a:rPr>
              <a:t>或</a:t>
            </a:r>
            <a:r>
              <a:rPr lang="en-US" altLang="zh-CN" sz="2200" b="1" dirty="0">
                <a:latin typeface="宋体" panose="02010600030101010101" pitchFamily="2" charset="-122"/>
              </a:rPr>
              <a:t>skyAngle</a:t>
            </a:r>
            <a:r>
              <a:rPr lang="zh-CN" altLang="en-US" sz="2200" b="1" dirty="0">
                <a:latin typeface="宋体" panose="02010600030101010101" pitchFamily="2" charset="-122"/>
              </a:rPr>
              <a:t>中的弧度数多一个。第一个颜色数指定极点的颜色，第二个颜色数指定第一个弧度处的颜色，中间的颜色值用线性插值 的方法得出。</a:t>
            </a:r>
            <a:endParaRPr lang="zh-CN" altLang="en-US" sz="2200" b="1" dirty="0">
              <a:latin typeface="宋体" panose="02010600030101010101" pitchFamily="2" charset="-122"/>
            </a:endParaRPr>
          </a:p>
        </p:txBody>
      </p:sp>
      <p:sp>
        <p:nvSpPr>
          <p:cNvPr id="133124" name="Rectangle 3"/>
          <p:cNvSpPr/>
          <p:nvPr/>
        </p:nvSpPr>
        <p:spPr>
          <a:xfrm>
            <a:off x="1331913" y="836613"/>
            <a:ext cx="7416800" cy="457200"/>
          </a:xfrm>
          <a:prstGeom prst="rect">
            <a:avLst/>
          </a:prstGeom>
          <a:noFill/>
          <a:ln w="9525">
            <a:noFill/>
          </a:ln>
        </p:spPr>
        <p:txBody>
          <a:bodyPr>
            <a:spAutoFit/>
          </a:bodyPr>
          <a:p>
            <a:pPr eaLnBrk="1" hangingPunct="1"/>
            <a:r>
              <a:rPr lang="zh-CN" altLang="en-US" b="1" dirty="0">
                <a:latin typeface="Times New Roman" panose="02020603050405020304" pitchFamily="18" charset="0"/>
              </a:rPr>
              <a:t>一、控制背景的节点</a:t>
            </a:r>
            <a:r>
              <a:rPr lang="en-US" altLang="zh-CN" b="1" dirty="0">
                <a:latin typeface="Times New Roman" panose="02020603050405020304" pitchFamily="18" charset="0"/>
              </a:rPr>
              <a:t>------Background</a:t>
            </a:r>
            <a:endParaRPr lang="zh-CN" altLang="en-US" b="1" dirty="0">
              <a:latin typeface="Times New Roman" panose="02020603050405020304" pitchFamily="18" charset="0"/>
            </a:endParaRPr>
          </a:p>
        </p:txBody>
      </p:sp>
    </p:spTree>
  </p:cSld>
  <p:clrMapOvr>
    <a:masterClrMapping/>
  </p:clrMapOvr>
  <p:transition>
    <p:random/>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4146" name="页脚占位符 2"/>
          <p:cNvSpPr txBox="1">
            <a:spLocks noGrp="1"/>
          </p:cNvSpPr>
          <p:nvPr>
            <p:ph type="ftr" sz="quarter" idx="3"/>
          </p:nvPr>
        </p:nvSpPr>
        <p:spPr>
          <a:xfrm>
            <a:off x="3733800" y="6570663"/>
            <a:ext cx="2590800" cy="280987"/>
          </a:xfrm>
          <a:ln/>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r>
              <a:rPr lang="zh-CN" altLang="en-US" sz="1200" dirty="0">
                <a:solidFill>
                  <a:schemeClr val="folHlink"/>
                </a:solidFill>
              </a:rPr>
              <a:t>《虚拟地理环境及其应用》</a:t>
            </a:r>
            <a:endParaRPr lang="zh-CN" altLang="en-US" sz="1200" dirty="0">
              <a:solidFill>
                <a:schemeClr val="folHlink"/>
              </a:solidFill>
            </a:endParaRPr>
          </a:p>
        </p:txBody>
      </p:sp>
      <p:pic>
        <p:nvPicPr>
          <p:cNvPr id="134147" name="Picture 2"/>
          <p:cNvPicPr>
            <a:picLocks noChangeAspect="1"/>
          </p:cNvPicPr>
          <p:nvPr>
            <p:ph/>
          </p:nvPr>
        </p:nvPicPr>
        <p:blipFill>
          <a:blip r:embed="rId1"/>
          <a:srcRect/>
          <a:stretch>
            <a:fillRect/>
          </a:stretch>
        </p:blipFill>
        <p:spPr>
          <a:xfrm>
            <a:off x="819150" y="1541463"/>
            <a:ext cx="7937500" cy="3905250"/>
          </a:xfrm>
          <a:ln/>
        </p:spPr>
      </p:pic>
    </p:spTree>
  </p:cSld>
  <p:clrMapOvr>
    <a:masterClrMapping/>
  </p:clrMapOvr>
  <p:transition>
    <p:random/>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5170" name="页脚占位符 3"/>
          <p:cNvSpPr txBox="1">
            <a:spLocks noGrp="1"/>
          </p:cNvSpPr>
          <p:nvPr>
            <p:ph type="ftr" sz="quarter" idx="3"/>
          </p:nvPr>
        </p:nvSpPr>
        <p:spPr>
          <a:xfrm>
            <a:off x="3733800" y="6570663"/>
            <a:ext cx="2590800" cy="280987"/>
          </a:xfrm>
          <a:ln/>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r>
              <a:rPr lang="zh-CN" altLang="en-US" sz="1200" dirty="0">
                <a:solidFill>
                  <a:schemeClr val="folHlink"/>
                </a:solidFill>
              </a:rPr>
              <a:t>《虚拟地理环境及其应用》</a:t>
            </a:r>
            <a:endParaRPr lang="zh-CN" altLang="en-US" sz="1200" dirty="0">
              <a:solidFill>
                <a:schemeClr val="folHlink"/>
              </a:solidFill>
            </a:endParaRPr>
          </a:p>
        </p:txBody>
      </p:sp>
      <p:sp>
        <p:nvSpPr>
          <p:cNvPr id="135171" name="Rectangle 2"/>
          <p:cNvSpPr/>
          <p:nvPr/>
        </p:nvSpPr>
        <p:spPr>
          <a:xfrm>
            <a:off x="971550" y="1893888"/>
            <a:ext cx="7272338" cy="4111625"/>
          </a:xfrm>
          <a:prstGeom prst="rect">
            <a:avLst/>
          </a:prstGeom>
          <a:noFill/>
          <a:ln w="12700">
            <a:noFill/>
          </a:ln>
        </p:spPr>
        <p:txBody>
          <a:bodyPr anchor="ctr" anchorCtr="0">
            <a:spAutoFit/>
          </a:bodyPr>
          <a:p>
            <a:r>
              <a:rPr lang="en-US" altLang="zh-CN" sz="2200" b="1" dirty="0">
                <a:latin typeface="宋体" panose="02010600030101010101" pitchFamily="2" charset="-122"/>
              </a:rPr>
              <a:t>groundColor: </a:t>
            </a:r>
            <a:r>
              <a:rPr lang="zh-CN" altLang="en-US" sz="2200" b="1" dirty="0">
                <a:latin typeface="宋体" panose="02010600030101010101" pitchFamily="2" charset="-122"/>
              </a:rPr>
              <a:t>使用</a:t>
            </a:r>
            <a:r>
              <a:rPr lang="en-US" altLang="zh-CN" sz="2200" b="1" dirty="0">
                <a:latin typeface="宋体" panose="02010600030101010101" pitchFamily="2" charset="-122"/>
              </a:rPr>
              <a:t>RGB</a:t>
            </a:r>
            <a:r>
              <a:rPr lang="zh-CN" altLang="en-US" sz="2200" b="1" dirty="0">
                <a:latin typeface="宋体" panose="02010600030101010101" pitchFamily="2" charset="-122"/>
              </a:rPr>
              <a:t>三原色去描述地面的颜色。所列出来的第</a:t>
            </a:r>
            <a:r>
              <a:rPr lang="en-US" altLang="zh-CN" sz="2200" b="1" dirty="0">
                <a:latin typeface="宋体" panose="02010600030101010101" pitchFamily="2" charset="-122"/>
              </a:rPr>
              <a:t>1</a:t>
            </a:r>
            <a:r>
              <a:rPr lang="zh-CN" altLang="en-US" sz="2200" b="1" dirty="0">
                <a:latin typeface="宋体" panose="02010600030101010101" pitchFamily="2" charset="-122"/>
              </a:rPr>
              <a:t>组字段值是水平线以下最底部的颜色，最后一组字段则是水平线以下但与水平线交界处的颜色。</a:t>
            </a:r>
            <a:endParaRPr lang="zh-CN" altLang="en-US" sz="2200" b="1" dirty="0">
              <a:latin typeface="宋体" panose="02010600030101010101" pitchFamily="2" charset="-122"/>
            </a:endParaRPr>
          </a:p>
          <a:p>
            <a:r>
              <a:rPr lang="en-US" altLang="zh-CN" sz="2200" b="1" dirty="0">
                <a:latin typeface="宋体" panose="02010600030101010101" pitchFamily="2" charset="-122"/>
              </a:rPr>
              <a:t>groundAngle: </a:t>
            </a:r>
            <a:r>
              <a:rPr lang="zh-CN" altLang="en-US" sz="2200" b="1" dirty="0">
                <a:latin typeface="宋体" panose="02010600030101010101" pitchFamily="2" charset="-122"/>
              </a:rPr>
              <a:t>字段值是浮点数，是角度以弧度为单位。每个角度值是当作连续两组</a:t>
            </a:r>
            <a:r>
              <a:rPr lang="en-US" altLang="zh-CN" sz="2200" b="1" dirty="0">
                <a:latin typeface="宋体" panose="02010600030101010101" pitchFamily="2" charset="-122"/>
              </a:rPr>
              <a:t>groundColor </a:t>
            </a:r>
            <a:r>
              <a:rPr lang="zh-CN" altLang="en-US" sz="2200" b="1" dirty="0">
                <a:latin typeface="宋体" panose="02010600030101010101" pitchFamily="2" charset="-122"/>
              </a:rPr>
              <a:t>字段值的分界。</a:t>
            </a:r>
            <a:endParaRPr lang="zh-CN" altLang="en-US" sz="2200" b="1" dirty="0">
              <a:latin typeface="宋体" panose="02010600030101010101" pitchFamily="2" charset="-122"/>
            </a:endParaRPr>
          </a:p>
          <a:p>
            <a:r>
              <a:rPr lang="en-US" altLang="zh-CN" sz="2200" b="1" dirty="0">
                <a:latin typeface="宋体" panose="02010600030101010101" pitchFamily="2" charset="-122"/>
              </a:rPr>
              <a:t>skyColor: </a:t>
            </a:r>
            <a:r>
              <a:rPr lang="zh-CN" altLang="en-US" sz="2200" b="1" dirty="0">
                <a:latin typeface="宋体" panose="02010600030101010101" pitchFamily="2" charset="-122"/>
              </a:rPr>
              <a:t>用</a:t>
            </a:r>
            <a:r>
              <a:rPr lang="en-US" altLang="zh-CN" sz="2200" b="1" dirty="0">
                <a:latin typeface="宋体" panose="02010600030101010101" pitchFamily="2" charset="-122"/>
              </a:rPr>
              <a:t>RGB</a:t>
            </a:r>
            <a:r>
              <a:rPr lang="zh-CN" altLang="en-US" sz="2200" b="1" dirty="0">
                <a:latin typeface="宋体" panose="02010600030101010101" pitchFamily="2" charset="-122"/>
              </a:rPr>
              <a:t>三原色去描述地面的颜色。所列出来的第</a:t>
            </a:r>
            <a:r>
              <a:rPr lang="en-US" altLang="zh-CN" sz="2200" b="1" dirty="0">
                <a:latin typeface="宋体" panose="02010600030101010101" pitchFamily="2" charset="-122"/>
              </a:rPr>
              <a:t>1</a:t>
            </a:r>
            <a:r>
              <a:rPr lang="zh-CN" altLang="en-US" sz="2200" b="1" dirty="0">
                <a:latin typeface="宋体" panose="02010600030101010101" pitchFamily="2" charset="-122"/>
              </a:rPr>
              <a:t>组字段值是水平线以上最顶部的颜色，最后一组字段则是水平线以上但与水平线交界处的颜色。</a:t>
            </a:r>
            <a:endParaRPr lang="zh-CN" altLang="en-US" sz="2200" b="1" dirty="0">
              <a:latin typeface="宋体" panose="02010600030101010101" pitchFamily="2" charset="-122"/>
            </a:endParaRPr>
          </a:p>
          <a:p>
            <a:r>
              <a:rPr lang="en-US" altLang="zh-CN" sz="2200" b="1" dirty="0">
                <a:latin typeface="宋体" panose="02010600030101010101" pitchFamily="2" charset="-122"/>
              </a:rPr>
              <a:t>skyAngle:  </a:t>
            </a:r>
            <a:endParaRPr lang="en-US" altLang="zh-CN" sz="2200" b="1" dirty="0">
              <a:latin typeface="宋体" panose="02010600030101010101" pitchFamily="2" charset="-122"/>
            </a:endParaRPr>
          </a:p>
          <a:p>
            <a:r>
              <a:rPr lang="en-US" altLang="zh-CN" sz="2200" b="1" dirty="0">
                <a:latin typeface="宋体" panose="02010600030101010101" pitchFamily="2" charset="-122"/>
              </a:rPr>
              <a:t>frontUrl. backUrl. rightUrl. LeftUrl. topUrl</a:t>
            </a:r>
            <a:r>
              <a:rPr lang="zh-CN" altLang="en-US" sz="2200" b="1" dirty="0">
                <a:latin typeface="宋体" panose="02010600030101010101" pitchFamily="2" charset="-122"/>
              </a:rPr>
              <a:t>和</a:t>
            </a:r>
            <a:r>
              <a:rPr lang="en-US" altLang="zh-CN" sz="2200" b="1" dirty="0">
                <a:latin typeface="宋体" panose="02010600030101010101" pitchFamily="2" charset="-122"/>
              </a:rPr>
              <a:t>bottomUrl</a:t>
            </a:r>
            <a:r>
              <a:rPr lang="zh-CN" altLang="en-US" sz="2200" b="1" dirty="0">
                <a:latin typeface="宋体" panose="02010600030101010101" pitchFamily="2" charset="-122"/>
              </a:rPr>
              <a:t>这六个字段可以各自引入一张图片。</a:t>
            </a:r>
            <a:endParaRPr lang="zh-CN" altLang="en-US" sz="2200" b="1" dirty="0">
              <a:latin typeface="宋体" panose="02010600030101010101" pitchFamily="2" charset="-122"/>
            </a:endParaRPr>
          </a:p>
          <a:p>
            <a:r>
              <a:rPr lang="zh-CN" altLang="en-US" sz="2200" b="1" dirty="0">
                <a:latin typeface="宋体" panose="02010600030101010101" pitchFamily="2" charset="-122"/>
              </a:rPr>
              <a:t>示例</a:t>
            </a:r>
            <a:r>
              <a:rPr lang="en-US" altLang="zh-CN" sz="2200" b="1" dirty="0">
                <a:latin typeface="宋体" panose="02010600030101010101" pitchFamily="2" charset="-122"/>
              </a:rPr>
              <a:t>7-1,7-2</a:t>
            </a:r>
            <a:endParaRPr lang="en-US" altLang="zh-CN" sz="2200" b="1" dirty="0">
              <a:solidFill>
                <a:schemeClr val="bg1"/>
              </a:solidFill>
              <a:latin typeface="宋体" panose="02010600030101010101" pitchFamily="2" charset="-122"/>
            </a:endParaRPr>
          </a:p>
        </p:txBody>
      </p:sp>
      <p:sp>
        <p:nvSpPr>
          <p:cNvPr id="135172" name="Rectangle 3"/>
          <p:cNvSpPr/>
          <p:nvPr/>
        </p:nvSpPr>
        <p:spPr>
          <a:xfrm>
            <a:off x="1403350" y="908050"/>
            <a:ext cx="4537075" cy="457200"/>
          </a:xfrm>
          <a:prstGeom prst="rect">
            <a:avLst/>
          </a:prstGeom>
          <a:noFill/>
          <a:ln w="9525">
            <a:noFill/>
          </a:ln>
        </p:spPr>
        <p:txBody>
          <a:bodyPr wrap="none">
            <a:spAutoFit/>
          </a:bodyPr>
          <a:p>
            <a:pPr eaLnBrk="1" hangingPunct="1"/>
            <a:r>
              <a:rPr lang="zh-CN" altLang="en-US" b="1" dirty="0">
                <a:latin typeface="Times New Roman" panose="02020603050405020304" pitchFamily="18" charset="0"/>
              </a:rPr>
              <a:t>控制背景的节点</a:t>
            </a:r>
            <a:r>
              <a:rPr lang="en-US" altLang="zh-CN" b="1" dirty="0">
                <a:latin typeface="Times New Roman" panose="02020603050405020304" pitchFamily="18" charset="0"/>
              </a:rPr>
              <a:t>------Background</a:t>
            </a:r>
            <a:endParaRPr lang="zh-CN" altLang="en-US" b="1" dirty="0">
              <a:latin typeface="Times New Roman" panose="02020603050405020304" pitchFamily="18" charset="0"/>
            </a:endParaRPr>
          </a:p>
        </p:txBody>
      </p:sp>
    </p:spTree>
  </p:cSld>
  <p:clrMapOvr>
    <a:masterClrMapping/>
  </p:clrMapOvr>
  <p:transition>
    <p:random/>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6194" name="页脚占位符 3"/>
          <p:cNvSpPr txBox="1">
            <a:spLocks noGrp="1"/>
          </p:cNvSpPr>
          <p:nvPr>
            <p:ph type="ftr" sz="quarter" idx="3"/>
          </p:nvPr>
        </p:nvSpPr>
        <p:spPr>
          <a:xfrm>
            <a:off x="3733800" y="6570663"/>
            <a:ext cx="2590800" cy="280987"/>
          </a:xfrm>
          <a:ln/>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r>
              <a:rPr lang="zh-CN" altLang="en-US" sz="1200" dirty="0">
                <a:solidFill>
                  <a:schemeClr val="folHlink"/>
                </a:solidFill>
              </a:rPr>
              <a:t>《虚拟地理环境及其应用》</a:t>
            </a:r>
            <a:endParaRPr lang="zh-CN" altLang="en-US" sz="1200" dirty="0">
              <a:solidFill>
                <a:schemeClr val="folHlink"/>
              </a:solidFill>
            </a:endParaRPr>
          </a:p>
        </p:txBody>
      </p:sp>
      <p:sp>
        <p:nvSpPr>
          <p:cNvPr id="136195" name="Rectangle 2"/>
          <p:cNvSpPr/>
          <p:nvPr/>
        </p:nvSpPr>
        <p:spPr>
          <a:xfrm>
            <a:off x="611188" y="1735138"/>
            <a:ext cx="7993062" cy="4476750"/>
          </a:xfrm>
          <a:prstGeom prst="rect">
            <a:avLst/>
          </a:prstGeom>
          <a:noFill/>
          <a:ln w="12700">
            <a:noFill/>
          </a:ln>
        </p:spPr>
        <p:txBody>
          <a:bodyPr anchor="ctr" anchorCtr="0">
            <a:spAutoFit/>
          </a:bodyPr>
          <a:p>
            <a:r>
              <a:rPr lang="zh-CN" altLang="en-US" sz="2200" b="1" dirty="0">
                <a:latin typeface="宋体" panose="02010600030101010101" pitchFamily="2" charset="-122"/>
              </a:rPr>
              <a:t>该节点有两个重要控制条件，一个是颜色，一个是浓度。</a:t>
            </a:r>
            <a:endParaRPr lang="zh-CN" altLang="en-US" sz="2200" b="1" dirty="0">
              <a:latin typeface="宋体" panose="02010600030101010101" pitchFamily="2" charset="-122"/>
            </a:endParaRPr>
          </a:p>
          <a:p>
            <a:r>
              <a:rPr lang="zh-CN" altLang="en-US" sz="2200" b="1" dirty="0">
                <a:latin typeface="宋体" panose="02010600030101010101" pitchFamily="2" charset="-122"/>
              </a:rPr>
              <a:t>字段：</a:t>
            </a:r>
            <a:endParaRPr lang="zh-CN" altLang="en-US" sz="2200" b="1" dirty="0">
              <a:latin typeface="宋体" panose="02010600030101010101" pitchFamily="2" charset="-122"/>
            </a:endParaRPr>
          </a:p>
          <a:p>
            <a:r>
              <a:rPr lang="en-US" altLang="zh-CN" sz="2200" b="1" dirty="0">
                <a:latin typeface="宋体" panose="02010600030101010101" pitchFamily="2" charset="-122"/>
              </a:rPr>
              <a:t>Color: </a:t>
            </a:r>
            <a:r>
              <a:rPr lang="zh-CN" altLang="en-US" sz="2200" b="1" dirty="0">
                <a:latin typeface="宋体" panose="02010600030101010101" pitchFamily="2" charset="-122"/>
              </a:rPr>
              <a:t>该字段有来定义雾的颜色，使用</a:t>
            </a:r>
            <a:r>
              <a:rPr lang="en-US" altLang="zh-CN" sz="2200" b="1" dirty="0">
                <a:latin typeface="宋体" panose="02010600030101010101" pitchFamily="2" charset="-122"/>
              </a:rPr>
              <a:t>RGB</a:t>
            </a:r>
            <a:r>
              <a:rPr lang="zh-CN" altLang="en-US" sz="2200" b="1" dirty="0">
                <a:latin typeface="宋体" panose="02010600030101010101" pitchFamily="2" charset="-122"/>
              </a:rPr>
              <a:t>。</a:t>
            </a:r>
            <a:endParaRPr lang="zh-CN" altLang="en-US" sz="2200" b="1" dirty="0">
              <a:latin typeface="宋体" panose="02010600030101010101" pitchFamily="2" charset="-122"/>
            </a:endParaRPr>
          </a:p>
          <a:p>
            <a:r>
              <a:rPr lang="en-US" altLang="zh-CN" sz="2200" b="1" dirty="0">
                <a:latin typeface="宋体" panose="02010600030101010101" pitchFamily="2" charset="-122"/>
              </a:rPr>
              <a:t>fogType: </a:t>
            </a:r>
            <a:r>
              <a:rPr lang="zh-CN" altLang="en-US" sz="2200" b="1" dirty="0">
                <a:latin typeface="宋体" panose="02010600030101010101" pitchFamily="2" charset="-122"/>
              </a:rPr>
              <a:t>选择雾的浓度是以线性（</a:t>
            </a:r>
            <a:r>
              <a:rPr lang="en-US" altLang="zh-CN" sz="2200" b="1" dirty="0">
                <a:latin typeface="宋体" panose="02010600030101010101" pitchFamily="2" charset="-122"/>
              </a:rPr>
              <a:t>LINAER</a:t>
            </a:r>
            <a:r>
              <a:rPr lang="zh-CN" altLang="en-US" sz="2200" b="1" dirty="0">
                <a:latin typeface="宋体" panose="02010600030101010101" pitchFamily="2" charset="-122"/>
              </a:rPr>
              <a:t>）还是以指数</a:t>
            </a:r>
            <a:r>
              <a:rPr lang="en-US" altLang="zh-CN" sz="2200" b="1" dirty="0">
                <a:latin typeface="宋体" panose="02010600030101010101" pitchFamily="2" charset="-122"/>
              </a:rPr>
              <a:t>(EXPONENTIAL)</a:t>
            </a:r>
            <a:r>
              <a:rPr lang="zh-CN" altLang="en-US" sz="2200" b="1" dirty="0">
                <a:latin typeface="宋体" panose="02010600030101010101" pitchFamily="2" charset="-122"/>
              </a:rPr>
              <a:t>增长。默认值为线性</a:t>
            </a:r>
            <a:endParaRPr lang="zh-CN" altLang="en-US" sz="2200" b="1" dirty="0">
              <a:latin typeface="宋体" panose="02010600030101010101" pitchFamily="2" charset="-122"/>
            </a:endParaRPr>
          </a:p>
          <a:p>
            <a:r>
              <a:rPr lang="en-US" altLang="zh-CN" sz="2200" b="1" dirty="0">
                <a:latin typeface="宋体" panose="02010600030101010101" pitchFamily="2" charset="-122"/>
              </a:rPr>
              <a:t>visibilityRange: </a:t>
            </a:r>
            <a:r>
              <a:rPr lang="zh-CN" altLang="en-US" sz="2200" b="1" dirty="0">
                <a:latin typeface="宋体" panose="02010600030101010101" pitchFamily="2" charset="-122"/>
              </a:rPr>
              <a:t>定义能见度的距离，也就是观看者透过雾所能看到最远的虚拟物体距离。若为</a:t>
            </a:r>
            <a:r>
              <a:rPr lang="en-US" altLang="zh-CN" sz="2200" b="1" dirty="0">
                <a:latin typeface="宋体" panose="02010600030101010101" pitchFamily="2" charset="-122"/>
              </a:rPr>
              <a:t>0</a:t>
            </a:r>
            <a:r>
              <a:rPr lang="zh-CN" altLang="en-US" sz="2200" b="1" dirty="0">
                <a:latin typeface="宋体" panose="02010600030101010101" pitchFamily="2" charset="-122"/>
              </a:rPr>
              <a:t>或小于</a:t>
            </a:r>
            <a:r>
              <a:rPr lang="en-US" altLang="zh-CN" sz="2200" b="1" dirty="0">
                <a:latin typeface="宋体" panose="02010600030101010101" pitchFamily="2" charset="-122"/>
              </a:rPr>
              <a:t>0</a:t>
            </a:r>
            <a:r>
              <a:rPr lang="zh-CN" altLang="en-US" sz="2200" b="1" dirty="0">
                <a:latin typeface="宋体" panose="02010600030101010101" pitchFamily="2" charset="-122"/>
              </a:rPr>
              <a:t>则表示没有雾。默认值为</a:t>
            </a:r>
            <a:r>
              <a:rPr lang="en-US" altLang="zh-CN" sz="2200" b="1" dirty="0">
                <a:latin typeface="宋体" panose="02010600030101010101" pitchFamily="2" charset="-122"/>
              </a:rPr>
              <a:t>0.</a:t>
            </a:r>
            <a:endParaRPr lang="en-US" altLang="zh-CN" sz="2200" b="1" dirty="0">
              <a:latin typeface="宋体" panose="02010600030101010101" pitchFamily="2" charset="-122"/>
            </a:endParaRPr>
          </a:p>
          <a:p>
            <a:r>
              <a:rPr lang="en-US" altLang="zh-CN" sz="2200" b="1" dirty="0">
                <a:latin typeface="宋体" panose="02010600030101010101" pitchFamily="2" charset="-122"/>
              </a:rPr>
              <a:t>set_bind: </a:t>
            </a:r>
            <a:r>
              <a:rPr lang="zh-CN" altLang="en-US" sz="2200" b="1" dirty="0">
                <a:latin typeface="宋体" panose="02010600030101010101" pitchFamily="2" charset="-122"/>
              </a:rPr>
              <a:t>该事件是</a:t>
            </a:r>
            <a:r>
              <a:rPr lang="en-US" altLang="zh-CN" sz="2200" b="1" dirty="0">
                <a:latin typeface="宋体" panose="02010600030101010101" pitchFamily="2" charset="-122"/>
              </a:rPr>
              <a:t>eventIn</a:t>
            </a:r>
            <a:r>
              <a:rPr lang="zh-CN" altLang="en-US" sz="2200" b="1" dirty="0">
                <a:latin typeface="宋体" panose="02010600030101010101" pitchFamily="2" charset="-122"/>
              </a:rPr>
              <a:t>事件，决定</a:t>
            </a:r>
            <a:r>
              <a:rPr lang="en-US" altLang="zh-CN" sz="2200" b="1" dirty="0">
                <a:latin typeface="宋体" panose="02010600030101010101" pitchFamily="2" charset="-122"/>
              </a:rPr>
              <a:t>Fog</a:t>
            </a:r>
            <a:r>
              <a:rPr lang="zh-CN" altLang="en-US" sz="2200" b="1" dirty="0">
                <a:latin typeface="宋体" panose="02010600030101010101" pitchFamily="2" charset="-122"/>
              </a:rPr>
              <a:t>节点为目前使用中的节点。</a:t>
            </a:r>
            <a:endParaRPr lang="zh-CN" altLang="en-US" sz="2200" b="1" dirty="0">
              <a:latin typeface="宋体" panose="02010600030101010101" pitchFamily="2" charset="-122"/>
            </a:endParaRPr>
          </a:p>
          <a:p>
            <a:r>
              <a:rPr lang="en-US" altLang="zh-CN" sz="2200" b="1" dirty="0">
                <a:latin typeface="宋体" panose="02010600030101010101" pitchFamily="2" charset="-122"/>
              </a:rPr>
              <a:t>sBound</a:t>
            </a:r>
            <a:r>
              <a:rPr lang="zh-CN" altLang="en-US" sz="2200" b="1" dirty="0">
                <a:latin typeface="宋体" panose="02010600030101010101" pitchFamily="2" charset="-122"/>
              </a:rPr>
              <a:t>：该事件是</a:t>
            </a:r>
            <a:r>
              <a:rPr lang="en-US" altLang="zh-CN" sz="2200" b="1" dirty="0">
                <a:latin typeface="宋体" panose="02010600030101010101" pitchFamily="2" charset="-122"/>
              </a:rPr>
              <a:t>eventOut</a:t>
            </a:r>
            <a:r>
              <a:rPr lang="zh-CN" altLang="en-US" sz="2200" b="1" dirty="0">
                <a:latin typeface="宋体" panose="02010600030101010101" pitchFamily="2" charset="-122"/>
              </a:rPr>
              <a:t>事件，决定目前的节点是受限制的（</a:t>
            </a:r>
            <a:r>
              <a:rPr lang="en-US" altLang="zh-CN" sz="2200" b="1" dirty="0">
                <a:latin typeface="宋体" panose="02010600030101010101" pitchFamily="2" charset="-122"/>
              </a:rPr>
              <a:t>TRUE</a:t>
            </a:r>
            <a:r>
              <a:rPr lang="zh-CN" altLang="en-US" sz="2200" b="1" dirty="0">
                <a:latin typeface="宋体" panose="02010600030101010101" pitchFamily="2" charset="-122"/>
              </a:rPr>
              <a:t>）不受限制的（</a:t>
            </a:r>
            <a:r>
              <a:rPr lang="en-US" altLang="zh-CN" sz="2200" b="1" dirty="0">
                <a:latin typeface="宋体" panose="02010600030101010101" pitchFamily="2" charset="-122"/>
              </a:rPr>
              <a:t>FALSE</a:t>
            </a:r>
            <a:r>
              <a:rPr lang="zh-CN" altLang="en-US" sz="2200" b="1" dirty="0">
                <a:latin typeface="宋体" panose="02010600030101010101" pitchFamily="2" charset="-122"/>
              </a:rPr>
              <a:t>）</a:t>
            </a:r>
            <a:endParaRPr lang="zh-CN" altLang="en-US" sz="2200" b="1" dirty="0">
              <a:latin typeface="宋体" panose="02010600030101010101" pitchFamily="2" charset="-122"/>
            </a:endParaRPr>
          </a:p>
          <a:p>
            <a:r>
              <a:rPr lang="zh-CN" altLang="en-US" b="1" dirty="0">
                <a:latin typeface="Times New Roman" panose="02020603050405020304" pitchFamily="18" charset="0"/>
              </a:rPr>
              <a:t>示例</a:t>
            </a:r>
            <a:r>
              <a:rPr lang="en-US" altLang="zh-CN" b="1" dirty="0">
                <a:latin typeface="Times New Roman" panose="02020603050405020304" pitchFamily="18" charset="0"/>
              </a:rPr>
              <a:t>7-3</a:t>
            </a:r>
            <a:endParaRPr lang="zh-CN" altLang="en-US" b="1" dirty="0">
              <a:latin typeface="Times New Roman" panose="02020603050405020304" pitchFamily="18" charset="0"/>
            </a:endParaRPr>
          </a:p>
        </p:txBody>
      </p:sp>
      <p:sp>
        <p:nvSpPr>
          <p:cNvPr id="136196" name="Rectangle 3"/>
          <p:cNvSpPr/>
          <p:nvPr/>
        </p:nvSpPr>
        <p:spPr>
          <a:xfrm>
            <a:off x="1403350" y="836613"/>
            <a:ext cx="3097213" cy="457200"/>
          </a:xfrm>
          <a:prstGeom prst="rect">
            <a:avLst/>
          </a:prstGeom>
          <a:noFill/>
          <a:ln w="9525">
            <a:noFill/>
          </a:ln>
        </p:spPr>
        <p:txBody>
          <a:bodyPr wrap="none">
            <a:spAutoFit/>
          </a:bodyPr>
          <a:p>
            <a:r>
              <a:rPr lang="zh-CN" altLang="en-US" b="1" dirty="0">
                <a:latin typeface="Times New Roman" panose="02020603050405020304" pitchFamily="18" charset="0"/>
              </a:rPr>
              <a:t>二、 雾化节点</a:t>
            </a:r>
            <a:r>
              <a:rPr lang="en-US" altLang="zh-CN" b="1" dirty="0">
                <a:latin typeface="Times New Roman" panose="02020603050405020304" pitchFamily="18" charset="0"/>
              </a:rPr>
              <a:t>-----Fog</a:t>
            </a:r>
            <a:endParaRPr lang="en-US" altLang="zh-CN" b="1" dirty="0">
              <a:latin typeface="Times New Roman" panose="02020603050405020304" pitchFamily="18" charset="0"/>
            </a:endParaRPr>
          </a:p>
        </p:txBody>
      </p:sp>
    </p:spTree>
  </p:cSld>
  <p:clrMapOvr>
    <a:masterClrMapping/>
  </p:clrMapOvr>
  <p:transition>
    <p:random/>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7218" name="页脚占位符 3"/>
          <p:cNvSpPr txBox="1">
            <a:spLocks noGrp="1"/>
          </p:cNvSpPr>
          <p:nvPr>
            <p:ph type="ftr" sz="quarter" idx="3"/>
          </p:nvPr>
        </p:nvSpPr>
        <p:spPr>
          <a:xfrm>
            <a:off x="3733800" y="6570663"/>
            <a:ext cx="2590800" cy="280987"/>
          </a:xfrm>
          <a:ln/>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r>
              <a:rPr lang="zh-CN" altLang="en-US" sz="1200" dirty="0">
                <a:solidFill>
                  <a:schemeClr val="folHlink"/>
                </a:solidFill>
              </a:rPr>
              <a:t>《虚拟地理环境及其应用》</a:t>
            </a:r>
            <a:endParaRPr lang="zh-CN" altLang="en-US" sz="1200" dirty="0">
              <a:solidFill>
                <a:schemeClr val="folHlink"/>
              </a:solidFill>
            </a:endParaRPr>
          </a:p>
        </p:txBody>
      </p:sp>
      <p:sp>
        <p:nvSpPr>
          <p:cNvPr id="137219" name="Rectangle 2"/>
          <p:cNvSpPr/>
          <p:nvPr/>
        </p:nvSpPr>
        <p:spPr>
          <a:xfrm>
            <a:off x="611188" y="1941513"/>
            <a:ext cx="8104187" cy="4111625"/>
          </a:xfrm>
          <a:prstGeom prst="rect">
            <a:avLst/>
          </a:prstGeom>
          <a:noFill/>
          <a:ln w="12700">
            <a:noFill/>
          </a:ln>
        </p:spPr>
        <p:txBody>
          <a:bodyPr anchor="ctr" anchorCtr="0">
            <a:spAutoFit/>
          </a:bodyPr>
          <a:p>
            <a:r>
              <a:rPr lang="zh-CN" altLang="en-US" sz="2200" b="1" dirty="0">
                <a:latin typeface="宋体" panose="02010600030101010101" pitchFamily="2" charset="-122"/>
              </a:rPr>
              <a:t>功能</a:t>
            </a:r>
            <a:r>
              <a:rPr lang="en-US" altLang="zh-CN" sz="2200" b="1" dirty="0">
                <a:latin typeface="宋体" panose="02010600030101010101" pitchFamily="2" charset="-122"/>
              </a:rPr>
              <a:t>:</a:t>
            </a:r>
            <a:r>
              <a:rPr lang="zh-CN" altLang="en-US" sz="2200" b="1" dirty="0">
                <a:latin typeface="宋体" panose="02010600030101010101" pitchFamily="2" charset="-122"/>
              </a:rPr>
              <a:t>是一个点光源，光线来自于一个点，光线由此点朝四面八方呈辐射状发散出去。</a:t>
            </a:r>
            <a:endParaRPr lang="zh-CN" altLang="en-US" sz="2200" b="1" dirty="0">
              <a:latin typeface="宋体" panose="02010600030101010101" pitchFamily="2" charset="-122"/>
            </a:endParaRPr>
          </a:p>
          <a:p>
            <a:r>
              <a:rPr lang="zh-CN" altLang="en-US" sz="2200" b="1" dirty="0">
                <a:latin typeface="宋体" panose="02010600030101010101" pitchFamily="2" charset="-122"/>
              </a:rPr>
              <a:t>节点可以控制光源的位置及光线的强度和颜色，使虚拟现实不再黑暗，可以用来模拟太阳和汽车大灯等类似点光源的发光物，使虚拟现实成为一个光明的现实。</a:t>
            </a:r>
            <a:endParaRPr lang="zh-CN" altLang="en-US" sz="2200" b="1" dirty="0">
              <a:latin typeface="宋体" panose="02010600030101010101" pitchFamily="2" charset="-122"/>
            </a:endParaRPr>
          </a:p>
          <a:p>
            <a:r>
              <a:rPr lang="zh-CN" altLang="en-US" sz="2200" b="1" dirty="0">
                <a:latin typeface="宋体" panose="02010600030101010101" pitchFamily="2" charset="-122"/>
              </a:rPr>
              <a:t>字段：</a:t>
            </a:r>
            <a:endParaRPr lang="zh-CN" altLang="en-US" sz="2200" b="1" dirty="0">
              <a:latin typeface="宋体" panose="02010600030101010101" pitchFamily="2" charset="-122"/>
            </a:endParaRPr>
          </a:p>
          <a:p>
            <a:r>
              <a:rPr lang="en-US" altLang="zh-CN" sz="2200" b="1" dirty="0">
                <a:latin typeface="宋体" panose="02010600030101010101" pitchFamily="2" charset="-122"/>
              </a:rPr>
              <a:t>ambientIntensity: </a:t>
            </a:r>
            <a:r>
              <a:rPr lang="zh-CN" altLang="en-US" sz="2200" b="1" dirty="0">
                <a:latin typeface="宋体" panose="02010600030101010101" pitchFamily="2" charset="-122"/>
              </a:rPr>
              <a:t>控制光源对于虚拟现实中虚拟物件四周光线的影响程度。默认值为</a:t>
            </a:r>
            <a:r>
              <a:rPr lang="en-US" altLang="zh-CN" sz="2200" b="1" dirty="0">
                <a:latin typeface="宋体" panose="02010600030101010101" pitchFamily="2" charset="-122"/>
              </a:rPr>
              <a:t>0</a:t>
            </a:r>
            <a:r>
              <a:rPr lang="zh-CN" altLang="en-US" sz="2200" b="1" dirty="0">
                <a:latin typeface="宋体" panose="02010600030101010101" pitchFamily="2" charset="-122"/>
              </a:rPr>
              <a:t>，表示完全不受影响，最大值为</a:t>
            </a:r>
            <a:r>
              <a:rPr lang="en-US" altLang="zh-CN" sz="2200" b="1" dirty="0">
                <a:latin typeface="宋体" panose="02010600030101010101" pitchFamily="2" charset="-122"/>
              </a:rPr>
              <a:t>1.0</a:t>
            </a:r>
            <a:r>
              <a:rPr lang="zh-CN" altLang="en-US" sz="2200" b="1" dirty="0">
                <a:latin typeface="宋体" panose="02010600030101010101" pitchFamily="2" charset="-122"/>
              </a:rPr>
              <a:t>，表示完全受影响。物体上任一点的光强反比于</a:t>
            </a:r>
            <a:r>
              <a:rPr lang="en-US" altLang="zh-CN" sz="2200" b="1" dirty="0">
                <a:latin typeface="宋体" panose="02010600030101010101" pitchFamily="2" charset="-122"/>
              </a:rPr>
              <a:t>attenuaion[0]+attenuation[1]*R+attenuation[2]*R*R</a:t>
            </a:r>
            <a:r>
              <a:rPr lang="zh-CN" altLang="en-US" sz="2200" b="1" dirty="0">
                <a:latin typeface="宋体" panose="02010600030101010101" pitchFamily="2" charset="-122"/>
              </a:rPr>
              <a:t>。其中</a:t>
            </a:r>
            <a:r>
              <a:rPr lang="en-US" altLang="zh-CN" sz="2200" b="1" dirty="0">
                <a:latin typeface="宋体" panose="02010600030101010101" pitchFamily="2" charset="-122"/>
              </a:rPr>
              <a:t>R</a:t>
            </a:r>
            <a:r>
              <a:rPr lang="zh-CN" altLang="en-US" sz="2200" b="1" dirty="0">
                <a:latin typeface="宋体" panose="02010600030101010101" pitchFamily="2" charset="-122"/>
              </a:rPr>
              <a:t>是被照射面与光源的距离。</a:t>
            </a:r>
            <a:endParaRPr lang="zh-CN" altLang="en-US" sz="2200" b="1" dirty="0">
              <a:latin typeface="宋体" panose="02010600030101010101" pitchFamily="2" charset="-122"/>
            </a:endParaRPr>
          </a:p>
          <a:p>
            <a:endParaRPr lang="zh-CN" altLang="en-US" sz="2200" b="1" dirty="0">
              <a:solidFill>
                <a:schemeClr val="bg1"/>
              </a:solidFill>
              <a:latin typeface="宋体" panose="02010600030101010101" pitchFamily="2" charset="-122"/>
            </a:endParaRPr>
          </a:p>
        </p:txBody>
      </p:sp>
      <p:sp>
        <p:nvSpPr>
          <p:cNvPr id="137220" name="Rectangle 3"/>
          <p:cNvSpPr/>
          <p:nvPr/>
        </p:nvSpPr>
        <p:spPr>
          <a:xfrm>
            <a:off x="1403350" y="692150"/>
            <a:ext cx="4343400" cy="457200"/>
          </a:xfrm>
          <a:prstGeom prst="rect">
            <a:avLst/>
          </a:prstGeom>
          <a:noFill/>
          <a:ln w="9525">
            <a:noFill/>
          </a:ln>
        </p:spPr>
        <p:txBody>
          <a:bodyPr wrap="none">
            <a:spAutoFit/>
          </a:bodyPr>
          <a:p>
            <a:r>
              <a:rPr lang="zh-CN" altLang="en-US" b="1" dirty="0">
                <a:latin typeface="Times New Roman" panose="02020603050405020304" pitchFamily="18" charset="0"/>
              </a:rPr>
              <a:t>三、点光源节点</a:t>
            </a:r>
            <a:r>
              <a:rPr lang="en-US" altLang="zh-CN" b="1" dirty="0">
                <a:latin typeface="Times New Roman" panose="02020603050405020304" pitchFamily="18" charset="0"/>
              </a:rPr>
              <a:t>------PointLight</a:t>
            </a:r>
            <a:endParaRPr lang="en-US" altLang="zh-CN" b="1" dirty="0">
              <a:latin typeface="Times New Roman" panose="02020603050405020304" pitchFamily="18" charset="0"/>
            </a:endParaRPr>
          </a:p>
        </p:txBody>
      </p:sp>
    </p:spTree>
  </p:cSld>
  <p:clrMapOvr>
    <a:masterClrMapping/>
  </p:clrMapOvr>
  <p:transition>
    <p:random/>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8242" name="页脚占位符 3"/>
          <p:cNvSpPr txBox="1">
            <a:spLocks noGrp="1"/>
          </p:cNvSpPr>
          <p:nvPr>
            <p:ph type="ftr" sz="quarter" idx="3"/>
          </p:nvPr>
        </p:nvSpPr>
        <p:spPr>
          <a:xfrm>
            <a:off x="3733800" y="6570663"/>
            <a:ext cx="2590800" cy="280987"/>
          </a:xfrm>
          <a:ln/>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r>
              <a:rPr lang="zh-CN" altLang="en-US" sz="1200" dirty="0">
                <a:solidFill>
                  <a:schemeClr val="folHlink"/>
                </a:solidFill>
              </a:rPr>
              <a:t>《虚拟地理环境及其应用》</a:t>
            </a:r>
            <a:endParaRPr lang="zh-CN" altLang="en-US" sz="1200" dirty="0">
              <a:solidFill>
                <a:schemeClr val="folHlink"/>
              </a:solidFill>
            </a:endParaRPr>
          </a:p>
        </p:txBody>
      </p:sp>
      <p:sp>
        <p:nvSpPr>
          <p:cNvPr id="138243" name="Rectangle 2"/>
          <p:cNvSpPr/>
          <p:nvPr/>
        </p:nvSpPr>
        <p:spPr>
          <a:xfrm>
            <a:off x="684213" y="2060575"/>
            <a:ext cx="7812087" cy="4141788"/>
          </a:xfrm>
          <a:prstGeom prst="rect">
            <a:avLst/>
          </a:prstGeom>
          <a:noFill/>
          <a:ln w="12700">
            <a:noFill/>
          </a:ln>
        </p:spPr>
        <p:txBody>
          <a:bodyPr>
            <a:spAutoFit/>
          </a:bodyPr>
          <a:p>
            <a:r>
              <a:rPr lang="en-US" altLang="zh-CN" sz="2200" b="1" dirty="0">
                <a:latin typeface="宋体" panose="02010600030101010101" pitchFamily="2" charset="-122"/>
              </a:rPr>
              <a:t>Attenuation: </a:t>
            </a:r>
            <a:r>
              <a:rPr lang="zh-CN" altLang="en-US" sz="2200" b="1" dirty="0">
                <a:latin typeface="宋体" panose="02010600030101010101" pitchFamily="2" charset="-122"/>
              </a:rPr>
              <a:t>控制光线衰减的方式。第一个值表示光线维持一定，不会衰减，第二个值控制光线的衰减呈线性方式（与距离成反比），第三个值则让光线以二次式的方式衰减（与距离平方成反比），而第三个值是最接近现实世界的，也是最耗内存最慢的一种方式。默认值为（</a:t>
            </a:r>
            <a:r>
              <a:rPr lang="en-US" altLang="zh-CN" sz="2200" b="1" dirty="0">
                <a:latin typeface="宋体" panose="02010600030101010101" pitchFamily="2" charset="-122"/>
              </a:rPr>
              <a:t>1</a:t>
            </a:r>
            <a:r>
              <a:rPr lang="zh-CN" altLang="en-US" sz="2200" b="1" dirty="0">
                <a:latin typeface="宋体" panose="02010600030101010101" pitchFamily="2" charset="-122"/>
              </a:rPr>
              <a:t>，</a:t>
            </a:r>
            <a:r>
              <a:rPr lang="en-US" altLang="zh-CN" sz="2200" b="1" dirty="0">
                <a:latin typeface="宋体" panose="02010600030101010101" pitchFamily="2" charset="-122"/>
              </a:rPr>
              <a:t>0</a:t>
            </a:r>
            <a:r>
              <a:rPr lang="zh-CN" altLang="en-US" sz="2200" b="1" dirty="0">
                <a:latin typeface="宋体" panose="02010600030101010101" pitchFamily="2" charset="-122"/>
              </a:rPr>
              <a:t>，</a:t>
            </a:r>
            <a:r>
              <a:rPr lang="en-US" altLang="zh-CN" sz="2200" b="1" dirty="0">
                <a:latin typeface="宋体" panose="02010600030101010101" pitchFamily="2" charset="-122"/>
              </a:rPr>
              <a:t>0</a:t>
            </a:r>
            <a:r>
              <a:rPr lang="zh-CN" altLang="en-US" sz="2200" b="1" dirty="0">
                <a:latin typeface="宋体" panose="02010600030101010101" pitchFamily="2" charset="-122"/>
              </a:rPr>
              <a:t>）</a:t>
            </a:r>
            <a:endParaRPr lang="en-US" altLang="zh-CN" sz="2200" b="1" dirty="0">
              <a:latin typeface="宋体" panose="02010600030101010101" pitchFamily="2" charset="-122"/>
            </a:endParaRPr>
          </a:p>
          <a:p>
            <a:r>
              <a:rPr lang="en-US" altLang="zh-CN" sz="2200" b="1" dirty="0">
                <a:latin typeface="宋体" panose="02010600030101010101" pitchFamily="2" charset="-122"/>
              </a:rPr>
              <a:t>Color: </a:t>
            </a:r>
            <a:r>
              <a:rPr lang="zh-CN" altLang="en-US" sz="2200" b="1" dirty="0">
                <a:latin typeface="宋体" panose="02010600030101010101" pitchFamily="2" charset="-122"/>
              </a:rPr>
              <a:t>以</a:t>
            </a:r>
            <a:r>
              <a:rPr lang="en-US" altLang="zh-CN" sz="2200" b="1" dirty="0">
                <a:latin typeface="宋体" panose="02010600030101010101" pitchFamily="2" charset="-122"/>
              </a:rPr>
              <a:t>RGB</a:t>
            </a:r>
            <a:r>
              <a:rPr lang="zh-CN" altLang="en-US" sz="2200" b="1" dirty="0">
                <a:latin typeface="宋体" panose="02010600030101010101" pitchFamily="2" charset="-122"/>
              </a:rPr>
              <a:t>三原色控制光线颜色，默认值为（</a:t>
            </a:r>
            <a:r>
              <a:rPr lang="en-US" altLang="zh-CN" sz="2200" b="1" dirty="0">
                <a:latin typeface="宋体" panose="02010600030101010101" pitchFamily="2" charset="-122"/>
              </a:rPr>
              <a:t>1</a:t>
            </a:r>
            <a:r>
              <a:rPr lang="zh-CN" altLang="en-US" sz="2200" b="1" dirty="0">
                <a:latin typeface="宋体" panose="02010600030101010101" pitchFamily="2" charset="-122"/>
              </a:rPr>
              <a:t>，</a:t>
            </a:r>
            <a:r>
              <a:rPr lang="en-US" altLang="zh-CN" sz="2200" b="1" dirty="0">
                <a:latin typeface="宋体" panose="02010600030101010101" pitchFamily="2" charset="-122"/>
              </a:rPr>
              <a:t>1</a:t>
            </a:r>
            <a:r>
              <a:rPr lang="zh-CN" altLang="en-US" sz="2200" b="1" dirty="0">
                <a:latin typeface="宋体" panose="02010600030101010101" pitchFamily="2" charset="-122"/>
              </a:rPr>
              <a:t>，</a:t>
            </a:r>
            <a:r>
              <a:rPr lang="en-US" altLang="zh-CN" sz="2200" b="1" dirty="0">
                <a:latin typeface="宋体" panose="02010600030101010101" pitchFamily="2" charset="-122"/>
              </a:rPr>
              <a:t>1</a:t>
            </a:r>
            <a:r>
              <a:rPr lang="zh-CN" altLang="en-US" sz="2200" b="1" dirty="0">
                <a:latin typeface="宋体" panose="02010600030101010101" pitchFamily="2" charset="-122"/>
              </a:rPr>
              <a:t>）</a:t>
            </a:r>
            <a:endParaRPr lang="zh-CN" altLang="en-US" sz="2200" b="1" dirty="0">
              <a:latin typeface="宋体" panose="02010600030101010101" pitchFamily="2" charset="-122"/>
            </a:endParaRPr>
          </a:p>
          <a:p>
            <a:r>
              <a:rPr lang="en-US" altLang="zh-CN" sz="2200" b="1" dirty="0">
                <a:latin typeface="宋体" panose="02010600030101010101" pitchFamily="2" charset="-122"/>
              </a:rPr>
              <a:t>Intensity: </a:t>
            </a:r>
            <a:r>
              <a:rPr lang="zh-CN" altLang="en-US" sz="2200" b="1" dirty="0">
                <a:latin typeface="宋体" panose="02010600030101010101" pitchFamily="2" charset="-122"/>
              </a:rPr>
              <a:t>控制光源的光线强度。默认值为</a:t>
            </a:r>
            <a:r>
              <a:rPr lang="en-US" altLang="zh-CN" sz="2200" b="1" dirty="0">
                <a:latin typeface="宋体" panose="02010600030101010101" pitchFamily="2" charset="-122"/>
              </a:rPr>
              <a:t>1.0</a:t>
            </a:r>
            <a:r>
              <a:rPr lang="zh-CN" altLang="en-US" sz="2200" b="1" dirty="0">
                <a:latin typeface="宋体" panose="02010600030101010101" pitchFamily="2" charset="-122"/>
              </a:rPr>
              <a:t>，最强，若为</a:t>
            </a:r>
            <a:r>
              <a:rPr lang="en-US" altLang="zh-CN" sz="2200" b="1" dirty="0">
                <a:latin typeface="宋体" panose="02010600030101010101" pitchFamily="2" charset="-122"/>
              </a:rPr>
              <a:t>0</a:t>
            </a:r>
            <a:r>
              <a:rPr lang="zh-CN" altLang="en-US" sz="2200" b="1" dirty="0">
                <a:latin typeface="宋体" panose="02010600030101010101" pitchFamily="2" charset="-122"/>
              </a:rPr>
              <a:t>表示光源不发射光线。</a:t>
            </a:r>
            <a:endParaRPr lang="zh-CN" altLang="en-US" sz="2200" b="1" dirty="0">
              <a:latin typeface="宋体" panose="02010600030101010101" pitchFamily="2" charset="-122"/>
            </a:endParaRPr>
          </a:p>
          <a:p>
            <a:r>
              <a:rPr lang="en-US" altLang="zh-CN" sz="2200" b="1" dirty="0">
                <a:latin typeface="宋体" panose="02010600030101010101" pitchFamily="2" charset="-122"/>
              </a:rPr>
              <a:t>Location: </a:t>
            </a:r>
            <a:r>
              <a:rPr lang="zh-CN" altLang="en-US" sz="2200" b="1" dirty="0">
                <a:latin typeface="宋体" panose="02010600030101010101" pitchFamily="2" charset="-122"/>
              </a:rPr>
              <a:t>定义局域坐标系统下光源的位置，</a:t>
            </a:r>
            <a:endParaRPr lang="zh-CN" altLang="en-US" sz="2200" b="1" dirty="0">
              <a:latin typeface="宋体" panose="02010600030101010101" pitchFamily="2" charset="-122"/>
            </a:endParaRPr>
          </a:p>
          <a:p>
            <a:r>
              <a:rPr lang="en-US" altLang="zh-CN" sz="2200" b="1" dirty="0">
                <a:latin typeface="宋体" panose="02010600030101010101" pitchFamily="2" charset="-122"/>
              </a:rPr>
              <a:t>On: </a:t>
            </a:r>
            <a:r>
              <a:rPr lang="zh-CN" altLang="en-US" sz="2200" b="1" dirty="0">
                <a:latin typeface="宋体" panose="02010600030101010101" pitchFamily="2" charset="-122"/>
              </a:rPr>
              <a:t>表示光线的开与关。</a:t>
            </a:r>
            <a:endParaRPr lang="zh-CN" altLang="en-US" sz="2200" b="1" dirty="0">
              <a:latin typeface="宋体" panose="02010600030101010101" pitchFamily="2" charset="-122"/>
            </a:endParaRPr>
          </a:p>
          <a:p>
            <a:r>
              <a:rPr lang="en-US" altLang="zh-CN" sz="2200" b="1" dirty="0">
                <a:latin typeface="宋体" panose="02010600030101010101" pitchFamily="2" charset="-122"/>
              </a:rPr>
              <a:t>Radius: </a:t>
            </a:r>
            <a:r>
              <a:rPr lang="zh-CN" altLang="en-US" sz="2200" b="1" dirty="0">
                <a:latin typeface="宋体" panose="02010600030101010101" pitchFamily="2" charset="-122"/>
              </a:rPr>
              <a:t>定义光线可以发距离。这个距离如同一个球体的半径，光源在球心。默认值是</a:t>
            </a:r>
            <a:r>
              <a:rPr lang="en-US" altLang="zh-CN" sz="2200" b="1" dirty="0">
                <a:latin typeface="宋体" panose="02010600030101010101" pitchFamily="2" charset="-122"/>
              </a:rPr>
              <a:t>100</a:t>
            </a:r>
            <a:r>
              <a:rPr lang="zh-CN" altLang="en-US" sz="2200" b="1" dirty="0">
                <a:latin typeface="宋体" panose="02010600030101010101" pitchFamily="2" charset="-122"/>
              </a:rPr>
              <a:t>。              </a:t>
            </a:r>
            <a:r>
              <a:rPr lang="zh-CN" altLang="en-US" b="1" dirty="0">
                <a:latin typeface="Times New Roman" panose="02020603050405020304" pitchFamily="18" charset="0"/>
              </a:rPr>
              <a:t>示例</a:t>
            </a:r>
            <a:r>
              <a:rPr lang="en-US" altLang="zh-CN" b="1" dirty="0">
                <a:latin typeface="Times New Roman" panose="02020603050405020304" pitchFamily="18" charset="0"/>
              </a:rPr>
              <a:t>7-4</a:t>
            </a:r>
            <a:endParaRPr lang="zh-CN" altLang="en-US" sz="2200" b="1" dirty="0">
              <a:latin typeface="宋体" panose="02010600030101010101" pitchFamily="2" charset="-122"/>
            </a:endParaRPr>
          </a:p>
        </p:txBody>
      </p:sp>
      <p:sp>
        <p:nvSpPr>
          <p:cNvPr id="138244" name="Rectangle 3"/>
          <p:cNvSpPr/>
          <p:nvPr/>
        </p:nvSpPr>
        <p:spPr>
          <a:xfrm>
            <a:off x="1403350" y="836613"/>
            <a:ext cx="3722688" cy="457200"/>
          </a:xfrm>
          <a:prstGeom prst="rect">
            <a:avLst/>
          </a:prstGeom>
          <a:noFill/>
          <a:ln w="9525">
            <a:noFill/>
          </a:ln>
        </p:spPr>
        <p:txBody>
          <a:bodyPr wrap="none">
            <a:spAutoFit/>
          </a:bodyPr>
          <a:p>
            <a:pPr eaLnBrk="1" hangingPunct="1"/>
            <a:r>
              <a:rPr lang="zh-CN" altLang="en-US" b="1" dirty="0">
                <a:latin typeface="Times New Roman" panose="02020603050405020304" pitchFamily="18" charset="0"/>
              </a:rPr>
              <a:t>点光源节点</a:t>
            </a:r>
            <a:r>
              <a:rPr lang="en-US" altLang="zh-CN" b="1" dirty="0">
                <a:latin typeface="Times New Roman" panose="02020603050405020304" pitchFamily="18" charset="0"/>
              </a:rPr>
              <a:t>------PointLight</a:t>
            </a:r>
            <a:endParaRPr lang="zh-CN" altLang="en-US" b="1" dirty="0">
              <a:latin typeface="Times New Roman" panose="02020603050405020304" pitchFamily="18" charset="0"/>
            </a:endParaRPr>
          </a:p>
        </p:txBody>
      </p:sp>
    </p:spTree>
  </p:cSld>
  <p:clrMapOvr>
    <a:masterClrMapping/>
  </p:clrMapOvr>
  <p:transition>
    <p:random/>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9266" name="页脚占位符 3"/>
          <p:cNvSpPr txBox="1">
            <a:spLocks noGrp="1"/>
          </p:cNvSpPr>
          <p:nvPr>
            <p:ph type="ftr" sz="quarter" idx="3"/>
          </p:nvPr>
        </p:nvSpPr>
        <p:spPr>
          <a:xfrm>
            <a:off x="3733800" y="6570663"/>
            <a:ext cx="2590800" cy="280987"/>
          </a:xfrm>
          <a:ln/>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r>
              <a:rPr lang="zh-CN" altLang="en-US" sz="1200" dirty="0">
                <a:solidFill>
                  <a:schemeClr val="folHlink"/>
                </a:solidFill>
              </a:rPr>
              <a:t>《虚拟地理环境及其应用》</a:t>
            </a:r>
            <a:endParaRPr lang="zh-CN" altLang="en-US" sz="1200" dirty="0">
              <a:solidFill>
                <a:schemeClr val="folHlink"/>
              </a:solidFill>
            </a:endParaRPr>
          </a:p>
        </p:txBody>
      </p:sp>
      <p:sp>
        <p:nvSpPr>
          <p:cNvPr id="139267" name="Rectangle 2"/>
          <p:cNvSpPr/>
          <p:nvPr/>
        </p:nvSpPr>
        <p:spPr>
          <a:xfrm>
            <a:off x="971550" y="2133600"/>
            <a:ext cx="7632700" cy="4362450"/>
          </a:xfrm>
          <a:prstGeom prst="rect">
            <a:avLst/>
          </a:prstGeom>
          <a:noFill/>
          <a:ln w="12700">
            <a:noFill/>
          </a:ln>
        </p:spPr>
        <p:txBody>
          <a:bodyPr anchor="ctr" anchorCtr="0">
            <a:spAutoFit/>
          </a:bodyPr>
          <a:p>
            <a:r>
              <a:rPr lang="zh-CN" altLang="en-US" sz="1800" b="1" dirty="0">
                <a:latin typeface="宋体" panose="02010600030101010101" pitchFamily="2" charset="-122"/>
              </a:rPr>
              <a:t>功能</a:t>
            </a:r>
            <a:r>
              <a:rPr lang="en-US" altLang="zh-CN" sz="1800" b="1" dirty="0">
                <a:latin typeface="宋体" panose="02010600030101010101" pitchFamily="2" charset="-122"/>
              </a:rPr>
              <a:t>:</a:t>
            </a:r>
            <a:r>
              <a:rPr lang="zh-CN" altLang="en-US" sz="1800" b="1" dirty="0">
                <a:latin typeface="宋体" panose="02010600030101010101" pitchFamily="2" charset="-122"/>
              </a:rPr>
              <a:t>描述来自无穷远的平行光线朝着特定的方向照在某个虚拟对象上。它最大的特点是具有方向性，能够照亮某个特定的虚拟对象，必须</a:t>
            </a:r>
            <a:r>
              <a:rPr lang="en-US" altLang="zh-CN" sz="1800" b="1" dirty="0">
                <a:latin typeface="宋体" panose="02010600030101010101" pitchFamily="2" charset="-122"/>
              </a:rPr>
              <a:t>k</a:t>
            </a:r>
            <a:r>
              <a:rPr lang="zh-CN" altLang="en-US" sz="1800" b="1" dirty="0">
                <a:latin typeface="宋体" panose="02010600030101010101" pitchFamily="2" charset="-122"/>
              </a:rPr>
              <a:t>顺着光的方向才能清楚地看到这个虚拟对象，从其他方向看就觉得比较暗。</a:t>
            </a:r>
            <a:endParaRPr lang="zh-CN" altLang="en-US" sz="1800" b="1" dirty="0">
              <a:latin typeface="宋体" panose="02010600030101010101" pitchFamily="2" charset="-122"/>
            </a:endParaRPr>
          </a:p>
          <a:p>
            <a:r>
              <a:rPr lang="zh-CN" altLang="en-US" sz="1800" b="1" dirty="0">
                <a:latin typeface="宋体" panose="02010600030101010101" pitchFamily="2" charset="-122"/>
              </a:rPr>
              <a:t>字段：</a:t>
            </a:r>
            <a:endParaRPr lang="zh-CN" altLang="en-US" sz="1800" b="1" dirty="0">
              <a:latin typeface="宋体" panose="02010600030101010101" pitchFamily="2" charset="-122"/>
            </a:endParaRPr>
          </a:p>
          <a:p>
            <a:r>
              <a:rPr lang="en-US" altLang="zh-CN" sz="1800" b="1" dirty="0">
                <a:latin typeface="宋体" panose="02010600030101010101" pitchFamily="2" charset="-122"/>
              </a:rPr>
              <a:t>ambientIntensity: </a:t>
            </a:r>
            <a:r>
              <a:rPr lang="zh-CN" altLang="en-US" sz="1800" b="1" dirty="0">
                <a:latin typeface="宋体" panose="02010600030101010101" pitchFamily="2" charset="-122"/>
              </a:rPr>
              <a:t>该字段是控制光源对于虚拟现实中虚拟对象四周光线的影响程度。默认值为表示完全不受影响，最大值为</a:t>
            </a:r>
            <a:r>
              <a:rPr lang="en-US" altLang="zh-CN" sz="1800" b="1" dirty="0">
                <a:latin typeface="宋体" panose="02010600030101010101" pitchFamily="2" charset="-122"/>
              </a:rPr>
              <a:t>1.0</a:t>
            </a:r>
            <a:r>
              <a:rPr lang="zh-CN" altLang="en-US" sz="1800" b="1" dirty="0">
                <a:latin typeface="宋体" panose="02010600030101010101" pitchFamily="2" charset="-122"/>
              </a:rPr>
              <a:t>，表示完全影响。</a:t>
            </a:r>
            <a:endParaRPr lang="zh-CN" altLang="en-US" sz="1800" b="1" dirty="0">
              <a:latin typeface="宋体" panose="02010600030101010101" pitchFamily="2" charset="-122"/>
            </a:endParaRPr>
          </a:p>
          <a:p>
            <a:r>
              <a:rPr lang="en-US" altLang="zh-CN" sz="1800" b="1" dirty="0">
                <a:latin typeface="宋体" panose="02010600030101010101" pitchFamily="2" charset="-122"/>
              </a:rPr>
              <a:t>Color: </a:t>
            </a:r>
            <a:r>
              <a:rPr lang="zh-CN" altLang="en-US" sz="1800" b="1" dirty="0">
                <a:latin typeface="宋体" panose="02010600030101010101" pitchFamily="2" charset="-122"/>
              </a:rPr>
              <a:t>控制颜色。</a:t>
            </a:r>
            <a:endParaRPr lang="zh-CN" altLang="en-US" sz="1800" b="1" dirty="0">
              <a:latin typeface="宋体" panose="02010600030101010101" pitchFamily="2" charset="-122"/>
            </a:endParaRPr>
          </a:p>
          <a:p>
            <a:r>
              <a:rPr lang="en-US" altLang="zh-CN" sz="1800" b="1" dirty="0">
                <a:latin typeface="宋体" panose="02010600030101010101" pitchFamily="2" charset="-122"/>
              </a:rPr>
              <a:t>Intensity: </a:t>
            </a:r>
            <a:r>
              <a:rPr lang="zh-CN" altLang="en-US" sz="1800" b="1" dirty="0">
                <a:latin typeface="宋体" panose="02010600030101010101" pitchFamily="2" charset="-122"/>
              </a:rPr>
              <a:t>控制光源的光线强度。</a:t>
            </a:r>
            <a:endParaRPr lang="zh-CN" altLang="en-US" sz="1800" b="1" dirty="0">
              <a:latin typeface="宋体" panose="02010600030101010101" pitchFamily="2" charset="-122"/>
            </a:endParaRPr>
          </a:p>
          <a:p>
            <a:r>
              <a:rPr lang="en-US" altLang="zh-CN" sz="1800" b="1" dirty="0">
                <a:latin typeface="宋体" panose="02010600030101010101" pitchFamily="2" charset="-122"/>
              </a:rPr>
              <a:t>Direction: </a:t>
            </a:r>
            <a:r>
              <a:rPr lang="zh-CN" altLang="en-US" sz="1800" b="1" dirty="0">
                <a:latin typeface="宋体" panose="02010600030101010101" pitchFamily="2" charset="-122"/>
              </a:rPr>
              <a:t>控制光线的方向。方向是由原点朝向特定的一个点所构成</a:t>
            </a:r>
            <a:r>
              <a:rPr lang="en-US" altLang="zh-CN" sz="1800" b="1" dirty="0">
                <a:latin typeface="宋体" panose="02010600030101010101" pitchFamily="2" charset="-122"/>
              </a:rPr>
              <a:t>.</a:t>
            </a:r>
            <a:endParaRPr lang="en-US" altLang="zh-CN" sz="1800" b="1" dirty="0">
              <a:latin typeface="宋体" panose="02010600030101010101" pitchFamily="2" charset="-122"/>
            </a:endParaRPr>
          </a:p>
          <a:p>
            <a:r>
              <a:rPr lang="zh-CN" altLang="en-US" sz="1800" b="1" dirty="0">
                <a:latin typeface="宋体" panose="02010600030101010101" pitchFamily="2" charset="-122"/>
              </a:rPr>
              <a:t>例如，（</a:t>
            </a:r>
            <a:r>
              <a:rPr lang="en-US" altLang="zh-CN" sz="1800" b="1" dirty="0">
                <a:latin typeface="宋体" panose="02010600030101010101" pitchFamily="2" charset="-122"/>
              </a:rPr>
              <a:t>0</a:t>
            </a:r>
            <a:r>
              <a:rPr lang="zh-CN" altLang="en-US" sz="1800" b="1" dirty="0">
                <a:latin typeface="宋体" panose="02010600030101010101" pitchFamily="2" charset="-122"/>
              </a:rPr>
              <a:t>，</a:t>
            </a:r>
            <a:r>
              <a:rPr lang="en-US" altLang="zh-CN" sz="1800" b="1" dirty="0">
                <a:latin typeface="宋体" panose="02010600030101010101" pitchFamily="2" charset="-122"/>
              </a:rPr>
              <a:t>1</a:t>
            </a:r>
            <a:r>
              <a:rPr lang="zh-CN" altLang="en-US" sz="1800" b="1" dirty="0">
                <a:latin typeface="宋体" panose="02010600030101010101" pitchFamily="2" charset="-122"/>
              </a:rPr>
              <a:t>，</a:t>
            </a:r>
            <a:r>
              <a:rPr lang="en-US" altLang="zh-CN" sz="1800" b="1" dirty="0">
                <a:latin typeface="宋体" panose="02010600030101010101" pitchFamily="2" charset="-122"/>
              </a:rPr>
              <a:t>0</a:t>
            </a:r>
            <a:r>
              <a:rPr lang="zh-CN" altLang="en-US" sz="1800" b="1" dirty="0">
                <a:latin typeface="宋体" panose="02010600030101010101" pitchFamily="2" charset="-122"/>
              </a:rPr>
              <a:t>）朝向</a:t>
            </a:r>
            <a:r>
              <a:rPr lang="en-US" altLang="zh-CN" sz="1800" b="1" dirty="0">
                <a:latin typeface="宋体" panose="02010600030101010101" pitchFamily="2" charset="-122"/>
              </a:rPr>
              <a:t>+y</a:t>
            </a:r>
            <a:r>
              <a:rPr lang="zh-CN" altLang="en-US" sz="1800" b="1" dirty="0">
                <a:latin typeface="宋体" panose="02010600030101010101" pitchFamily="2" charset="-122"/>
              </a:rPr>
              <a:t>轴，而默认值（</a:t>
            </a:r>
            <a:r>
              <a:rPr lang="en-US" altLang="zh-CN" sz="1800" b="1" dirty="0">
                <a:latin typeface="宋体" panose="02010600030101010101" pitchFamily="2" charset="-122"/>
              </a:rPr>
              <a:t>0</a:t>
            </a:r>
            <a:r>
              <a:rPr lang="zh-CN" altLang="en-US" sz="1800" b="1" dirty="0">
                <a:latin typeface="宋体" panose="02010600030101010101" pitchFamily="2" charset="-122"/>
              </a:rPr>
              <a:t>，</a:t>
            </a:r>
            <a:r>
              <a:rPr lang="en-US" altLang="zh-CN" sz="1800" b="1" dirty="0">
                <a:latin typeface="宋体" panose="02010600030101010101" pitchFamily="2" charset="-122"/>
              </a:rPr>
              <a:t>0</a:t>
            </a:r>
            <a:r>
              <a:rPr lang="zh-CN" altLang="en-US" sz="1800" b="1" dirty="0">
                <a:latin typeface="宋体" panose="02010600030101010101" pitchFamily="2" charset="-122"/>
              </a:rPr>
              <a:t>，</a:t>
            </a:r>
            <a:r>
              <a:rPr lang="en-US" altLang="zh-CN" sz="1800" b="1" dirty="0">
                <a:latin typeface="宋体" panose="02010600030101010101" pitchFamily="2" charset="-122"/>
              </a:rPr>
              <a:t>-1</a:t>
            </a:r>
            <a:r>
              <a:rPr lang="zh-CN" altLang="en-US" sz="1800" b="1" dirty="0">
                <a:latin typeface="宋体" panose="02010600030101010101" pitchFamily="2" charset="-122"/>
              </a:rPr>
              <a:t>）则是朝向</a:t>
            </a:r>
            <a:r>
              <a:rPr lang="en-US" altLang="zh-CN" sz="1800" b="1" dirty="0">
                <a:latin typeface="宋体" panose="02010600030101010101" pitchFamily="2" charset="-122"/>
              </a:rPr>
              <a:t>-z</a:t>
            </a:r>
            <a:r>
              <a:rPr lang="zh-CN" altLang="en-US" sz="1800" b="1" dirty="0">
                <a:latin typeface="宋体" panose="02010600030101010101" pitchFamily="2" charset="-122"/>
              </a:rPr>
              <a:t>。</a:t>
            </a:r>
            <a:endParaRPr lang="zh-CN" altLang="en-US" sz="1800" b="1" dirty="0">
              <a:latin typeface="宋体" panose="02010600030101010101" pitchFamily="2" charset="-122"/>
            </a:endParaRPr>
          </a:p>
          <a:p>
            <a:r>
              <a:rPr lang="en-US" altLang="zh-CN" sz="1800" b="1" dirty="0">
                <a:latin typeface="宋体" panose="02010600030101010101" pitchFamily="2" charset="-122"/>
              </a:rPr>
              <a:t>Intensity: </a:t>
            </a:r>
            <a:r>
              <a:rPr lang="zh-CN" altLang="en-US" sz="1800" b="1" dirty="0">
                <a:latin typeface="宋体" panose="02010600030101010101" pitchFamily="2" charset="-122"/>
              </a:rPr>
              <a:t>控制光线强度。</a:t>
            </a:r>
            <a:endParaRPr lang="zh-CN" altLang="en-US" sz="1800" b="1" dirty="0">
              <a:latin typeface="宋体" panose="02010600030101010101" pitchFamily="2" charset="-122"/>
            </a:endParaRPr>
          </a:p>
          <a:p>
            <a:r>
              <a:rPr lang="en-US" altLang="zh-CN" sz="1800" b="1" dirty="0">
                <a:latin typeface="宋体" panose="02010600030101010101" pitchFamily="2" charset="-122"/>
              </a:rPr>
              <a:t>on: </a:t>
            </a:r>
            <a:r>
              <a:rPr lang="zh-CN" altLang="en-US" sz="1800" b="1" dirty="0">
                <a:latin typeface="宋体" panose="02010600030101010101" pitchFamily="2" charset="-122"/>
              </a:rPr>
              <a:t>开关。为</a:t>
            </a:r>
            <a:r>
              <a:rPr lang="en-US" altLang="zh-CN" sz="1800" b="1" dirty="0">
                <a:latin typeface="宋体" panose="02010600030101010101" pitchFamily="2" charset="-122"/>
              </a:rPr>
              <a:t>TRUE</a:t>
            </a:r>
            <a:r>
              <a:rPr lang="zh-CN" altLang="en-US" sz="1800" b="1" dirty="0">
                <a:latin typeface="宋体" panose="02010600030101010101" pitchFamily="2" charset="-122"/>
              </a:rPr>
              <a:t>时，</a:t>
            </a:r>
            <a:r>
              <a:rPr lang="en-US" altLang="zh-CN" sz="1800" b="1" dirty="0">
                <a:latin typeface="宋体" panose="02010600030101010101" pitchFamily="2" charset="-122"/>
              </a:rPr>
              <a:t>DirectionalLight</a:t>
            </a:r>
            <a:r>
              <a:rPr lang="zh-CN" altLang="en-US" sz="1800" b="1" dirty="0">
                <a:latin typeface="宋体" panose="02010600030101010101" pitchFamily="2" charset="-122"/>
              </a:rPr>
              <a:t>能够照亮它父节点所包含的任何子节点，而对其他节点不起作用。</a:t>
            </a:r>
            <a:endParaRPr lang="zh-CN" altLang="en-US" sz="1800" b="1" dirty="0">
              <a:latin typeface="宋体" panose="02010600030101010101" pitchFamily="2" charset="-122"/>
            </a:endParaRPr>
          </a:p>
          <a:p>
            <a:r>
              <a:rPr lang="zh-CN" altLang="en-US" b="1" dirty="0">
                <a:latin typeface="Times New Roman" panose="02020603050405020304" pitchFamily="18" charset="0"/>
              </a:rPr>
              <a:t>示例</a:t>
            </a:r>
            <a:r>
              <a:rPr lang="en-US" altLang="zh-CN" b="1" dirty="0">
                <a:latin typeface="Times New Roman" panose="02020603050405020304" pitchFamily="18" charset="0"/>
              </a:rPr>
              <a:t>7-5,7-6,7-7</a:t>
            </a:r>
            <a:endParaRPr lang="zh-CN" altLang="en-US" b="1" dirty="0">
              <a:latin typeface="Times New Roman" panose="02020603050405020304" pitchFamily="18" charset="0"/>
            </a:endParaRPr>
          </a:p>
          <a:p>
            <a:r>
              <a:rPr lang="zh-CN" altLang="en-US" sz="2200" b="1" dirty="0">
                <a:solidFill>
                  <a:schemeClr val="bg1"/>
                </a:solidFill>
                <a:latin typeface="宋体" panose="02010600030101010101" pitchFamily="2" charset="-122"/>
              </a:rPr>
              <a:t> </a:t>
            </a:r>
            <a:endParaRPr lang="zh-CN" altLang="en-US" sz="2200" b="1" dirty="0">
              <a:solidFill>
                <a:schemeClr val="bg1"/>
              </a:solidFill>
              <a:latin typeface="宋体" panose="02010600030101010101" pitchFamily="2" charset="-122"/>
            </a:endParaRPr>
          </a:p>
        </p:txBody>
      </p:sp>
      <p:sp>
        <p:nvSpPr>
          <p:cNvPr id="139268" name="Rectangle 3"/>
          <p:cNvSpPr/>
          <p:nvPr/>
        </p:nvSpPr>
        <p:spPr>
          <a:xfrm>
            <a:off x="1331913" y="981075"/>
            <a:ext cx="5487987" cy="457200"/>
          </a:xfrm>
          <a:prstGeom prst="rect">
            <a:avLst/>
          </a:prstGeom>
          <a:noFill/>
          <a:ln w="9525">
            <a:noFill/>
          </a:ln>
        </p:spPr>
        <p:txBody>
          <a:bodyPr wrap="none">
            <a:spAutoFit/>
          </a:bodyPr>
          <a:p>
            <a:r>
              <a:rPr lang="zh-CN" altLang="en-US" b="1" dirty="0">
                <a:latin typeface="Times New Roman" panose="02020603050405020304" pitchFamily="18" charset="0"/>
              </a:rPr>
              <a:t>四、 方向性光源节点</a:t>
            </a:r>
            <a:r>
              <a:rPr lang="en-US" altLang="zh-CN" b="1" dirty="0">
                <a:latin typeface="Times New Roman" panose="02020603050405020304" pitchFamily="18" charset="0"/>
              </a:rPr>
              <a:t>---DirectionalLight</a:t>
            </a:r>
            <a:endParaRPr lang="en-US" altLang="zh-CN" b="1" dirty="0">
              <a:latin typeface="Times New Roman" panose="02020603050405020304" pitchFamily="18" charset="0"/>
            </a:endParaRPr>
          </a:p>
        </p:txBody>
      </p:sp>
    </p:spTree>
  </p:cSld>
  <p:clrMapOvr>
    <a:masterClrMapping/>
  </p:clrMapOvr>
  <p:transition>
    <p:random/>
  </p:transition>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0290" name="页脚占位符 3"/>
          <p:cNvSpPr txBox="1">
            <a:spLocks noGrp="1"/>
          </p:cNvSpPr>
          <p:nvPr>
            <p:ph type="ftr" sz="quarter" idx="3"/>
          </p:nvPr>
        </p:nvSpPr>
        <p:spPr>
          <a:xfrm>
            <a:off x="3733800" y="6570663"/>
            <a:ext cx="2590800" cy="280987"/>
          </a:xfrm>
          <a:ln/>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r>
              <a:rPr lang="zh-CN" altLang="en-US" sz="1200" dirty="0">
                <a:solidFill>
                  <a:schemeClr val="folHlink"/>
                </a:solidFill>
              </a:rPr>
              <a:t>《虚拟地理环境及其应用》</a:t>
            </a:r>
            <a:endParaRPr lang="zh-CN" altLang="en-US" sz="1200" dirty="0">
              <a:solidFill>
                <a:schemeClr val="folHlink"/>
              </a:solidFill>
            </a:endParaRPr>
          </a:p>
        </p:txBody>
      </p:sp>
      <p:sp>
        <p:nvSpPr>
          <p:cNvPr id="140291" name="Rectangle 2"/>
          <p:cNvSpPr/>
          <p:nvPr/>
        </p:nvSpPr>
        <p:spPr>
          <a:xfrm>
            <a:off x="684213" y="1916113"/>
            <a:ext cx="7627937" cy="4664075"/>
          </a:xfrm>
          <a:prstGeom prst="rect">
            <a:avLst/>
          </a:prstGeom>
          <a:noFill/>
          <a:ln w="12700">
            <a:noFill/>
          </a:ln>
        </p:spPr>
        <p:txBody>
          <a:bodyPr anchor="ctr" anchorCtr="0">
            <a:spAutoFit/>
          </a:bodyPr>
          <a:p>
            <a:r>
              <a:rPr lang="zh-CN" altLang="en-US" sz="2000" b="1" dirty="0">
                <a:latin typeface="宋体" panose="02010600030101010101" pitchFamily="2" charset="-122"/>
              </a:rPr>
              <a:t>功能</a:t>
            </a:r>
            <a:r>
              <a:rPr lang="en-US" altLang="zh-CN" sz="2000" b="1" dirty="0">
                <a:latin typeface="宋体" panose="02010600030101010101" pitchFamily="2" charset="-122"/>
              </a:rPr>
              <a:t>:</a:t>
            </a:r>
            <a:r>
              <a:rPr lang="zh-CN" altLang="en-US" sz="2000" b="1" dirty="0">
                <a:latin typeface="宋体" panose="02010600030101010101" pitchFamily="2" charset="-122"/>
              </a:rPr>
              <a:t>光线的发射方式，如同舞台上的聚光灯。光源在虚拟现实中有一人位置，朝着特定的方向照射，但是光线</a:t>
            </a:r>
            <a:r>
              <a:rPr lang="en-US" altLang="zh-CN" sz="2000" b="1" dirty="0">
                <a:latin typeface="宋体" panose="02010600030101010101" pitchFamily="2" charset="-122"/>
              </a:rPr>
              <a:t>p</a:t>
            </a:r>
            <a:r>
              <a:rPr lang="zh-CN" altLang="en-US" sz="2000" b="1" dirty="0">
                <a:latin typeface="宋体" panose="02010600030101010101" pitchFamily="2" charset="-122"/>
              </a:rPr>
              <a:t>被限制在</a:t>
            </a:r>
            <a:r>
              <a:rPr lang="en-US" altLang="zh-CN" sz="2000" b="1" dirty="0">
                <a:latin typeface="宋体" panose="02010600030101010101" pitchFamily="2" charset="-122"/>
              </a:rPr>
              <a:t>g</a:t>
            </a:r>
            <a:r>
              <a:rPr lang="zh-CN" altLang="en-US" sz="2000" b="1" dirty="0">
                <a:latin typeface="宋体" panose="02010600030101010101" pitchFamily="2" charset="-122"/>
              </a:rPr>
              <a:t>一个类似圆锥体的空间中，圆锥体的顶点就是光源的位置，只有在此圆锥体空间内才会被照亮，其他的部分则不会被光线照到。可以利用此节点的特性来构建一些特别的虚拟对象，如展示架上光线的投影、舞台上的聚光灯等。</a:t>
            </a:r>
            <a:endParaRPr lang="zh-CN" altLang="en-US" sz="2000" b="1" dirty="0">
              <a:latin typeface="宋体" panose="02010600030101010101" pitchFamily="2" charset="-122"/>
            </a:endParaRPr>
          </a:p>
          <a:p>
            <a:r>
              <a:rPr lang="zh-CN" altLang="en-US" sz="2000" b="1" dirty="0">
                <a:latin typeface="宋体" panose="02010600030101010101" pitchFamily="2" charset="-122"/>
              </a:rPr>
              <a:t>字段：</a:t>
            </a:r>
            <a:endParaRPr lang="zh-CN" altLang="en-US" sz="2000" b="1" dirty="0">
              <a:latin typeface="宋体" panose="02010600030101010101" pitchFamily="2" charset="-122"/>
            </a:endParaRPr>
          </a:p>
          <a:p>
            <a:r>
              <a:rPr lang="en-US" altLang="zh-CN" sz="2000" b="1" dirty="0">
                <a:latin typeface="宋体" panose="02010600030101010101" pitchFamily="2" charset="-122"/>
              </a:rPr>
              <a:t>ambientIntensity:</a:t>
            </a:r>
            <a:endParaRPr lang="en-US" altLang="zh-CN" sz="2000" b="1" dirty="0">
              <a:latin typeface="宋体" panose="02010600030101010101" pitchFamily="2" charset="-122"/>
            </a:endParaRPr>
          </a:p>
          <a:p>
            <a:r>
              <a:rPr lang="en-US" altLang="zh-CN" sz="2000" b="1" dirty="0">
                <a:latin typeface="宋体" panose="02010600030101010101" pitchFamily="2" charset="-122"/>
              </a:rPr>
              <a:t>attenuation: </a:t>
            </a:r>
            <a:r>
              <a:rPr lang="zh-CN" altLang="en-US" sz="2000" b="1" dirty="0">
                <a:latin typeface="宋体" panose="02010600030101010101" pitchFamily="2" charset="-122"/>
              </a:rPr>
              <a:t>光线的衰减速方式。第一个值表示光线维持一定，第二个值控制光线的衰减呈线性方式（与距离成反比），第三个值则让光线 以二次式的方式衰减（与距离平方成反比）。默认值为（</a:t>
            </a:r>
            <a:r>
              <a:rPr lang="en-US" altLang="zh-CN" sz="2000" b="1" dirty="0">
                <a:latin typeface="宋体" panose="02010600030101010101" pitchFamily="2" charset="-122"/>
              </a:rPr>
              <a:t>1 0 0</a:t>
            </a:r>
            <a:r>
              <a:rPr lang="zh-CN" altLang="en-US" sz="2000" b="1" dirty="0">
                <a:latin typeface="宋体" panose="02010600030101010101" pitchFamily="2" charset="-122"/>
              </a:rPr>
              <a:t>）。</a:t>
            </a:r>
            <a:endParaRPr lang="zh-CN" altLang="en-US" sz="2000" b="1" dirty="0">
              <a:latin typeface="宋体" panose="02010600030101010101" pitchFamily="2" charset="-122"/>
            </a:endParaRPr>
          </a:p>
          <a:p>
            <a:r>
              <a:rPr lang="en-US" altLang="zh-CN" sz="2000" b="1" dirty="0">
                <a:latin typeface="宋体" panose="02010600030101010101" pitchFamily="2" charset="-122"/>
              </a:rPr>
              <a:t>beamWidth: </a:t>
            </a:r>
            <a:r>
              <a:rPr lang="zh-CN" altLang="en-US" sz="2000" b="1" dirty="0">
                <a:latin typeface="宋体" panose="02010600030101010101" pitchFamily="2" charset="-122"/>
              </a:rPr>
              <a:t>该字段是控制圆锥体的中心轴到圆锥体的边的角度，单位是弧度。在这个圆锥体中，光源是维持一定的，不会衰减。它的默认值是 </a:t>
            </a:r>
            <a:r>
              <a:rPr lang="en-US" altLang="zh-CN" sz="2000" b="1" dirty="0">
                <a:latin typeface="宋体" panose="02010600030101010101" pitchFamily="2" charset="-122"/>
              </a:rPr>
              <a:t>pi/2</a:t>
            </a:r>
            <a:r>
              <a:rPr lang="zh-CN" altLang="en-US" sz="2000" b="1" dirty="0">
                <a:latin typeface="宋体" panose="02010600030101010101" pitchFamily="2" charset="-122"/>
              </a:rPr>
              <a:t>。</a:t>
            </a:r>
            <a:endParaRPr lang="zh-CN" altLang="en-US" sz="2000" b="1" dirty="0">
              <a:latin typeface="宋体" panose="02010600030101010101" pitchFamily="2" charset="-122"/>
            </a:endParaRPr>
          </a:p>
        </p:txBody>
      </p:sp>
      <p:sp>
        <p:nvSpPr>
          <p:cNvPr id="140292" name="Rectangle 3"/>
          <p:cNvSpPr/>
          <p:nvPr/>
        </p:nvSpPr>
        <p:spPr>
          <a:xfrm>
            <a:off x="1403350" y="908050"/>
            <a:ext cx="4932363" cy="457200"/>
          </a:xfrm>
          <a:prstGeom prst="rect">
            <a:avLst/>
          </a:prstGeom>
          <a:noFill/>
          <a:ln w="9525">
            <a:noFill/>
          </a:ln>
        </p:spPr>
        <p:txBody>
          <a:bodyPr wrap="none">
            <a:spAutoFit/>
          </a:bodyPr>
          <a:p>
            <a:r>
              <a:rPr lang="zh-CN" altLang="en-US" b="1" dirty="0">
                <a:latin typeface="Times New Roman" panose="02020603050405020304" pitchFamily="18" charset="0"/>
              </a:rPr>
              <a:t>五、 聚光性光源节点</a:t>
            </a:r>
            <a:r>
              <a:rPr lang="en-US" altLang="zh-CN" b="1" dirty="0">
                <a:latin typeface="Times New Roman" panose="02020603050405020304" pitchFamily="18" charset="0"/>
              </a:rPr>
              <a:t>------SpotLight</a:t>
            </a:r>
            <a:endParaRPr lang="en-US" altLang="zh-CN" b="1" dirty="0">
              <a:latin typeface="Times New Roman" panose="02020603050405020304" pitchFamily="18" charset="0"/>
            </a:endParaRPr>
          </a:p>
        </p:txBody>
      </p:sp>
    </p:spTree>
  </p:cSld>
  <p:clrMapOvr>
    <a:masterClrMapping/>
  </p:clrMapOvr>
  <p:transition>
    <p:random/>
  </p:transition>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1314" name="页脚占位符 2"/>
          <p:cNvSpPr txBox="1">
            <a:spLocks noGrp="1"/>
          </p:cNvSpPr>
          <p:nvPr>
            <p:ph type="ftr" sz="quarter" idx="3"/>
          </p:nvPr>
        </p:nvSpPr>
        <p:spPr>
          <a:xfrm>
            <a:off x="3733800" y="6570663"/>
            <a:ext cx="2590800" cy="280987"/>
          </a:xfrm>
          <a:ln/>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r>
              <a:rPr lang="zh-CN" altLang="en-US" sz="1200" dirty="0">
                <a:solidFill>
                  <a:schemeClr val="folHlink"/>
                </a:solidFill>
              </a:rPr>
              <a:t>《虚拟地理环境及其应用》</a:t>
            </a:r>
            <a:endParaRPr lang="zh-CN" altLang="en-US" sz="1200" dirty="0">
              <a:solidFill>
                <a:schemeClr val="folHlink"/>
              </a:solidFill>
            </a:endParaRPr>
          </a:p>
        </p:txBody>
      </p:sp>
      <p:sp>
        <p:nvSpPr>
          <p:cNvPr id="141315" name="Rectangle 2"/>
          <p:cNvSpPr/>
          <p:nvPr/>
        </p:nvSpPr>
        <p:spPr>
          <a:xfrm>
            <a:off x="1116013" y="2260600"/>
            <a:ext cx="2519362" cy="3806825"/>
          </a:xfrm>
          <a:prstGeom prst="rect">
            <a:avLst/>
          </a:prstGeom>
          <a:noFill/>
          <a:ln w="12700">
            <a:noFill/>
          </a:ln>
        </p:spPr>
        <p:txBody>
          <a:bodyPr anchor="ctr" anchorCtr="0">
            <a:spAutoFit/>
          </a:bodyPr>
          <a:p>
            <a:r>
              <a:rPr lang="zh-CN" altLang="en-US" sz="2200" b="1" dirty="0">
                <a:latin typeface="宋体" panose="02010600030101010101" pitchFamily="2" charset="-122"/>
              </a:rPr>
              <a:t>功能</a:t>
            </a:r>
            <a:r>
              <a:rPr lang="en-US" altLang="zh-CN" sz="2200" b="1" dirty="0">
                <a:latin typeface="宋体" panose="02010600030101010101" pitchFamily="2" charset="-122"/>
              </a:rPr>
              <a:t>:Sound</a:t>
            </a:r>
            <a:r>
              <a:rPr lang="zh-CN" altLang="en-US" sz="2200" b="1" dirty="0">
                <a:latin typeface="宋体" panose="02010600030101010101" pitchFamily="2" charset="-122"/>
              </a:rPr>
              <a:t>节点如同一个发射器，可以是一个播放声音（</a:t>
            </a:r>
            <a:r>
              <a:rPr lang="en-US" altLang="zh-CN" sz="2200" b="1" dirty="0">
                <a:latin typeface="宋体" panose="02010600030101010101" pitchFamily="2" charset="-122"/>
              </a:rPr>
              <a:t>AutioClip</a:t>
            </a:r>
            <a:r>
              <a:rPr lang="zh-CN" altLang="en-US" sz="2200" b="1" dirty="0">
                <a:latin typeface="宋体" panose="02010600030101010101" pitchFamily="2" charset="-122"/>
              </a:rPr>
              <a:t>）的发射器，也可以是一个播放图像（</a:t>
            </a:r>
            <a:r>
              <a:rPr lang="en-US" altLang="zh-CN" sz="2200" b="1" dirty="0">
                <a:latin typeface="宋体" panose="02010600030101010101" pitchFamily="2" charset="-122"/>
              </a:rPr>
              <a:t>MovieTexture</a:t>
            </a:r>
            <a:r>
              <a:rPr lang="zh-CN" altLang="en-US" sz="2200" b="1" dirty="0">
                <a:latin typeface="宋体" panose="02010600030101010101" pitchFamily="2" charset="-122"/>
              </a:rPr>
              <a:t>）的发射器。这个发射器用于控制影音来源的大小、方向和位置等。</a:t>
            </a:r>
            <a:r>
              <a:rPr lang="zh-CN" altLang="en-US" b="1" dirty="0">
                <a:latin typeface="Times New Roman" panose="02020603050405020304" pitchFamily="18" charset="0"/>
              </a:rPr>
              <a:t>示例</a:t>
            </a:r>
            <a:r>
              <a:rPr lang="en-US" altLang="zh-CN" b="1" dirty="0">
                <a:latin typeface="Times New Roman" panose="02020603050405020304" pitchFamily="18" charset="0"/>
              </a:rPr>
              <a:t>7-8</a:t>
            </a:r>
            <a:endParaRPr lang="zh-CN" altLang="en-US" sz="2200" b="1" dirty="0">
              <a:latin typeface="宋体" panose="02010600030101010101" pitchFamily="2" charset="-122"/>
            </a:endParaRPr>
          </a:p>
        </p:txBody>
      </p:sp>
      <p:pic>
        <p:nvPicPr>
          <p:cNvPr id="141316" name="Picture 3"/>
          <p:cNvPicPr>
            <a:picLocks noChangeAspect="1"/>
          </p:cNvPicPr>
          <p:nvPr>
            <p:ph/>
          </p:nvPr>
        </p:nvPicPr>
        <p:blipFill>
          <a:blip r:embed="rId1"/>
          <a:srcRect/>
          <a:stretch>
            <a:fillRect/>
          </a:stretch>
        </p:blipFill>
        <p:spPr>
          <a:xfrm>
            <a:off x="3563938" y="2708275"/>
            <a:ext cx="5111750" cy="3549650"/>
          </a:xfrm>
          <a:ln/>
        </p:spPr>
      </p:pic>
      <p:sp>
        <p:nvSpPr>
          <p:cNvPr id="141317" name="Rectangle 4"/>
          <p:cNvSpPr/>
          <p:nvPr/>
        </p:nvSpPr>
        <p:spPr>
          <a:xfrm>
            <a:off x="1331913" y="836613"/>
            <a:ext cx="4486275" cy="457200"/>
          </a:xfrm>
          <a:prstGeom prst="rect">
            <a:avLst/>
          </a:prstGeom>
          <a:noFill/>
          <a:ln w="9525">
            <a:noFill/>
          </a:ln>
        </p:spPr>
        <p:txBody>
          <a:bodyPr wrap="none">
            <a:spAutoFit/>
          </a:bodyPr>
          <a:p>
            <a:r>
              <a:rPr lang="zh-CN" altLang="en-US" b="1" dirty="0">
                <a:latin typeface="Times New Roman" panose="02020603050405020304" pitchFamily="18" charset="0"/>
              </a:rPr>
              <a:t>六、声音发生器的节点</a:t>
            </a:r>
            <a:r>
              <a:rPr lang="en-US" altLang="zh-CN" b="1" dirty="0">
                <a:latin typeface="Times New Roman" panose="02020603050405020304" pitchFamily="18" charset="0"/>
              </a:rPr>
              <a:t>----Sound</a:t>
            </a:r>
            <a:endParaRPr lang="en-US" altLang="zh-CN" b="1" dirty="0">
              <a:latin typeface="Times New Roman" panose="02020603050405020304" pitchFamily="18" charset="0"/>
            </a:endParaRPr>
          </a:p>
        </p:txBody>
      </p:sp>
    </p:spTree>
  </p:cSld>
  <p:clrMapOvr>
    <a:masterClrMapping/>
  </p:clrMapOvr>
  <p:transition>
    <p:random/>
  </p:transition>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2338" name="页脚占位符 3"/>
          <p:cNvSpPr txBox="1">
            <a:spLocks noGrp="1"/>
          </p:cNvSpPr>
          <p:nvPr>
            <p:ph type="ftr" sz="quarter" idx="3"/>
          </p:nvPr>
        </p:nvSpPr>
        <p:spPr>
          <a:xfrm>
            <a:off x="3733800" y="6570663"/>
            <a:ext cx="2590800" cy="280987"/>
          </a:xfrm>
          <a:ln/>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r>
              <a:rPr lang="zh-CN" altLang="en-US" sz="1200" dirty="0">
                <a:solidFill>
                  <a:schemeClr val="folHlink"/>
                </a:solidFill>
              </a:rPr>
              <a:t>《虚拟地理环境及其应用》</a:t>
            </a:r>
            <a:endParaRPr lang="zh-CN" altLang="en-US" sz="1200" dirty="0">
              <a:solidFill>
                <a:schemeClr val="folHlink"/>
              </a:solidFill>
            </a:endParaRPr>
          </a:p>
        </p:txBody>
      </p:sp>
      <p:sp>
        <p:nvSpPr>
          <p:cNvPr id="142339" name="Rectangle 2"/>
          <p:cNvSpPr/>
          <p:nvPr/>
        </p:nvSpPr>
        <p:spPr>
          <a:xfrm>
            <a:off x="611188" y="2674938"/>
            <a:ext cx="8064500" cy="3113087"/>
          </a:xfrm>
          <a:prstGeom prst="rect">
            <a:avLst/>
          </a:prstGeom>
          <a:noFill/>
          <a:ln w="12700">
            <a:noFill/>
          </a:ln>
        </p:spPr>
        <p:txBody>
          <a:bodyPr anchor="ctr" anchorCtr="0">
            <a:spAutoFit/>
          </a:bodyPr>
          <a:p>
            <a:r>
              <a:rPr lang="en-US" altLang="zh-CN" sz="1800" b="1" dirty="0">
                <a:latin typeface="宋体" panose="02010600030101010101" pitchFamily="2" charset="-122"/>
              </a:rPr>
              <a:t>cutOffAngle: </a:t>
            </a:r>
            <a:r>
              <a:rPr lang="zh-CN" altLang="en-US" sz="1800" b="1" dirty="0">
                <a:latin typeface="宋体" panose="02010600030101010101" pitchFamily="2" charset="-122"/>
              </a:rPr>
              <a:t>控制圆锥体的中心轴到圆锥体的边的角度，单位是弧度。在这个圆锥体中光线是可以衰减的。如果</a:t>
            </a:r>
            <a:r>
              <a:rPr lang="en-US" altLang="zh-CN" sz="1800" b="1" dirty="0">
                <a:latin typeface="宋体" panose="02010600030101010101" pitchFamily="2" charset="-122"/>
              </a:rPr>
              <a:t>beamWidth</a:t>
            </a:r>
            <a:r>
              <a:rPr lang="zh-CN" altLang="en-US" sz="1800" b="1" dirty="0">
                <a:latin typeface="宋体" panose="02010600030101010101" pitchFamily="2" charset="-122"/>
              </a:rPr>
              <a:t>的角度大于</a:t>
            </a:r>
            <a:r>
              <a:rPr lang="en-US" altLang="zh-CN" sz="1800" b="1" dirty="0">
                <a:latin typeface="宋体" panose="02010600030101010101" pitchFamily="2" charset="-122"/>
              </a:rPr>
              <a:t>cutOffAngle</a:t>
            </a:r>
            <a:r>
              <a:rPr lang="zh-CN" altLang="en-US" sz="1800" b="1" dirty="0">
                <a:latin typeface="宋体" panose="02010600030101010101" pitchFamily="2" charset="-122"/>
              </a:rPr>
              <a:t>的角度，那么在</a:t>
            </a:r>
            <a:r>
              <a:rPr lang="en-US" altLang="zh-CN" sz="1800" b="1" dirty="0">
                <a:latin typeface="宋体" panose="02010600030101010101" pitchFamily="2" charset="-122"/>
              </a:rPr>
              <a:t>cutOffAngle</a:t>
            </a:r>
            <a:r>
              <a:rPr lang="zh-CN" altLang="en-US" sz="1800" b="1" dirty="0">
                <a:latin typeface="宋体" panose="02010600030101010101" pitchFamily="2" charset="-122"/>
              </a:rPr>
              <a:t>所构成的圆锥体中，光线强度则会维持一定。它的默认值为</a:t>
            </a:r>
            <a:r>
              <a:rPr lang="en-US" altLang="zh-CN" sz="1800" b="1" dirty="0">
                <a:latin typeface="宋体" panose="02010600030101010101" pitchFamily="2" charset="-122"/>
              </a:rPr>
              <a:t>pi/4,</a:t>
            </a:r>
            <a:r>
              <a:rPr lang="zh-CN" altLang="en-US" sz="1800" b="1" dirty="0">
                <a:latin typeface="宋体" panose="02010600030101010101" pitchFamily="2" charset="-122"/>
              </a:rPr>
              <a:t>而</a:t>
            </a:r>
            <a:r>
              <a:rPr lang="en-US" altLang="zh-CN" sz="1800" b="1" dirty="0">
                <a:latin typeface="宋体" panose="02010600030101010101" pitchFamily="2" charset="-122"/>
              </a:rPr>
              <a:t>beamWidth</a:t>
            </a:r>
            <a:r>
              <a:rPr lang="zh-CN" altLang="en-US" sz="1800" b="1" dirty="0">
                <a:latin typeface="宋体" panose="02010600030101010101" pitchFamily="2" charset="-122"/>
              </a:rPr>
              <a:t>的默认值比较大，所以一般若不特别控制</a:t>
            </a:r>
            <a:r>
              <a:rPr lang="en-US" altLang="zh-CN" sz="1800" b="1" dirty="0">
                <a:latin typeface="宋体" panose="02010600030101010101" pitchFamily="2" charset="-122"/>
              </a:rPr>
              <a:t>beamWidth</a:t>
            </a:r>
            <a:r>
              <a:rPr lang="zh-CN" altLang="en-US" sz="1800" b="1" dirty="0">
                <a:latin typeface="宋体" panose="02010600030101010101" pitchFamily="2" charset="-122"/>
              </a:rPr>
              <a:t>的角度，那么在</a:t>
            </a:r>
            <a:r>
              <a:rPr lang="en-US" altLang="zh-CN" sz="1800" b="1" dirty="0">
                <a:latin typeface="宋体" panose="02010600030101010101" pitchFamily="2" charset="-122"/>
              </a:rPr>
              <a:t>cutOffAngle</a:t>
            </a:r>
            <a:r>
              <a:rPr lang="zh-CN" altLang="en-US" sz="1800" b="1" dirty="0">
                <a:latin typeface="宋体" panose="02010600030101010101" pitchFamily="2" charset="-122"/>
              </a:rPr>
              <a:t>所构成的圆锥体中，光线强度是维持一定的。</a:t>
            </a:r>
            <a:endParaRPr lang="zh-CN" altLang="en-US" sz="1800" b="1" dirty="0">
              <a:latin typeface="宋体" panose="02010600030101010101" pitchFamily="2" charset="-122"/>
            </a:endParaRPr>
          </a:p>
          <a:p>
            <a:r>
              <a:rPr lang="en-US" altLang="zh-CN" sz="1800" b="1" dirty="0">
                <a:latin typeface="宋体" panose="02010600030101010101" pitchFamily="2" charset="-122"/>
              </a:rPr>
              <a:t>Direction: </a:t>
            </a:r>
            <a:r>
              <a:rPr lang="zh-CN" altLang="en-US" sz="1800" b="1" dirty="0">
                <a:latin typeface="宋体" panose="02010600030101010101" pitchFamily="2" charset="-122"/>
              </a:rPr>
              <a:t>定义圆锥体中心轴的方向。</a:t>
            </a:r>
            <a:endParaRPr lang="zh-CN" altLang="en-US" sz="1800" b="1" dirty="0">
              <a:latin typeface="宋体" panose="02010600030101010101" pitchFamily="2" charset="-122"/>
            </a:endParaRPr>
          </a:p>
          <a:p>
            <a:r>
              <a:rPr lang="en-US" altLang="zh-CN" sz="1800" b="1" dirty="0">
                <a:latin typeface="宋体" panose="02010600030101010101" pitchFamily="2" charset="-122"/>
              </a:rPr>
              <a:t>Intensity:</a:t>
            </a:r>
            <a:endParaRPr lang="en-US" altLang="zh-CN" sz="1800" b="1" dirty="0">
              <a:latin typeface="宋体" panose="02010600030101010101" pitchFamily="2" charset="-122"/>
            </a:endParaRPr>
          </a:p>
          <a:p>
            <a:r>
              <a:rPr lang="en-US" altLang="zh-CN" sz="1800" b="1" dirty="0">
                <a:latin typeface="宋体" panose="02010600030101010101" pitchFamily="2" charset="-122"/>
              </a:rPr>
              <a:t>Location: </a:t>
            </a:r>
            <a:r>
              <a:rPr lang="zh-CN" altLang="en-US" sz="1800" b="1" dirty="0">
                <a:latin typeface="宋体" panose="02010600030101010101" pitchFamily="2" charset="-122"/>
              </a:rPr>
              <a:t>控制光线的方向。方向是由原点朝向特定的一点所构成。</a:t>
            </a:r>
            <a:endParaRPr lang="zh-CN" altLang="en-US" sz="1800" b="1" dirty="0">
              <a:latin typeface="宋体" panose="02010600030101010101" pitchFamily="2" charset="-122"/>
            </a:endParaRPr>
          </a:p>
          <a:p>
            <a:r>
              <a:rPr lang="en-US" altLang="zh-CN" sz="1800" b="1" dirty="0">
                <a:latin typeface="宋体" panose="02010600030101010101" pitchFamily="2" charset="-122"/>
              </a:rPr>
              <a:t>On:</a:t>
            </a:r>
            <a:endParaRPr lang="en-US" altLang="zh-CN" sz="1800" b="1" dirty="0">
              <a:latin typeface="宋体" panose="02010600030101010101" pitchFamily="2" charset="-122"/>
            </a:endParaRPr>
          </a:p>
          <a:p>
            <a:r>
              <a:rPr lang="en-US" altLang="zh-CN" sz="1800" b="1" dirty="0">
                <a:latin typeface="宋体" panose="02010600030101010101" pitchFamily="2" charset="-122"/>
              </a:rPr>
              <a:t>Radius: </a:t>
            </a:r>
            <a:r>
              <a:rPr lang="zh-CN" altLang="en-US" sz="1800" b="1" dirty="0">
                <a:latin typeface="宋体" panose="02010600030101010101" pitchFamily="2" charset="-122"/>
              </a:rPr>
              <a:t>定义光线可以发射的距离。这个距离如同球体的半径，光源在球心。默认值是</a:t>
            </a:r>
            <a:r>
              <a:rPr lang="en-US" altLang="zh-CN" sz="1800" b="1" dirty="0">
                <a:latin typeface="宋体" panose="02010600030101010101" pitchFamily="2" charset="-122"/>
              </a:rPr>
              <a:t>100</a:t>
            </a:r>
            <a:r>
              <a:rPr lang="zh-CN" altLang="en-US" sz="1800" b="1" dirty="0">
                <a:latin typeface="宋体" panose="02010600030101010101" pitchFamily="2" charset="-122"/>
              </a:rPr>
              <a:t>。</a:t>
            </a:r>
            <a:endParaRPr lang="zh-CN" altLang="en-US" sz="1800" b="1" dirty="0">
              <a:latin typeface="宋体" panose="02010600030101010101" pitchFamily="2" charset="-122"/>
            </a:endParaRPr>
          </a:p>
        </p:txBody>
      </p:sp>
      <p:sp>
        <p:nvSpPr>
          <p:cNvPr id="142340" name="Rectangle 3"/>
          <p:cNvSpPr/>
          <p:nvPr/>
        </p:nvSpPr>
        <p:spPr>
          <a:xfrm>
            <a:off x="1403350" y="908050"/>
            <a:ext cx="4232275" cy="457200"/>
          </a:xfrm>
          <a:prstGeom prst="rect">
            <a:avLst/>
          </a:prstGeom>
          <a:noFill/>
          <a:ln w="9525">
            <a:noFill/>
          </a:ln>
        </p:spPr>
        <p:txBody>
          <a:bodyPr wrap="none">
            <a:spAutoFit/>
          </a:bodyPr>
          <a:p>
            <a:r>
              <a:rPr lang="zh-CN" altLang="en-US" b="1" dirty="0">
                <a:latin typeface="Times New Roman" panose="02020603050405020304" pitchFamily="18" charset="0"/>
              </a:rPr>
              <a:t>聚光性光源节点</a:t>
            </a:r>
            <a:r>
              <a:rPr lang="en-US" altLang="zh-CN" b="1" dirty="0">
                <a:latin typeface="Times New Roman" panose="02020603050405020304" pitchFamily="18" charset="0"/>
              </a:rPr>
              <a:t>------SpotLight</a:t>
            </a:r>
            <a:endParaRPr lang="en-US" altLang="zh-CN" b="1" dirty="0">
              <a:latin typeface="Times New Roman" panose="02020603050405020304" pitchFamily="18" charset="0"/>
            </a:endParaRPr>
          </a:p>
        </p:txBody>
      </p:sp>
    </p:spTree>
  </p:cSld>
  <p:clrMapOvr>
    <a:masterClrMapping/>
  </p:clrMapOvr>
  <p:transition>
    <p:random/>
  </p:transition>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62" name="页脚占位符 3"/>
          <p:cNvSpPr txBox="1">
            <a:spLocks noGrp="1"/>
          </p:cNvSpPr>
          <p:nvPr>
            <p:ph type="ftr" sz="quarter" idx="3"/>
          </p:nvPr>
        </p:nvSpPr>
        <p:spPr>
          <a:xfrm>
            <a:off x="3733800" y="6570663"/>
            <a:ext cx="2590800" cy="280987"/>
          </a:xfrm>
          <a:ln/>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r>
              <a:rPr lang="zh-CN" altLang="en-US" sz="1200" dirty="0">
                <a:solidFill>
                  <a:schemeClr val="folHlink"/>
                </a:solidFill>
              </a:rPr>
              <a:t>《虚拟地理环境及其应用》</a:t>
            </a:r>
            <a:endParaRPr lang="zh-CN" altLang="en-US" sz="1200" dirty="0">
              <a:solidFill>
                <a:schemeClr val="folHlink"/>
              </a:solidFill>
            </a:endParaRPr>
          </a:p>
        </p:txBody>
      </p:sp>
      <p:pic>
        <p:nvPicPr>
          <p:cNvPr id="143363" name="Picture 3"/>
          <p:cNvPicPr>
            <a:picLocks noChangeAspect="1"/>
          </p:cNvPicPr>
          <p:nvPr/>
        </p:nvPicPr>
        <p:blipFill>
          <a:blip r:embed="rId1"/>
          <a:stretch>
            <a:fillRect/>
          </a:stretch>
        </p:blipFill>
        <p:spPr>
          <a:xfrm>
            <a:off x="1547813" y="1557338"/>
            <a:ext cx="5832475" cy="4375150"/>
          </a:xfrm>
          <a:prstGeom prst="rect">
            <a:avLst/>
          </a:prstGeom>
          <a:noFill/>
          <a:ln w="9525">
            <a:noFill/>
          </a:ln>
        </p:spPr>
      </p:pic>
    </p:spTree>
  </p:cSld>
  <p:clrMapOvr>
    <a:masterClrMapping/>
  </p:clrMapOvr>
  <p:transition>
    <p:random/>
  </p:transition>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4386" name="页脚占位符 3"/>
          <p:cNvSpPr txBox="1">
            <a:spLocks noGrp="1"/>
          </p:cNvSpPr>
          <p:nvPr>
            <p:ph type="ftr" sz="quarter" idx="3"/>
          </p:nvPr>
        </p:nvSpPr>
        <p:spPr>
          <a:xfrm>
            <a:off x="3733800" y="6570663"/>
            <a:ext cx="2590800" cy="280987"/>
          </a:xfrm>
          <a:ln/>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r>
              <a:rPr lang="zh-CN" altLang="en-US" sz="1200" dirty="0">
                <a:solidFill>
                  <a:schemeClr val="folHlink"/>
                </a:solidFill>
              </a:rPr>
              <a:t>《虚拟地理环境及其应用》</a:t>
            </a:r>
            <a:endParaRPr lang="zh-CN" altLang="en-US" sz="1200" dirty="0">
              <a:solidFill>
                <a:schemeClr val="folHlink"/>
              </a:solidFill>
            </a:endParaRPr>
          </a:p>
        </p:txBody>
      </p:sp>
      <p:sp>
        <p:nvSpPr>
          <p:cNvPr id="144387" name="Rectangle 2"/>
          <p:cNvSpPr/>
          <p:nvPr/>
        </p:nvSpPr>
        <p:spPr>
          <a:xfrm>
            <a:off x="646113" y="1951038"/>
            <a:ext cx="8029575" cy="4419600"/>
          </a:xfrm>
          <a:prstGeom prst="rect">
            <a:avLst/>
          </a:prstGeom>
          <a:noFill/>
          <a:ln w="12700">
            <a:noFill/>
          </a:ln>
        </p:spPr>
        <p:txBody>
          <a:bodyPr anchor="ctr" anchorCtr="0">
            <a:spAutoFit/>
          </a:bodyPr>
          <a:p>
            <a:r>
              <a:rPr lang="zh-CN" altLang="en-US" sz="2000" b="1" dirty="0">
                <a:latin typeface="宋体" panose="02010600030101010101" pitchFamily="2" charset="-122"/>
              </a:rPr>
              <a:t>字段：</a:t>
            </a:r>
            <a:r>
              <a:rPr lang="en-US" altLang="zh-CN" sz="2000" b="1" dirty="0">
                <a:latin typeface="宋体" panose="02010600030101010101" pitchFamily="2" charset="-122"/>
              </a:rPr>
              <a:t>direction: </a:t>
            </a:r>
            <a:r>
              <a:rPr lang="zh-CN" altLang="en-US" sz="2000" b="1" dirty="0">
                <a:latin typeface="宋体" panose="02010600030101010101" pitchFamily="2" charset="-122"/>
              </a:rPr>
              <a:t>设定也声音传递的主要方向和定义出可听见声音的橄榄球体空间中的主轴。默认值（</a:t>
            </a:r>
            <a:r>
              <a:rPr lang="en-US" altLang="zh-CN" sz="2000" b="1" dirty="0">
                <a:latin typeface="宋体" panose="02010600030101010101" pitchFamily="2" charset="-122"/>
              </a:rPr>
              <a:t>0</a:t>
            </a:r>
            <a:r>
              <a:rPr lang="zh-CN" altLang="en-US" sz="2000" b="1" dirty="0">
                <a:latin typeface="宋体" panose="02010600030101010101" pitchFamily="2" charset="-122"/>
              </a:rPr>
              <a:t>，</a:t>
            </a:r>
            <a:r>
              <a:rPr lang="en-US" altLang="zh-CN" sz="2000" b="1" dirty="0">
                <a:latin typeface="宋体" panose="02010600030101010101" pitchFamily="2" charset="-122"/>
              </a:rPr>
              <a:t>0</a:t>
            </a:r>
            <a:r>
              <a:rPr lang="zh-CN" altLang="en-US" sz="2000" b="1" dirty="0">
                <a:latin typeface="宋体" panose="02010600030101010101" pitchFamily="2" charset="-122"/>
              </a:rPr>
              <a:t>，</a:t>
            </a:r>
            <a:r>
              <a:rPr lang="en-US" altLang="zh-CN" sz="2000" b="1" dirty="0">
                <a:latin typeface="宋体" panose="02010600030101010101" pitchFamily="2" charset="-122"/>
              </a:rPr>
              <a:t>1</a:t>
            </a:r>
            <a:r>
              <a:rPr lang="zh-CN" altLang="en-US" sz="2000" b="1" dirty="0">
                <a:latin typeface="宋体" panose="02010600030101010101" pitchFamily="2" charset="-122"/>
              </a:rPr>
              <a:t>）主轴方向是</a:t>
            </a:r>
            <a:r>
              <a:rPr lang="en-US" altLang="zh-CN" sz="2000" b="1" dirty="0">
                <a:latin typeface="宋体" panose="02010600030101010101" pitchFamily="2" charset="-122"/>
              </a:rPr>
              <a:t>+Z</a:t>
            </a:r>
            <a:r>
              <a:rPr lang="zh-CN" altLang="en-US" sz="2000" b="1" dirty="0">
                <a:latin typeface="宋体" panose="02010600030101010101" pitchFamily="2" charset="-122"/>
              </a:rPr>
              <a:t>轴。</a:t>
            </a:r>
            <a:endParaRPr lang="zh-CN" altLang="en-US" sz="2000" b="1" dirty="0">
              <a:latin typeface="宋体" panose="02010600030101010101" pitchFamily="2" charset="-122"/>
            </a:endParaRPr>
          </a:p>
          <a:p>
            <a:r>
              <a:rPr lang="en-US" altLang="zh-CN" sz="2000" b="1" dirty="0">
                <a:latin typeface="宋体" panose="02010600030101010101" pitchFamily="2" charset="-122"/>
              </a:rPr>
              <a:t>Intensity: </a:t>
            </a:r>
            <a:r>
              <a:rPr lang="zh-CN" altLang="en-US" sz="2000" b="1" dirty="0">
                <a:latin typeface="宋体" panose="02010600030101010101" pitchFamily="2" charset="-122"/>
              </a:rPr>
              <a:t>高速声音强度的大小。</a:t>
            </a:r>
            <a:r>
              <a:rPr lang="en-US" altLang="zh-CN" sz="2000" b="1" dirty="0">
                <a:latin typeface="宋体" panose="02010600030101010101" pitchFamily="2" charset="-122"/>
              </a:rPr>
              <a:t>0~1</a:t>
            </a:r>
            <a:r>
              <a:rPr lang="zh-CN" altLang="en-US" sz="2000" b="1" dirty="0">
                <a:latin typeface="宋体" panose="02010600030101010101" pitchFamily="2" charset="-122"/>
              </a:rPr>
              <a:t>。默认值为</a:t>
            </a:r>
            <a:r>
              <a:rPr lang="en-US" altLang="zh-CN" sz="2000" b="1" dirty="0">
                <a:latin typeface="宋体" panose="02010600030101010101" pitchFamily="2" charset="-122"/>
              </a:rPr>
              <a:t>1</a:t>
            </a:r>
            <a:r>
              <a:rPr lang="zh-CN" altLang="en-US" sz="2000" b="1" dirty="0">
                <a:latin typeface="宋体" panose="02010600030101010101" pitchFamily="2" charset="-122"/>
              </a:rPr>
              <a:t>。</a:t>
            </a:r>
            <a:endParaRPr lang="zh-CN" altLang="en-US" sz="2000" b="1" dirty="0">
              <a:latin typeface="宋体" panose="02010600030101010101" pitchFamily="2" charset="-122"/>
            </a:endParaRPr>
          </a:p>
          <a:p>
            <a:r>
              <a:rPr lang="en-US" altLang="zh-CN" sz="2000" b="1" dirty="0">
                <a:latin typeface="宋体" panose="02010600030101010101" pitchFamily="2" charset="-122"/>
              </a:rPr>
              <a:t>Location: </a:t>
            </a:r>
            <a:endParaRPr lang="en-US" altLang="zh-CN" sz="2000" b="1" dirty="0">
              <a:latin typeface="宋体" panose="02010600030101010101" pitchFamily="2" charset="-122"/>
            </a:endParaRPr>
          </a:p>
          <a:p>
            <a:r>
              <a:rPr lang="en-US" altLang="zh-CN" sz="2000" b="1" dirty="0">
                <a:latin typeface="宋体" panose="02010600030101010101" pitchFamily="2" charset="-122"/>
              </a:rPr>
              <a:t>maxBack: </a:t>
            </a:r>
            <a:r>
              <a:rPr lang="zh-CN" altLang="en-US" sz="2000" b="1" dirty="0">
                <a:latin typeface="宋体" panose="02010600030101010101" pitchFamily="2" charset="-122"/>
              </a:rPr>
              <a:t>定义出与声音来源位置最大距离，方向和主轴相反，在可听见声音的橄榄球体实间中。而在</a:t>
            </a:r>
            <a:r>
              <a:rPr lang="en-US" altLang="zh-CN" sz="2000" b="1" dirty="0">
                <a:latin typeface="宋体" panose="02010600030101010101" pitchFamily="2" charset="-122"/>
              </a:rPr>
              <a:t>maxBack</a:t>
            </a:r>
            <a:r>
              <a:rPr lang="zh-CN" altLang="en-US" sz="2000" b="1" dirty="0">
                <a:latin typeface="宋体" panose="02010600030101010101" pitchFamily="2" charset="-122"/>
              </a:rPr>
              <a:t>和</a:t>
            </a:r>
            <a:r>
              <a:rPr lang="en-US" altLang="zh-CN" sz="2000" b="1" dirty="0">
                <a:latin typeface="宋体" panose="02010600030101010101" pitchFamily="2" charset="-122"/>
              </a:rPr>
              <a:t>minBack</a:t>
            </a:r>
            <a:r>
              <a:rPr lang="zh-CN" altLang="en-US" sz="2000" b="1" dirty="0">
                <a:latin typeface="宋体" panose="02010600030101010101" pitchFamily="2" charset="-122"/>
              </a:rPr>
              <a:t>间的距离声音是会衰减的。</a:t>
            </a:r>
            <a:endParaRPr lang="zh-CN" altLang="en-US" sz="2000" b="1" dirty="0">
              <a:latin typeface="宋体" panose="02010600030101010101" pitchFamily="2" charset="-122"/>
            </a:endParaRPr>
          </a:p>
          <a:p>
            <a:r>
              <a:rPr lang="en-US" altLang="zh-CN" sz="2000" b="1" dirty="0">
                <a:latin typeface="宋体" panose="02010600030101010101" pitchFamily="2" charset="-122"/>
              </a:rPr>
              <a:t>maxFront: </a:t>
            </a:r>
            <a:r>
              <a:rPr lang="zh-CN" altLang="en-US" sz="2000" b="1" dirty="0">
                <a:latin typeface="宋体" panose="02010600030101010101" pitchFamily="2" charset="-122"/>
              </a:rPr>
              <a:t>定义出与声音来源位置最大距离，方向和主轴相反，在可听见声音的橄榄球体实间中。而在</a:t>
            </a:r>
            <a:r>
              <a:rPr lang="en-US" altLang="zh-CN" sz="2000" b="1" dirty="0">
                <a:latin typeface="宋体" panose="02010600030101010101" pitchFamily="2" charset="-122"/>
              </a:rPr>
              <a:t>maxFront</a:t>
            </a:r>
            <a:r>
              <a:rPr lang="zh-CN" altLang="en-US" sz="2000" b="1" dirty="0">
                <a:latin typeface="宋体" panose="02010600030101010101" pitchFamily="2" charset="-122"/>
              </a:rPr>
              <a:t>和</a:t>
            </a:r>
            <a:r>
              <a:rPr lang="en-US" altLang="zh-CN" sz="2000" b="1" dirty="0">
                <a:latin typeface="宋体" panose="02010600030101010101" pitchFamily="2" charset="-122"/>
              </a:rPr>
              <a:t>minFront</a:t>
            </a:r>
            <a:r>
              <a:rPr lang="zh-CN" altLang="en-US" sz="2000" b="1" dirty="0">
                <a:latin typeface="宋体" panose="02010600030101010101" pitchFamily="2" charset="-122"/>
              </a:rPr>
              <a:t>间的距离声音是会衰减的。</a:t>
            </a:r>
            <a:endParaRPr lang="zh-CN" altLang="en-US" sz="2000" b="1" dirty="0">
              <a:latin typeface="宋体" panose="02010600030101010101" pitchFamily="2" charset="-122"/>
            </a:endParaRPr>
          </a:p>
          <a:p>
            <a:r>
              <a:rPr lang="en-US" altLang="zh-CN" sz="2000" b="1" dirty="0">
                <a:latin typeface="宋体" panose="02010600030101010101" pitchFamily="2" charset="-122"/>
              </a:rPr>
              <a:t>minBack: </a:t>
            </a:r>
            <a:r>
              <a:rPr lang="zh-CN" altLang="en-US" sz="2000" b="1" dirty="0">
                <a:latin typeface="宋体" panose="02010600030101010101" pitchFamily="2" charset="-122"/>
              </a:rPr>
              <a:t>定义出与声音来源位置最小距离，方向和主轴相反，这个距离内声音强度一直维持最大</a:t>
            </a:r>
            <a:endParaRPr lang="zh-CN" altLang="en-US" sz="2000" b="1" dirty="0">
              <a:latin typeface="宋体" panose="02010600030101010101" pitchFamily="2" charset="-122"/>
            </a:endParaRPr>
          </a:p>
          <a:p>
            <a:r>
              <a:rPr lang="en-US" altLang="zh-CN" sz="2000" b="1" dirty="0">
                <a:latin typeface="宋体" panose="02010600030101010101" pitchFamily="2" charset="-122"/>
              </a:rPr>
              <a:t>minFront: </a:t>
            </a:r>
            <a:r>
              <a:rPr lang="zh-CN" altLang="en-US" sz="2000" b="1" dirty="0">
                <a:latin typeface="宋体" panose="02010600030101010101" pitchFamily="2" charset="-122"/>
              </a:rPr>
              <a:t>定义出与声音来源位置最小距离，方向和主轴相反，这个距离内声音强度衰减</a:t>
            </a:r>
            <a:r>
              <a:rPr lang="en-US" altLang="zh-CN" sz="2000" b="1" dirty="0">
                <a:latin typeface="宋体" panose="02010600030101010101" pitchFamily="2" charset="-122"/>
              </a:rPr>
              <a:t>.                       </a:t>
            </a:r>
            <a:r>
              <a:rPr lang="zh-CN" altLang="en-US" b="1" dirty="0">
                <a:latin typeface="Times New Roman" panose="02020603050405020304" pitchFamily="18" charset="0"/>
              </a:rPr>
              <a:t>示例</a:t>
            </a:r>
            <a:r>
              <a:rPr lang="en-US" altLang="zh-CN" b="1" dirty="0">
                <a:latin typeface="Times New Roman" panose="02020603050405020304" pitchFamily="18" charset="0"/>
              </a:rPr>
              <a:t>7-6,7-7</a:t>
            </a:r>
            <a:endParaRPr lang="en-US" altLang="zh-CN" b="1" dirty="0">
              <a:latin typeface="Times New Roman" panose="02020603050405020304" pitchFamily="18" charset="0"/>
            </a:endParaRPr>
          </a:p>
        </p:txBody>
      </p:sp>
      <p:sp>
        <p:nvSpPr>
          <p:cNvPr id="144388" name="Rectangle 3"/>
          <p:cNvSpPr/>
          <p:nvPr/>
        </p:nvSpPr>
        <p:spPr>
          <a:xfrm>
            <a:off x="1403350" y="908050"/>
            <a:ext cx="4232275" cy="457200"/>
          </a:xfrm>
          <a:prstGeom prst="rect">
            <a:avLst/>
          </a:prstGeom>
          <a:noFill/>
          <a:ln w="9525">
            <a:noFill/>
          </a:ln>
        </p:spPr>
        <p:txBody>
          <a:bodyPr wrap="none">
            <a:spAutoFit/>
          </a:bodyPr>
          <a:p>
            <a:r>
              <a:rPr lang="zh-CN" altLang="en-US" b="1" dirty="0">
                <a:latin typeface="Times New Roman" panose="02020603050405020304" pitchFamily="18" charset="0"/>
              </a:rPr>
              <a:t>聚光性光源节点</a:t>
            </a:r>
            <a:r>
              <a:rPr lang="en-US" altLang="zh-CN" b="1" dirty="0">
                <a:latin typeface="Times New Roman" panose="02020603050405020304" pitchFamily="18" charset="0"/>
              </a:rPr>
              <a:t>------SpotLight</a:t>
            </a:r>
            <a:endParaRPr lang="en-US" altLang="zh-CN" b="1" dirty="0">
              <a:latin typeface="Times New Roman" panose="02020603050405020304" pitchFamily="18" charset="0"/>
            </a:endParaRPr>
          </a:p>
        </p:txBody>
      </p:sp>
    </p:spTree>
  </p:cSld>
  <p:clrMapOvr>
    <a:masterClrMapping/>
  </p:clrMapOvr>
  <p:transition>
    <p:random/>
  </p:transition>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5410" name="页脚占位符 3"/>
          <p:cNvSpPr txBox="1">
            <a:spLocks noGrp="1"/>
          </p:cNvSpPr>
          <p:nvPr>
            <p:ph type="ftr" sz="quarter" idx="3"/>
          </p:nvPr>
        </p:nvSpPr>
        <p:spPr>
          <a:xfrm>
            <a:off x="3733800" y="6570663"/>
            <a:ext cx="2590800" cy="280987"/>
          </a:xfrm>
          <a:ln/>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r>
              <a:rPr lang="zh-CN" altLang="en-US" sz="1200" dirty="0">
                <a:solidFill>
                  <a:schemeClr val="folHlink"/>
                </a:solidFill>
              </a:rPr>
              <a:t>《虚拟地理环境及其应用》</a:t>
            </a:r>
            <a:endParaRPr lang="zh-CN" altLang="en-US" sz="1200" dirty="0">
              <a:solidFill>
                <a:schemeClr val="folHlink"/>
              </a:solidFill>
            </a:endParaRPr>
          </a:p>
        </p:txBody>
      </p:sp>
      <p:sp>
        <p:nvSpPr>
          <p:cNvPr id="145411" name="Rectangle 2"/>
          <p:cNvSpPr/>
          <p:nvPr/>
        </p:nvSpPr>
        <p:spPr>
          <a:xfrm>
            <a:off x="646113" y="2708275"/>
            <a:ext cx="8497887" cy="1431925"/>
          </a:xfrm>
          <a:prstGeom prst="rect">
            <a:avLst/>
          </a:prstGeom>
          <a:noFill/>
          <a:ln w="12700">
            <a:noFill/>
          </a:ln>
        </p:spPr>
        <p:txBody>
          <a:bodyPr>
            <a:spAutoFit/>
          </a:bodyPr>
          <a:p>
            <a:endParaRPr lang="en-US" altLang="zh-CN" sz="2200" b="1" dirty="0">
              <a:latin typeface="宋体" panose="02010600030101010101" pitchFamily="2" charset="-122"/>
            </a:endParaRPr>
          </a:p>
          <a:p>
            <a:r>
              <a:rPr lang="zh-CN" altLang="en-US" sz="2200" b="1" dirty="0">
                <a:latin typeface="宋体" panose="02010600030101010101" pitchFamily="2" charset="-122"/>
              </a:rPr>
              <a:t>功能</a:t>
            </a:r>
            <a:r>
              <a:rPr lang="en-US" altLang="zh-CN" sz="2200" b="1" dirty="0">
                <a:latin typeface="宋体" panose="02010600030101010101" pitchFamily="2" charset="-122"/>
              </a:rPr>
              <a:t>:</a:t>
            </a:r>
            <a:r>
              <a:rPr lang="zh-CN" altLang="en-US" sz="2200" b="1" dirty="0">
                <a:latin typeface="宋体" panose="02010600030101010101" pitchFamily="2" charset="-122"/>
              </a:rPr>
              <a:t>经由</a:t>
            </a:r>
            <a:r>
              <a:rPr lang="en-US" altLang="zh-CN" sz="2200" b="1" dirty="0">
                <a:latin typeface="宋体" panose="02010600030101010101" pitchFamily="2" charset="-122"/>
              </a:rPr>
              <a:t>url</a:t>
            </a:r>
            <a:r>
              <a:rPr lang="zh-CN" altLang="en-US" sz="2200" b="1" dirty="0">
                <a:latin typeface="宋体" panose="02010600030101010101" pitchFamily="2" charset="-122"/>
              </a:rPr>
              <a:t>字段引入声音文件。而它也是</a:t>
            </a:r>
            <a:r>
              <a:rPr lang="en-US" altLang="zh-CN" sz="2200" b="1" dirty="0">
                <a:latin typeface="宋体" panose="02010600030101010101" pitchFamily="2" charset="-122"/>
              </a:rPr>
              <a:t>Sound</a:t>
            </a:r>
            <a:r>
              <a:rPr lang="zh-CN" altLang="en-US" sz="2200" b="1" dirty="0">
                <a:latin typeface="宋体" panose="02010600030101010101" pitchFamily="2" charset="-122"/>
              </a:rPr>
              <a:t>节点中</a:t>
            </a:r>
            <a:r>
              <a:rPr lang="en-US" altLang="zh-CN" sz="2200" b="1" dirty="0">
                <a:latin typeface="宋体" panose="02010600030101010101" pitchFamily="2" charset="-122"/>
              </a:rPr>
              <a:t>source</a:t>
            </a:r>
            <a:r>
              <a:rPr lang="zh-CN" altLang="en-US" sz="2200" b="1" dirty="0">
                <a:latin typeface="宋体" panose="02010600030101010101" pitchFamily="2" charset="-122"/>
              </a:rPr>
              <a:t>字段的字段值之一。这个节点所能引入的声音文件为</a:t>
            </a:r>
            <a:r>
              <a:rPr lang="en-US" altLang="zh-CN" sz="2200" b="1" dirty="0">
                <a:latin typeface="宋体" panose="02010600030101010101" pitchFamily="2" charset="-122"/>
              </a:rPr>
              <a:t>MIDI</a:t>
            </a:r>
            <a:r>
              <a:rPr lang="zh-CN" altLang="en-US" sz="2200" b="1" dirty="0">
                <a:latin typeface="宋体" panose="02010600030101010101" pitchFamily="2" charset="-122"/>
              </a:rPr>
              <a:t>文件（</a:t>
            </a:r>
            <a:r>
              <a:rPr lang="en-US" altLang="zh-CN" sz="2200" b="1" dirty="0">
                <a:latin typeface="宋体" panose="02010600030101010101" pitchFamily="2" charset="-122"/>
              </a:rPr>
              <a:t>Musical Instrument Digital Interface</a:t>
            </a:r>
            <a:r>
              <a:rPr lang="zh-CN" altLang="en-US" sz="2200" b="1" dirty="0">
                <a:latin typeface="宋体" panose="02010600030101010101" pitchFamily="2" charset="-122"/>
              </a:rPr>
              <a:t>）或</a:t>
            </a:r>
            <a:r>
              <a:rPr lang="en-US" altLang="zh-CN" sz="2200" b="1" dirty="0">
                <a:latin typeface="宋体" panose="02010600030101010101" pitchFamily="2" charset="-122"/>
              </a:rPr>
              <a:t>WAV</a:t>
            </a:r>
            <a:r>
              <a:rPr lang="zh-CN" altLang="en-US" sz="2200" b="1" dirty="0">
                <a:latin typeface="宋体" panose="02010600030101010101" pitchFamily="2" charset="-122"/>
              </a:rPr>
              <a:t>文件（</a:t>
            </a:r>
            <a:r>
              <a:rPr lang="en-US" altLang="zh-CN" sz="2200" b="1" dirty="0">
                <a:latin typeface="宋体" panose="02010600030101010101" pitchFamily="2" charset="-122"/>
              </a:rPr>
              <a:t>Waveform</a:t>
            </a:r>
            <a:r>
              <a:rPr lang="zh-CN" altLang="en-US" sz="2200" b="1" dirty="0">
                <a:latin typeface="宋体" panose="02010600030101010101" pitchFamily="2" charset="-122"/>
              </a:rPr>
              <a:t>）。</a:t>
            </a:r>
            <a:endParaRPr lang="zh-CN" altLang="en-US" sz="2200" b="1" dirty="0">
              <a:latin typeface="宋体" panose="02010600030101010101" pitchFamily="2" charset="-122"/>
            </a:endParaRPr>
          </a:p>
        </p:txBody>
      </p:sp>
      <p:sp>
        <p:nvSpPr>
          <p:cNvPr id="145412" name="Rectangle 3"/>
          <p:cNvSpPr/>
          <p:nvPr/>
        </p:nvSpPr>
        <p:spPr>
          <a:xfrm>
            <a:off x="1403350" y="692150"/>
            <a:ext cx="3860800" cy="457200"/>
          </a:xfrm>
          <a:prstGeom prst="rect">
            <a:avLst/>
          </a:prstGeom>
          <a:noFill/>
          <a:ln w="9525">
            <a:noFill/>
          </a:ln>
        </p:spPr>
        <p:txBody>
          <a:bodyPr wrap="none">
            <a:spAutoFit/>
          </a:bodyPr>
          <a:p>
            <a:r>
              <a:rPr lang="zh-CN" altLang="en-US" b="1" dirty="0">
                <a:latin typeface="Times New Roman" panose="02020603050405020304" pitchFamily="18" charset="0"/>
              </a:rPr>
              <a:t>七、 声音节点</a:t>
            </a:r>
            <a:r>
              <a:rPr lang="en-US" altLang="zh-CN" b="1" dirty="0">
                <a:latin typeface="Times New Roman" panose="02020603050405020304" pitchFamily="18" charset="0"/>
              </a:rPr>
              <a:t>----AudioClip</a:t>
            </a:r>
            <a:endParaRPr lang="en-US" altLang="zh-CN" b="1" dirty="0">
              <a:latin typeface="Times New Roman" panose="02020603050405020304" pitchFamily="18" charset="0"/>
            </a:endParaRPr>
          </a:p>
        </p:txBody>
      </p:sp>
    </p:spTree>
  </p:cSld>
  <p:clrMapOvr>
    <a:masterClrMapping/>
  </p:clrMapOvr>
  <p:transition>
    <p:random/>
  </p:transition>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6434" name="页脚占位符 4"/>
          <p:cNvSpPr txBox="1">
            <a:spLocks noGrp="1"/>
          </p:cNvSpPr>
          <p:nvPr>
            <p:ph type="ftr" sz="quarter" idx="3"/>
          </p:nvPr>
        </p:nvSpPr>
        <p:spPr>
          <a:xfrm>
            <a:off x="3733800" y="6570663"/>
            <a:ext cx="2590800" cy="280987"/>
          </a:xfrm>
          <a:ln/>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r>
              <a:rPr lang="zh-CN" altLang="en-US" sz="1200" dirty="0">
                <a:solidFill>
                  <a:schemeClr val="folHlink"/>
                </a:solidFill>
              </a:rPr>
              <a:t>《虚拟地理环境及其应用》</a:t>
            </a:r>
            <a:endParaRPr lang="zh-CN" altLang="en-US" sz="1200" dirty="0">
              <a:solidFill>
                <a:schemeClr val="folHlink"/>
              </a:solidFill>
            </a:endParaRPr>
          </a:p>
        </p:txBody>
      </p:sp>
      <p:pic>
        <p:nvPicPr>
          <p:cNvPr id="146435" name="Picture 2"/>
          <p:cNvPicPr>
            <a:picLocks noChangeAspect="1"/>
          </p:cNvPicPr>
          <p:nvPr>
            <p:ph sz="half" idx="1"/>
          </p:nvPr>
        </p:nvPicPr>
        <p:blipFill>
          <a:blip r:embed="rId1"/>
          <a:srcRect l="2426" r="-2751" b="46249"/>
          <a:stretch>
            <a:fillRect/>
          </a:stretch>
        </p:blipFill>
        <p:spPr>
          <a:xfrm>
            <a:off x="1258888" y="2133600"/>
            <a:ext cx="3059112" cy="4248150"/>
          </a:xfrm>
          <a:ln/>
        </p:spPr>
      </p:pic>
      <p:pic>
        <p:nvPicPr>
          <p:cNvPr id="146436" name="Picture 3"/>
          <p:cNvPicPr>
            <a:picLocks noChangeAspect="1"/>
          </p:cNvPicPr>
          <p:nvPr>
            <p:ph sz="half" idx="2"/>
          </p:nvPr>
        </p:nvPicPr>
        <p:blipFill>
          <a:blip r:embed="rId1"/>
          <a:srcRect l="-4114" t="57910"/>
          <a:stretch>
            <a:fillRect/>
          </a:stretch>
        </p:blipFill>
        <p:spPr>
          <a:xfrm>
            <a:off x="4500563" y="2565400"/>
            <a:ext cx="4105275" cy="3300413"/>
          </a:xfrm>
          <a:ln/>
        </p:spPr>
      </p:pic>
      <p:sp>
        <p:nvSpPr>
          <p:cNvPr id="146437" name="Rectangle 4"/>
          <p:cNvSpPr/>
          <p:nvPr/>
        </p:nvSpPr>
        <p:spPr>
          <a:xfrm>
            <a:off x="1403350" y="908050"/>
            <a:ext cx="3165475" cy="457200"/>
          </a:xfrm>
          <a:prstGeom prst="rect">
            <a:avLst/>
          </a:prstGeom>
          <a:noFill/>
          <a:ln w="9525">
            <a:noFill/>
          </a:ln>
        </p:spPr>
        <p:txBody>
          <a:bodyPr wrap="none">
            <a:spAutoFit/>
          </a:bodyPr>
          <a:p>
            <a:r>
              <a:rPr lang="zh-CN" altLang="en-US" b="1" dirty="0">
                <a:latin typeface="Times New Roman" panose="02020603050405020304" pitchFamily="18" charset="0"/>
              </a:rPr>
              <a:t>声音节点</a:t>
            </a:r>
            <a:r>
              <a:rPr lang="en-US" altLang="zh-CN" b="1" dirty="0">
                <a:latin typeface="Times New Roman" panose="02020603050405020304" pitchFamily="18" charset="0"/>
              </a:rPr>
              <a:t>----AudioClip</a:t>
            </a:r>
            <a:endParaRPr lang="en-US" altLang="zh-CN" b="1" dirty="0">
              <a:latin typeface="Times New Roman" panose="02020603050405020304" pitchFamily="18" charset="0"/>
            </a:endParaRPr>
          </a:p>
        </p:txBody>
      </p:sp>
    </p:spTree>
  </p:cSld>
  <p:clrMapOvr>
    <a:masterClrMapping/>
  </p:clrMapOvr>
  <p:transition>
    <p:random/>
  </p:transition>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7458" name="页脚占位符 3"/>
          <p:cNvSpPr txBox="1">
            <a:spLocks noGrp="1"/>
          </p:cNvSpPr>
          <p:nvPr>
            <p:ph type="ftr" sz="quarter" idx="3"/>
          </p:nvPr>
        </p:nvSpPr>
        <p:spPr>
          <a:xfrm>
            <a:off x="3733800" y="6570663"/>
            <a:ext cx="2590800" cy="280987"/>
          </a:xfrm>
          <a:ln/>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r>
              <a:rPr lang="zh-CN" altLang="en-US" sz="1200" dirty="0">
                <a:solidFill>
                  <a:schemeClr val="folHlink"/>
                </a:solidFill>
              </a:rPr>
              <a:t>《虚拟地理环境及其应用》</a:t>
            </a:r>
            <a:endParaRPr lang="zh-CN" altLang="en-US" sz="1200" dirty="0">
              <a:solidFill>
                <a:schemeClr val="folHlink"/>
              </a:solidFill>
            </a:endParaRPr>
          </a:p>
        </p:txBody>
      </p:sp>
      <p:sp>
        <p:nvSpPr>
          <p:cNvPr id="147459" name="Rectangle 2"/>
          <p:cNvSpPr/>
          <p:nvPr/>
        </p:nvSpPr>
        <p:spPr>
          <a:xfrm>
            <a:off x="611188" y="2052638"/>
            <a:ext cx="7848600" cy="4389437"/>
          </a:xfrm>
          <a:prstGeom prst="rect">
            <a:avLst/>
          </a:prstGeom>
          <a:noFill/>
          <a:ln w="12700">
            <a:noFill/>
          </a:ln>
        </p:spPr>
        <p:txBody>
          <a:bodyPr anchor="ctr" anchorCtr="0">
            <a:spAutoFit/>
          </a:bodyPr>
          <a:p>
            <a:r>
              <a:rPr lang="en-US" altLang="zh-CN" sz="2000" b="1" dirty="0">
                <a:latin typeface="宋体" panose="02010600030101010101" pitchFamily="2" charset="-122"/>
              </a:rPr>
              <a:t>Description: </a:t>
            </a:r>
            <a:r>
              <a:rPr lang="zh-CN" altLang="en-US" sz="2000" b="1" dirty="0">
                <a:latin typeface="宋体" panose="02010600030101010101" pitchFamily="2" charset="-122"/>
              </a:rPr>
              <a:t>使用一些文字去描述所引入声音文件。</a:t>
            </a:r>
            <a:endParaRPr lang="zh-CN" altLang="en-US" sz="2000" b="1" dirty="0">
              <a:latin typeface="宋体" panose="02010600030101010101" pitchFamily="2" charset="-122"/>
            </a:endParaRPr>
          </a:p>
          <a:p>
            <a:r>
              <a:rPr lang="en-US" altLang="zh-CN" sz="2000" b="1" dirty="0">
                <a:latin typeface="宋体" panose="02010600030101010101" pitchFamily="2" charset="-122"/>
              </a:rPr>
              <a:t>Loop: </a:t>
            </a:r>
            <a:r>
              <a:rPr lang="zh-CN" altLang="en-US" sz="2000" b="1" dirty="0">
                <a:latin typeface="宋体" panose="02010600030101010101" pitchFamily="2" charset="-122"/>
              </a:rPr>
              <a:t>布尔值。控制当声音播放完后是否自动重复播放。</a:t>
            </a:r>
            <a:endParaRPr lang="zh-CN" altLang="en-US" sz="2000" b="1" dirty="0">
              <a:latin typeface="宋体" panose="02010600030101010101" pitchFamily="2" charset="-122"/>
            </a:endParaRPr>
          </a:p>
          <a:p>
            <a:r>
              <a:rPr lang="en-US" altLang="zh-CN" sz="2000" b="1" dirty="0">
                <a:latin typeface="宋体" panose="02010600030101010101" pitchFamily="2" charset="-122"/>
              </a:rPr>
              <a:t>Pitch: </a:t>
            </a:r>
            <a:r>
              <a:rPr lang="zh-CN" altLang="en-US" sz="2000" b="1" dirty="0">
                <a:latin typeface="宋体" panose="02010600030101010101" pitchFamily="2" charset="-122"/>
              </a:rPr>
              <a:t>控制音效播放的频率的倍数。如</a:t>
            </a:r>
            <a:r>
              <a:rPr lang="en-US" altLang="zh-CN" sz="2000" b="1" dirty="0">
                <a:latin typeface="宋体" panose="02010600030101010101" pitchFamily="2" charset="-122"/>
              </a:rPr>
              <a:t>2.0</a:t>
            </a:r>
            <a:r>
              <a:rPr lang="zh-CN" altLang="en-US" sz="2000" b="1" dirty="0">
                <a:latin typeface="宋体" panose="02010600030101010101" pitchFamily="2" charset="-122"/>
              </a:rPr>
              <a:t>表示是两倍的频率，也就是声音以两倍的速度被 播放。默认值为</a:t>
            </a:r>
            <a:r>
              <a:rPr lang="en-US" altLang="zh-CN" sz="2000" b="1" dirty="0">
                <a:latin typeface="宋体" panose="02010600030101010101" pitchFamily="2" charset="-122"/>
              </a:rPr>
              <a:t>1.0</a:t>
            </a:r>
            <a:r>
              <a:rPr lang="zh-CN" altLang="en-US" sz="2000" b="1" dirty="0">
                <a:latin typeface="宋体" panose="02010600030101010101" pitchFamily="2" charset="-122"/>
              </a:rPr>
              <a:t>，而且没有负值。</a:t>
            </a:r>
            <a:endParaRPr lang="zh-CN" altLang="en-US" sz="2000" b="1" dirty="0">
              <a:latin typeface="宋体" panose="02010600030101010101" pitchFamily="2" charset="-122"/>
            </a:endParaRPr>
          </a:p>
          <a:p>
            <a:r>
              <a:rPr lang="en-US" altLang="zh-CN" sz="2000" b="1" dirty="0">
                <a:latin typeface="宋体" panose="02010600030101010101" pitchFamily="2" charset="-122"/>
              </a:rPr>
              <a:t>startTime: </a:t>
            </a:r>
            <a:r>
              <a:rPr lang="zh-CN" altLang="en-US" sz="2000" b="1" dirty="0">
                <a:latin typeface="宋体" panose="02010600030101010101" pitchFamily="2" charset="-122"/>
              </a:rPr>
              <a:t>定义声音开始播放的时间，默认值为</a:t>
            </a:r>
            <a:r>
              <a:rPr lang="en-US" altLang="zh-CN" sz="2000" b="1" dirty="0">
                <a:latin typeface="宋体" panose="02010600030101010101" pitchFamily="2" charset="-122"/>
              </a:rPr>
              <a:t>0.</a:t>
            </a:r>
            <a:endParaRPr lang="en-US" altLang="zh-CN" sz="2000" b="1" dirty="0">
              <a:latin typeface="宋体" panose="02010600030101010101" pitchFamily="2" charset="-122"/>
            </a:endParaRPr>
          </a:p>
          <a:p>
            <a:r>
              <a:rPr lang="en-US" altLang="zh-CN" sz="2000" b="1" dirty="0">
                <a:latin typeface="宋体" panose="02010600030101010101" pitchFamily="2" charset="-122"/>
              </a:rPr>
              <a:t>Stoptime: </a:t>
            </a:r>
            <a:r>
              <a:rPr lang="zh-CN" altLang="en-US" sz="2000" b="1" dirty="0">
                <a:latin typeface="宋体" panose="02010600030101010101" pitchFamily="2" charset="-122"/>
              </a:rPr>
              <a:t>定义声音停止播放的时间，默认值为</a:t>
            </a:r>
            <a:r>
              <a:rPr lang="en-US" altLang="zh-CN" sz="2000" b="1" dirty="0">
                <a:latin typeface="宋体" panose="02010600030101010101" pitchFamily="2" charset="-122"/>
              </a:rPr>
              <a:t>0.</a:t>
            </a:r>
            <a:endParaRPr lang="en-US" altLang="zh-CN" sz="2000" b="1" dirty="0">
              <a:latin typeface="宋体" panose="02010600030101010101" pitchFamily="2" charset="-122"/>
            </a:endParaRPr>
          </a:p>
          <a:p>
            <a:r>
              <a:rPr lang="en-US" altLang="zh-CN" sz="2000" b="1" dirty="0">
                <a:latin typeface="宋体" panose="02010600030101010101" pitchFamily="2" charset="-122"/>
              </a:rPr>
              <a:t>url: </a:t>
            </a:r>
            <a:r>
              <a:rPr lang="zh-CN" altLang="en-US" sz="2000" b="1" dirty="0">
                <a:latin typeface="宋体" panose="02010600030101010101" pitchFamily="2" charset="-122"/>
              </a:rPr>
              <a:t>放置将被播放的声音文件名，它只能放置</a:t>
            </a:r>
            <a:r>
              <a:rPr lang="en-US" altLang="zh-CN" sz="2000" b="1" dirty="0">
                <a:latin typeface="宋体" panose="02010600030101010101" pitchFamily="2" charset="-122"/>
              </a:rPr>
              <a:t>MIDI</a:t>
            </a:r>
            <a:r>
              <a:rPr lang="zh-CN" altLang="en-US" sz="2000" b="1" dirty="0">
                <a:latin typeface="宋体" panose="02010600030101010101" pitchFamily="2" charset="-122"/>
              </a:rPr>
              <a:t>文件或</a:t>
            </a:r>
            <a:r>
              <a:rPr lang="en-US" altLang="zh-CN" sz="2000" b="1" dirty="0">
                <a:latin typeface="宋体" panose="02010600030101010101" pitchFamily="2" charset="-122"/>
              </a:rPr>
              <a:t>WAV</a:t>
            </a:r>
            <a:r>
              <a:rPr lang="zh-CN" altLang="en-US" sz="2000" b="1" dirty="0">
                <a:latin typeface="宋体" panose="02010600030101010101" pitchFamily="2" charset="-122"/>
              </a:rPr>
              <a:t>文件。</a:t>
            </a:r>
            <a:endParaRPr lang="zh-CN" altLang="en-US" sz="2000" b="1" dirty="0">
              <a:latin typeface="宋体" panose="02010600030101010101" pitchFamily="2" charset="-122"/>
            </a:endParaRPr>
          </a:p>
          <a:p>
            <a:r>
              <a:rPr lang="zh-CN" altLang="en-US" sz="2000" b="1" dirty="0">
                <a:latin typeface="宋体" panose="02010600030101010101" pitchFamily="2" charset="-122"/>
              </a:rPr>
              <a:t>事件：</a:t>
            </a:r>
            <a:endParaRPr lang="zh-CN" altLang="en-US" sz="2000" b="1" dirty="0">
              <a:latin typeface="宋体" panose="02010600030101010101" pitchFamily="2" charset="-122"/>
            </a:endParaRPr>
          </a:p>
          <a:p>
            <a:r>
              <a:rPr lang="en-US" altLang="zh-CN" sz="2000" b="1" dirty="0">
                <a:latin typeface="宋体" panose="02010600030101010101" pitchFamily="2" charset="-122"/>
              </a:rPr>
              <a:t>duration_changed: eventOut</a:t>
            </a:r>
            <a:r>
              <a:rPr lang="zh-CN" altLang="en-US" sz="2000" b="1" dirty="0">
                <a:latin typeface="宋体" panose="02010600030101010101" pitchFamily="2" charset="-122"/>
              </a:rPr>
              <a:t>事件。</a:t>
            </a:r>
            <a:r>
              <a:rPr lang="en-US" altLang="zh-CN" sz="2000" b="1" dirty="0">
                <a:latin typeface="宋体" panose="02010600030101010101" pitchFamily="2" charset="-122"/>
              </a:rPr>
              <a:t>Pitch</a:t>
            </a:r>
            <a:r>
              <a:rPr lang="zh-CN" altLang="en-US" sz="2000" b="1" dirty="0">
                <a:latin typeface="宋体" panose="02010600030101010101" pitchFamily="2" charset="-122"/>
              </a:rPr>
              <a:t>为</a:t>
            </a:r>
            <a:r>
              <a:rPr lang="en-US" altLang="zh-CN" sz="2000" b="1" dirty="0">
                <a:latin typeface="宋体" panose="02010600030101010101" pitchFamily="2" charset="-122"/>
              </a:rPr>
              <a:t>1.0</a:t>
            </a:r>
            <a:r>
              <a:rPr lang="zh-CN" altLang="en-US" sz="2000" b="1" dirty="0">
                <a:latin typeface="宋体" panose="02010600030101010101" pitchFamily="2" charset="-122"/>
              </a:rPr>
              <a:t>时，音效文件播放一次的时间间距。当</a:t>
            </a:r>
            <a:r>
              <a:rPr lang="en-US" altLang="zh-CN" sz="2000" b="1" dirty="0">
                <a:latin typeface="宋体" panose="02010600030101010101" pitchFamily="2" charset="-122"/>
              </a:rPr>
              <a:t>Sound</a:t>
            </a:r>
            <a:r>
              <a:rPr lang="zh-CN" altLang="en-US" sz="2000" b="1" dirty="0">
                <a:latin typeface="宋体" panose="02010600030101010101" pitchFamily="2" charset="-122"/>
              </a:rPr>
              <a:t>节点从播放某个音效文件到另一个音效文件时，就会送出音效文件的时间间距。</a:t>
            </a:r>
            <a:endParaRPr lang="zh-CN" altLang="en-US" sz="2000" b="1" dirty="0">
              <a:latin typeface="宋体" panose="02010600030101010101" pitchFamily="2" charset="-122"/>
            </a:endParaRPr>
          </a:p>
          <a:p>
            <a:r>
              <a:rPr lang="en-US" altLang="zh-CN" sz="2000" b="1" dirty="0">
                <a:latin typeface="宋体" panose="02010600030101010101" pitchFamily="2" charset="-122"/>
              </a:rPr>
              <a:t>isActive: eventOut</a:t>
            </a:r>
            <a:r>
              <a:rPr lang="zh-CN" altLang="en-US" sz="2000" b="1" dirty="0">
                <a:latin typeface="宋体" panose="02010600030101010101" pitchFamily="2" charset="-122"/>
              </a:rPr>
              <a:t>事件。判断目前声音是否正在播放，若开始播放，则为</a:t>
            </a:r>
            <a:r>
              <a:rPr lang="en-US" altLang="zh-CN" sz="2000" b="1" dirty="0">
                <a:latin typeface="宋体" panose="02010600030101010101" pitchFamily="2" charset="-122"/>
              </a:rPr>
              <a:t>TRUE</a:t>
            </a:r>
            <a:r>
              <a:rPr lang="zh-CN" altLang="en-US" sz="2000" b="1" dirty="0">
                <a:latin typeface="宋体" panose="02010600030101010101" pitchFamily="2" charset="-122"/>
              </a:rPr>
              <a:t>。</a:t>
            </a:r>
            <a:endParaRPr lang="zh-CN" altLang="en-US" sz="2000" b="1" dirty="0">
              <a:latin typeface="宋体" panose="02010600030101010101" pitchFamily="2" charset="-122"/>
            </a:endParaRPr>
          </a:p>
          <a:p>
            <a:endParaRPr lang="en-US" altLang="zh-CN" sz="2200" b="1" dirty="0">
              <a:latin typeface="宋体" panose="02010600030101010101" pitchFamily="2" charset="-122"/>
            </a:endParaRPr>
          </a:p>
        </p:txBody>
      </p:sp>
      <p:sp>
        <p:nvSpPr>
          <p:cNvPr id="147460" name="Rectangle 3"/>
          <p:cNvSpPr/>
          <p:nvPr/>
        </p:nvSpPr>
        <p:spPr>
          <a:xfrm>
            <a:off x="1403350" y="836613"/>
            <a:ext cx="3165475" cy="457200"/>
          </a:xfrm>
          <a:prstGeom prst="rect">
            <a:avLst/>
          </a:prstGeom>
          <a:noFill/>
          <a:ln w="9525">
            <a:noFill/>
          </a:ln>
        </p:spPr>
        <p:txBody>
          <a:bodyPr wrap="none">
            <a:spAutoFit/>
          </a:bodyPr>
          <a:p>
            <a:r>
              <a:rPr lang="zh-CN" altLang="en-US" b="1" dirty="0">
                <a:latin typeface="Times New Roman" panose="02020603050405020304" pitchFamily="18" charset="0"/>
              </a:rPr>
              <a:t>声音节点</a:t>
            </a:r>
            <a:r>
              <a:rPr lang="en-US" altLang="zh-CN" b="1" dirty="0">
                <a:latin typeface="Times New Roman" panose="02020603050405020304" pitchFamily="18" charset="0"/>
              </a:rPr>
              <a:t>----AudioClip</a:t>
            </a:r>
            <a:endParaRPr lang="en-US" altLang="zh-CN" b="1" dirty="0">
              <a:latin typeface="Times New Roman" panose="02020603050405020304" pitchFamily="18" charset="0"/>
            </a:endParaRPr>
          </a:p>
        </p:txBody>
      </p:sp>
    </p:spTree>
  </p:cSld>
  <p:clrMapOvr>
    <a:masterClrMapping/>
  </p:clrMapOvr>
  <p:transition>
    <p:random/>
  </p:transition>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8482" name="页脚占位符 3"/>
          <p:cNvSpPr txBox="1">
            <a:spLocks noGrp="1"/>
          </p:cNvSpPr>
          <p:nvPr>
            <p:ph type="ftr" sz="quarter" idx="3"/>
          </p:nvPr>
        </p:nvSpPr>
        <p:spPr>
          <a:xfrm>
            <a:off x="3733800" y="6570663"/>
            <a:ext cx="2590800" cy="280987"/>
          </a:xfrm>
          <a:ln/>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r>
              <a:rPr lang="zh-CN" altLang="en-US" sz="1200" dirty="0">
                <a:solidFill>
                  <a:schemeClr val="folHlink"/>
                </a:solidFill>
              </a:rPr>
              <a:t>《虚拟地理环境及其应用》</a:t>
            </a:r>
            <a:endParaRPr lang="zh-CN" altLang="en-US" sz="1200" dirty="0">
              <a:solidFill>
                <a:schemeClr val="folHlink"/>
              </a:solidFill>
            </a:endParaRPr>
          </a:p>
        </p:txBody>
      </p:sp>
      <p:sp>
        <p:nvSpPr>
          <p:cNvPr id="148483" name="Rectangle 2"/>
          <p:cNvSpPr/>
          <p:nvPr/>
        </p:nvSpPr>
        <p:spPr>
          <a:xfrm>
            <a:off x="827088" y="2641600"/>
            <a:ext cx="7596187" cy="1555750"/>
          </a:xfrm>
          <a:prstGeom prst="rect">
            <a:avLst/>
          </a:prstGeom>
          <a:noFill/>
          <a:ln w="12700">
            <a:noFill/>
          </a:ln>
        </p:spPr>
        <p:txBody>
          <a:bodyPr wrap="none" anchor="ctr" anchorCtr="0">
            <a:spAutoFit/>
          </a:bodyPr>
          <a:p>
            <a:r>
              <a:rPr lang="zh-CN" altLang="en-US" sz="4800" b="1" dirty="0">
                <a:latin typeface="Arial" panose="020B0604020202020204" pitchFamily="34" charset="0"/>
              </a:rPr>
              <a:t> </a:t>
            </a:r>
            <a:r>
              <a:rPr lang="en-US" altLang="zh-CN" sz="4800" b="1" dirty="0">
                <a:latin typeface="Arial" panose="020B0604020202020204" pitchFamily="34" charset="0"/>
              </a:rPr>
              <a:t>4.8   </a:t>
            </a:r>
            <a:r>
              <a:rPr lang="zh-CN" altLang="en-US" sz="4800" b="1" dirty="0">
                <a:latin typeface="Arial" panose="020B0604020202020204" pitchFamily="34" charset="0"/>
              </a:rPr>
              <a:t>世界的观看点</a:t>
            </a:r>
            <a:endParaRPr lang="zh-CN" altLang="en-US" sz="4800" b="1" dirty="0">
              <a:latin typeface="Arial" panose="020B0604020202020204" pitchFamily="34" charset="0"/>
            </a:endParaRPr>
          </a:p>
          <a:p>
            <a:r>
              <a:rPr lang="en-US" altLang="zh-CN" sz="4800" b="1" dirty="0">
                <a:latin typeface="Arial" panose="020B0604020202020204" pitchFamily="34" charset="0"/>
              </a:rPr>
              <a:t>           </a:t>
            </a:r>
            <a:r>
              <a:rPr lang="en-US" altLang="zh-CN" sz="4800" b="1" dirty="0">
                <a:latin typeface="宋体" panose="02010600030101010101" pitchFamily="2" charset="-122"/>
              </a:rPr>
              <a:t>-----Viewing Nodes</a:t>
            </a:r>
            <a:endParaRPr lang="en-US" altLang="zh-CN" sz="4800" b="1" dirty="0">
              <a:latin typeface="宋体" panose="02010600030101010101" pitchFamily="2" charset="-122"/>
            </a:endParaRPr>
          </a:p>
        </p:txBody>
      </p:sp>
    </p:spTree>
  </p:cSld>
  <p:clrMapOvr>
    <a:masterClrMapping/>
  </p:clrMapOvr>
  <p:transition>
    <p:random/>
  </p:transition>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9506" name="页脚占位符 3"/>
          <p:cNvSpPr txBox="1">
            <a:spLocks noGrp="1"/>
          </p:cNvSpPr>
          <p:nvPr>
            <p:ph type="ftr" sz="quarter" idx="3"/>
          </p:nvPr>
        </p:nvSpPr>
        <p:spPr>
          <a:xfrm>
            <a:off x="3733800" y="6570663"/>
            <a:ext cx="2590800" cy="280987"/>
          </a:xfrm>
          <a:ln/>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r>
              <a:rPr lang="zh-CN" altLang="en-US" sz="1200" dirty="0">
                <a:solidFill>
                  <a:schemeClr val="folHlink"/>
                </a:solidFill>
              </a:rPr>
              <a:t>《虚拟地理环境及其应用》</a:t>
            </a:r>
            <a:endParaRPr lang="zh-CN" altLang="en-US" sz="1200" dirty="0">
              <a:solidFill>
                <a:schemeClr val="folHlink"/>
              </a:solidFill>
            </a:endParaRPr>
          </a:p>
        </p:txBody>
      </p:sp>
      <p:sp>
        <p:nvSpPr>
          <p:cNvPr id="149507" name="Rectangle 1026"/>
          <p:cNvSpPr/>
          <p:nvPr/>
        </p:nvSpPr>
        <p:spPr>
          <a:xfrm>
            <a:off x="900113" y="2133600"/>
            <a:ext cx="7716837" cy="4054475"/>
          </a:xfrm>
          <a:prstGeom prst="rect">
            <a:avLst/>
          </a:prstGeom>
          <a:noFill/>
          <a:ln w="12700">
            <a:noFill/>
          </a:ln>
        </p:spPr>
        <p:txBody>
          <a:bodyPr anchor="ctr" anchorCtr="0">
            <a:spAutoFit/>
          </a:bodyPr>
          <a:p>
            <a:pPr indent="266700"/>
            <a:r>
              <a:rPr lang="zh-CN" altLang="en-US" sz="2000" b="1" dirty="0">
                <a:latin typeface="宋体" panose="02010600030101010101" pitchFamily="2" charset="-122"/>
              </a:rPr>
              <a:t>功能</a:t>
            </a:r>
            <a:r>
              <a:rPr lang="en-US" altLang="zh-CN" sz="2000" b="1" dirty="0">
                <a:latin typeface="宋体" panose="02010600030101010101" pitchFamily="2" charset="-122"/>
              </a:rPr>
              <a:t>:</a:t>
            </a:r>
            <a:r>
              <a:rPr lang="zh-CN" altLang="en-US" sz="2000" b="1" dirty="0">
                <a:latin typeface="宋体" panose="02010600030101010101" pitchFamily="2" charset="-122"/>
              </a:rPr>
              <a:t>用于事先定义观看虚拟现实的位置与角度。因为在构建的虚拟现实中，可能有很多不同的虚拟对象，而每 次所强调的虚拟对象可能不同，所以在强调某个虚拟对象时，就用</a:t>
            </a:r>
            <a:r>
              <a:rPr lang="en-US" altLang="zh-CN" sz="2000" b="1" dirty="0">
                <a:latin typeface="宋体" panose="02010600030101010101" pitchFamily="2" charset="-122"/>
              </a:rPr>
              <a:t>Viewpoint</a:t>
            </a:r>
            <a:r>
              <a:rPr lang="zh-CN" altLang="en-US" sz="2000" b="1" dirty="0">
                <a:latin typeface="宋体" panose="02010600030101010101" pitchFamily="2" charset="-122"/>
              </a:rPr>
              <a:t>节点来定义出起始观看点的观看方向朝着所强调的对象。</a:t>
            </a:r>
            <a:endParaRPr lang="zh-CN" altLang="en-US" sz="2000" b="1" dirty="0">
              <a:latin typeface="宋体" panose="02010600030101010101" pitchFamily="2" charset="-122"/>
            </a:endParaRPr>
          </a:p>
          <a:p>
            <a:pPr indent="266700"/>
            <a:r>
              <a:rPr lang="zh-CN" altLang="en-US" sz="2000" b="1" dirty="0">
                <a:latin typeface="宋体" panose="02010600030101010101" pitchFamily="2" charset="-122"/>
              </a:rPr>
              <a:t>如果</a:t>
            </a:r>
            <a:r>
              <a:rPr lang="en-US" altLang="zh-CN" sz="2000" b="1" dirty="0">
                <a:latin typeface="宋体" panose="02010600030101010101" pitchFamily="2" charset="-122"/>
              </a:rPr>
              <a:t>Viewpoint</a:t>
            </a:r>
            <a:r>
              <a:rPr lang="zh-CN" altLang="en-US" sz="2000" b="1" dirty="0">
                <a:latin typeface="宋体" panose="02010600030101010101" pitchFamily="2" charset="-122"/>
              </a:rPr>
              <a:t>节点是</a:t>
            </a:r>
            <a:r>
              <a:rPr lang="en-US" altLang="zh-CN" sz="2000" b="1" dirty="0">
                <a:latin typeface="宋体" panose="02010600030101010101" pitchFamily="2" charset="-122"/>
              </a:rPr>
              <a:t>Transform</a:t>
            </a:r>
            <a:r>
              <a:rPr lang="zh-CN" altLang="en-US" sz="2000" b="1" dirty="0">
                <a:latin typeface="宋体" panose="02010600030101010101" pitchFamily="2" charset="-122"/>
              </a:rPr>
              <a:t>节点的子节点，那么</a:t>
            </a:r>
            <a:r>
              <a:rPr lang="en-US" altLang="zh-CN" sz="2000" b="1" dirty="0">
                <a:latin typeface="宋体" panose="02010600030101010101" pitchFamily="2" charset="-122"/>
              </a:rPr>
              <a:t>Viewpoint</a:t>
            </a:r>
            <a:r>
              <a:rPr lang="zh-CN" altLang="en-US" sz="2000" b="1" dirty="0">
                <a:latin typeface="宋体" panose="02010600030101010101" pitchFamily="2" charset="-122"/>
              </a:rPr>
              <a:t>节点的坐标系统是以</a:t>
            </a:r>
            <a:r>
              <a:rPr lang="en-US" altLang="zh-CN" sz="2000" b="1" dirty="0">
                <a:latin typeface="宋体" panose="02010600030101010101" pitchFamily="2" charset="-122"/>
              </a:rPr>
              <a:t>Transform</a:t>
            </a:r>
            <a:r>
              <a:rPr lang="zh-CN" altLang="en-US" sz="2000" b="1" dirty="0">
                <a:latin typeface="宋体" panose="02010600030101010101" pitchFamily="2" charset="-122"/>
              </a:rPr>
              <a:t>节点移动后的坐标系统为主，所以当坐标系统移动后，</a:t>
            </a:r>
            <a:r>
              <a:rPr lang="en-US" altLang="zh-CN" sz="2000" b="1" dirty="0">
                <a:latin typeface="宋体" panose="02010600030101010101" pitchFamily="2" charset="-122"/>
              </a:rPr>
              <a:t>Viewpoint </a:t>
            </a:r>
            <a:r>
              <a:rPr lang="zh-CN" altLang="en-US" sz="2000" b="1" dirty="0">
                <a:latin typeface="宋体" panose="02010600030101010101" pitchFamily="2" charset="-122"/>
              </a:rPr>
              <a:t>节点所定义的观看点也将会变动。</a:t>
            </a:r>
            <a:endParaRPr lang="zh-CN" altLang="en-US" sz="2000" b="1" dirty="0">
              <a:latin typeface="宋体" panose="02010600030101010101" pitchFamily="2" charset="-122"/>
            </a:endParaRPr>
          </a:p>
          <a:p>
            <a:pPr indent="266700"/>
            <a:r>
              <a:rPr lang="zh-CN" altLang="en-US" sz="2000" b="1" dirty="0">
                <a:latin typeface="宋体" panose="02010600030101010101" pitchFamily="2" charset="-122"/>
              </a:rPr>
              <a:t>字段：</a:t>
            </a:r>
            <a:endParaRPr lang="zh-CN" altLang="en-US" sz="2000" b="1" dirty="0">
              <a:latin typeface="宋体" panose="02010600030101010101" pitchFamily="2" charset="-122"/>
            </a:endParaRPr>
          </a:p>
          <a:p>
            <a:pPr indent="266700"/>
            <a:r>
              <a:rPr lang="en-US" altLang="zh-CN" sz="2000" b="1" dirty="0">
                <a:latin typeface="宋体" panose="02010600030101010101" pitchFamily="2" charset="-122"/>
              </a:rPr>
              <a:t>fieldOfView: </a:t>
            </a:r>
            <a:r>
              <a:rPr lang="zh-CN" altLang="en-US" sz="2000" b="1" dirty="0">
                <a:latin typeface="宋体" panose="02010600030101010101" pitchFamily="2" charset="-122"/>
              </a:rPr>
              <a:t>定义由观看点朝虚拟现实望去的视角宽窄，单位是弧度，默认值为</a:t>
            </a:r>
            <a:r>
              <a:rPr lang="en-US" altLang="zh-CN" sz="2000" b="1" dirty="0">
                <a:latin typeface="宋体" panose="02010600030101010101" pitchFamily="2" charset="-122"/>
              </a:rPr>
              <a:t>45</a:t>
            </a:r>
            <a:r>
              <a:rPr lang="zh-CN" altLang="en-US" sz="2000" b="1" dirty="0">
                <a:latin typeface="宋体" panose="02010600030101010101" pitchFamily="2" charset="-122"/>
              </a:rPr>
              <a:t>度，角度的范围是</a:t>
            </a:r>
            <a:r>
              <a:rPr lang="en-US" altLang="zh-CN" sz="2000" b="1" dirty="0">
                <a:latin typeface="宋体" panose="02010600030101010101" pitchFamily="2" charset="-122"/>
              </a:rPr>
              <a:t>0</a:t>
            </a:r>
            <a:r>
              <a:rPr lang="zh-CN" altLang="en-US" sz="2000" b="1" dirty="0">
                <a:latin typeface="宋体" panose="02010600030101010101" pitchFamily="2" charset="-122"/>
              </a:rPr>
              <a:t>度</a:t>
            </a:r>
            <a:r>
              <a:rPr lang="en-US" altLang="zh-CN" sz="2000" b="1" dirty="0">
                <a:latin typeface="宋体" panose="02010600030101010101" pitchFamily="2" charset="-122"/>
              </a:rPr>
              <a:t>~180</a:t>
            </a:r>
            <a:r>
              <a:rPr lang="zh-CN" altLang="en-US" sz="2000" b="1" dirty="0">
                <a:latin typeface="宋体" panose="02010600030101010101" pitchFamily="2" charset="-122"/>
              </a:rPr>
              <a:t>度。</a:t>
            </a:r>
            <a:endParaRPr lang="zh-CN" altLang="en-US" sz="2000" b="1" dirty="0">
              <a:latin typeface="宋体" panose="02010600030101010101" pitchFamily="2" charset="-122"/>
            </a:endParaRPr>
          </a:p>
          <a:p>
            <a:pPr indent="266700"/>
            <a:r>
              <a:rPr lang="en-US" altLang="zh-CN" sz="2000" b="1" dirty="0">
                <a:latin typeface="宋体" panose="02010600030101010101" pitchFamily="2" charset="-122"/>
              </a:rPr>
              <a:t>Jump: TRUE,</a:t>
            </a:r>
            <a:r>
              <a:rPr lang="zh-CN" altLang="en-US" sz="2000" b="1" dirty="0">
                <a:latin typeface="宋体" panose="02010600030101010101" pitchFamily="2" charset="-122"/>
              </a:rPr>
              <a:t>允许将观看者在某瞬间从某个观看点位置转到另一个新的观看点位置，如果是</a:t>
            </a:r>
            <a:r>
              <a:rPr lang="en-US" altLang="zh-CN" sz="2000" b="1" dirty="0">
                <a:latin typeface="宋体" panose="02010600030101010101" pitchFamily="2" charset="-122"/>
              </a:rPr>
              <a:t>FALSE</a:t>
            </a:r>
            <a:r>
              <a:rPr lang="zh-CN" altLang="en-US" sz="2000" b="1" dirty="0">
                <a:latin typeface="宋体" panose="02010600030101010101" pitchFamily="2" charset="-122"/>
              </a:rPr>
              <a:t>，则一直维持观看者目前的观看点位置。 </a:t>
            </a:r>
            <a:endParaRPr lang="zh-CN" altLang="en-US" sz="2000" b="1" dirty="0">
              <a:latin typeface="宋体" panose="02010600030101010101" pitchFamily="2" charset="-122"/>
            </a:endParaRPr>
          </a:p>
        </p:txBody>
      </p:sp>
      <p:sp>
        <p:nvSpPr>
          <p:cNvPr id="149508" name="Rectangle 1027"/>
          <p:cNvSpPr/>
          <p:nvPr/>
        </p:nvSpPr>
        <p:spPr>
          <a:xfrm>
            <a:off x="1403350" y="836613"/>
            <a:ext cx="5170488" cy="457200"/>
          </a:xfrm>
          <a:prstGeom prst="rect">
            <a:avLst/>
          </a:prstGeom>
          <a:noFill/>
          <a:ln w="9525">
            <a:noFill/>
          </a:ln>
        </p:spPr>
        <p:txBody>
          <a:bodyPr wrap="none">
            <a:spAutoFit/>
          </a:bodyPr>
          <a:p>
            <a:r>
              <a:rPr lang="zh-CN" altLang="en-US" b="1" dirty="0">
                <a:latin typeface="Times New Roman" panose="02020603050405020304" pitchFamily="18" charset="0"/>
              </a:rPr>
              <a:t>一、 决定观看点的节点</a:t>
            </a:r>
            <a:r>
              <a:rPr lang="en-US" altLang="zh-CN" b="1" dirty="0">
                <a:latin typeface="Times New Roman" panose="02020603050405020304" pitchFamily="18" charset="0"/>
              </a:rPr>
              <a:t>-----Viewpoint</a:t>
            </a:r>
            <a:endParaRPr lang="en-US" altLang="zh-CN" b="1" dirty="0">
              <a:latin typeface="Times New Roman" panose="02020603050405020304" pitchFamily="18" charset="0"/>
            </a:endParaRPr>
          </a:p>
        </p:txBody>
      </p:sp>
    </p:spTree>
  </p:cSld>
  <p:clrMapOvr>
    <a:masterClrMapping/>
  </p:clrMapOvr>
  <p:transition>
    <p:random/>
  </p:transition>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0530" name="页脚占位符 3"/>
          <p:cNvSpPr txBox="1">
            <a:spLocks noGrp="1"/>
          </p:cNvSpPr>
          <p:nvPr>
            <p:ph type="ftr" sz="quarter" idx="3"/>
          </p:nvPr>
        </p:nvSpPr>
        <p:spPr>
          <a:xfrm>
            <a:off x="3733800" y="6570663"/>
            <a:ext cx="2590800" cy="280987"/>
          </a:xfrm>
          <a:ln/>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r>
              <a:rPr lang="zh-CN" altLang="en-US" sz="1200" dirty="0">
                <a:solidFill>
                  <a:schemeClr val="folHlink"/>
                </a:solidFill>
              </a:rPr>
              <a:t>《虚拟地理环境及其应用》</a:t>
            </a:r>
            <a:endParaRPr lang="zh-CN" altLang="en-US" sz="1200" dirty="0">
              <a:solidFill>
                <a:schemeClr val="folHlink"/>
              </a:solidFill>
            </a:endParaRPr>
          </a:p>
        </p:txBody>
      </p:sp>
      <p:sp>
        <p:nvSpPr>
          <p:cNvPr id="150531" name="Rectangle 1026"/>
          <p:cNvSpPr/>
          <p:nvPr/>
        </p:nvSpPr>
        <p:spPr>
          <a:xfrm>
            <a:off x="900113" y="2606675"/>
            <a:ext cx="7561262" cy="2286000"/>
          </a:xfrm>
          <a:prstGeom prst="rect">
            <a:avLst/>
          </a:prstGeom>
          <a:noFill/>
          <a:ln w="12700">
            <a:noFill/>
          </a:ln>
        </p:spPr>
        <p:txBody>
          <a:bodyPr anchor="ctr" anchorCtr="0">
            <a:spAutoFit/>
          </a:bodyPr>
          <a:p>
            <a:r>
              <a:rPr lang="en-US" altLang="zh-CN" sz="2000" b="1" dirty="0">
                <a:latin typeface="宋体" panose="02010600030101010101" pitchFamily="2" charset="-122"/>
              </a:rPr>
              <a:t>Orientation: </a:t>
            </a:r>
            <a:r>
              <a:rPr lang="zh-CN" altLang="en-US" sz="2000" b="1" dirty="0">
                <a:latin typeface="宋体" panose="02010600030101010101" pitchFamily="2" charset="-122"/>
              </a:rPr>
              <a:t>对默认的观看点方位有一个角度的旋转。前三个值是指定旋转轴，第</a:t>
            </a:r>
            <a:r>
              <a:rPr lang="en-US" altLang="zh-CN" sz="2000" b="1" dirty="0">
                <a:latin typeface="宋体" panose="02010600030101010101" pitchFamily="2" charset="-122"/>
              </a:rPr>
              <a:t>4</a:t>
            </a:r>
            <a:r>
              <a:rPr lang="zh-CN" altLang="en-US" sz="2000" b="1" dirty="0">
                <a:latin typeface="宋体" panose="02010600030101010101" pitchFamily="2" charset="-122"/>
              </a:rPr>
              <a:t>个值是定出角度，单位是径度。默认值（</a:t>
            </a:r>
            <a:r>
              <a:rPr lang="en-US" altLang="zh-CN" sz="2000" b="1" dirty="0">
                <a:latin typeface="宋体" panose="02010600030101010101" pitchFamily="2" charset="-122"/>
              </a:rPr>
              <a:t>0</a:t>
            </a:r>
            <a:r>
              <a:rPr lang="zh-CN" altLang="en-US" sz="2000" b="1" dirty="0">
                <a:latin typeface="宋体" panose="02010600030101010101" pitchFamily="2" charset="-122"/>
              </a:rPr>
              <a:t>，</a:t>
            </a:r>
            <a:r>
              <a:rPr lang="en-US" altLang="zh-CN" sz="2000" b="1" dirty="0">
                <a:latin typeface="宋体" panose="02010600030101010101" pitchFamily="2" charset="-122"/>
              </a:rPr>
              <a:t>0</a:t>
            </a:r>
            <a:r>
              <a:rPr lang="zh-CN" altLang="en-US" sz="2000" b="1" dirty="0">
                <a:latin typeface="宋体" panose="02010600030101010101" pitchFamily="2" charset="-122"/>
              </a:rPr>
              <a:t>，</a:t>
            </a:r>
            <a:r>
              <a:rPr lang="en-US" altLang="zh-CN" sz="2000" b="1" dirty="0">
                <a:latin typeface="宋体" panose="02010600030101010101" pitchFamily="2" charset="-122"/>
              </a:rPr>
              <a:t>1</a:t>
            </a:r>
            <a:r>
              <a:rPr lang="zh-CN" altLang="en-US" sz="2000" b="1" dirty="0">
                <a:latin typeface="宋体" panose="02010600030101010101" pitchFamily="2" charset="-122"/>
              </a:rPr>
              <a:t>，</a:t>
            </a:r>
            <a:r>
              <a:rPr lang="en-US" altLang="zh-CN" sz="2000" b="1" dirty="0">
                <a:latin typeface="宋体" panose="02010600030101010101" pitchFamily="2" charset="-122"/>
              </a:rPr>
              <a:t>0</a:t>
            </a:r>
            <a:r>
              <a:rPr lang="zh-CN" altLang="en-US" sz="2000" b="1" dirty="0">
                <a:latin typeface="宋体" panose="02010600030101010101" pitchFamily="2" charset="-122"/>
              </a:rPr>
              <a:t>）的意义是旋转轴是</a:t>
            </a:r>
            <a:r>
              <a:rPr lang="en-US" altLang="zh-CN" sz="2000" b="1" dirty="0">
                <a:latin typeface="宋体" panose="02010600030101010101" pitchFamily="2" charset="-122"/>
              </a:rPr>
              <a:t>+Z</a:t>
            </a:r>
            <a:r>
              <a:rPr lang="zh-CN" altLang="en-US" sz="2000" b="1" dirty="0">
                <a:latin typeface="宋体" panose="02010600030101010101" pitchFamily="2" charset="-122"/>
              </a:rPr>
              <a:t>轴，旋转角度为</a:t>
            </a:r>
            <a:r>
              <a:rPr lang="en-US" altLang="zh-CN" sz="2000" b="1" dirty="0">
                <a:latin typeface="宋体" panose="02010600030101010101" pitchFamily="2" charset="-122"/>
              </a:rPr>
              <a:t>0.</a:t>
            </a:r>
            <a:endParaRPr lang="en-US" altLang="zh-CN" sz="2000" b="1" dirty="0">
              <a:latin typeface="宋体" panose="02010600030101010101" pitchFamily="2" charset="-122"/>
            </a:endParaRPr>
          </a:p>
          <a:p>
            <a:r>
              <a:rPr lang="en-US" altLang="zh-CN" sz="2000" b="1" dirty="0">
                <a:latin typeface="宋体" panose="02010600030101010101" pitchFamily="2" charset="-122"/>
              </a:rPr>
              <a:t>Position: </a:t>
            </a:r>
            <a:r>
              <a:rPr lang="zh-CN" altLang="en-US" sz="2000" b="1" dirty="0">
                <a:latin typeface="宋体" panose="02010600030101010101" pitchFamily="2" charset="-122"/>
              </a:rPr>
              <a:t>定义默认观看点在区域坐标系的位置。</a:t>
            </a:r>
            <a:endParaRPr lang="en-US" altLang="zh-CN" sz="2000" b="1" dirty="0">
              <a:latin typeface="宋体" panose="02010600030101010101" pitchFamily="2" charset="-122"/>
            </a:endParaRPr>
          </a:p>
          <a:p>
            <a:r>
              <a:rPr lang="en-US" altLang="zh-CN" sz="2000" b="1" dirty="0">
                <a:latin typeface="宋体" panose="02010600030101010101" pitchFamily="2" charset="-122"/>
              </a:rPr>
              <a:t>Deposition: </a:t>
            </a:r>
            <a:r>
              <a:rPr lang="zh-CN" altLang="en-US" sz="2000" b="1" dirty="0">
                <a:latin typeface="宋体" panose="02010600030101010101" pitchFamily="2" charset="-122"/>
              </a:rPr>
              <a:t>用于叙述观看点，如果对同一虚拟现实有不同观看点时，通过不同的</a:t>
            </a:r>
            <a:r>
              <a:rPr lang="en-US" altLang="zh-CN" sz="2000" b="1" dirty="0">
                <a:latin typeface="宋体" panose="02010600030101010101" pitchFamily="2" charset="-122"/>
              </a:rPr>
              <a:t>deposition</a:t>
            </a:r>
            <a:r>
              <a:rPr lang="zh-CN" altLang="en-US" sz="2000" b="1" dirty="0">
                <a:latin typeface="宋体" panose="02010600030101010101" pitchFamily="2" charset="-122"/>
              </a:rPr>
              <a:t>字段叙述，观看者可以使用</a:t>
            </a:r>
            <a:r>
              <a:rPr lang="en-US" altLang="zh-CN" sz="2000" b="1" dirty="0">
                <a:latin typeface="宋体" panose="02010600030101010101" pitchFamily="2" charset="-122"/>
              </a:rPr>
              <a:t>GUI</a:t>
            </a:r>
            <a:r>
              <a:rPr lang="zh-CN" altLang="en-US" sz="2000" b="1" dirty="0">
                <a:latin typeface="宋体" panose="02010600030101010101" pitchFamily="2" charset="-122"/>
              </a:rPr>
              <a:t>选择不同的观看点。</a:t>
            </a:r>
            <a:r>
              <a:rPr lang="zh-CN" altLang="en-US" b="1" dirty="0">
                <a:latin typeface="Times New Roman" panose="02020603050405020304" pitchFamily="18" charset="0"/>
              </a:rPr>
              <a:t>                                                       示例 </a:t>
            </a:r>
            <a:r>
              <a:rPr lang="en-US" altLang="zh-CN" b="1" dirty="0">
                <a:latin typeface="Times New Roman" panose="02020603050405020304" pitchFamily="18" charset="0"/>
              </a:rPr>
              <a:t>8-1             </a:t>
            </a:r>
            <a:endParaRPr lang="en-US" altLang="zh-CN" b="1" dirty="0">
              <a:latin typeface="Times New Roman" panose="02020603050405020304" pitchFamily="18" charset="0"/>
            </a:endParaRPr>
          </a:p>
        </p:txBody>
      </p:sp>
      <p:sp>
        <p:nvSpPr>
          <p:cNvPr id="150532" name="Rectangle 1027"/>
          <p:cNvSpPr/>
          <p:nvPr/>
        </p:nvSpPr>
        <p:spPr>
          <a:xfrm>
            <a:off x="1403350" y="836613"/>
            <a:ext cx="4468813" cy="457200"/>
          </a:xfrm>
          <a:prstGeom prst="rect">
            <a:avLst/>
          </a:prstGeom>
          <a:noFill/>
          <a:ln w="9525">
            <a:noFill/>
          </a:ln>
        </p:spPr>
        <p:txBody>
          <a:bodyPr wrap="none">
            <a:spAutoFit/>
          </a:bodyPr>
          <a:p>
            <a:pPr eaLnBrk="1" hangingPunct="1"/>
            <a:r>
              <a:rPr lang="zh-CN" altLang="en-US" b="1" dirty="0">
                <a:latin typeface="Times New Roman" panose="02020603050405020304" pitchFamily="18" charset="0"/>
              </a:rPr>
              <a:t>决定观看点的节点</a:t>
            </a:r>
            <a:r>
              <a:rPr lang="en-US" altLang="zh-CN" b="1" dirty="0">
                <a:latin typeface="Times New Roman" panose="02020603050405020304" pitchFamily="18" charset="0"/>
              </a:rPr>
              <a:t>-----Viewpoint</a:t>
            </a:r>
            <a:endParaRPr lang="zh-CN" altLang="en-US" b="1" dirty="0">
              <a:latin typeface="Times New Roman" panose="02020603050405020304" pitchFamily="18" charset="0"/>
            </a:endParaRPr>
          </a:p>
        </p:txBody>
      </p:sp>
    </p:spTree>
  </p:cSld>
  <p:clrMapOvr>
    <a:masterClrMapping/>
  </p:clrMapOvr>
  <p:transition>
    <p:random/>
  </p:transition>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1554" name="页脚占位符 3"/>
          <p:cNvSpPr txBox="1">
            <a:spLocks noGrp="1"/>
          </p:cNvSpPr>
          <p:nvPr>
            <p:ph type="ftr" sz="quarter" idx="3"/>
          </p:nvPr>
        </p:nvSpPr>
        <p:spPr>
          <a:xfrm>
            <a:off x="3733800" y="6570663"/>
            <a:ext cx="2590800" cy="280987"/>
          </a:xfrm>
          <a:ln/>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r>
              <a:rPr lang="zh-CN" altLang="en-US" sz="1200" dirty="0">
                <a:solidFill>
                  <a:schemeClr val="folHlink"/>
                </a:solidFill>
              </a:rPr>
              <a:t>《虚拟地理环境及其应用》</a:t>
            </a:r>
            <a:endParaRPr lang="zh-CN" altLang="en-US" sz="1200" dirty="0">
              <a:solidFill>
                <a:schemeClr val="folHlink"/>
              </a:solidFill>
            </a:endParaRPr>
          </a:p>
        </p:txBody>
      </p:sp>
      <p:sp>
        <p:nvSpPr>
          <p:cNvPr id="151555" name="Rectangle 2"/>
          <p:cNvSpPr/>
          <p:nvPr/>
        </p:nvSpPr>
        <p:spPr>
          <a:xfrm>
            <a:off x="827088" y="1862138"/>
            <a:ext cx="7840662" cy="4359275"/>
          </a:xfrm>
          <a:prstGeom prst="rect">
            <a:avLst/>
          </a:prstGeom>
          <a:noFill/>
          <a:ln w="12700">
            <a:noFill/>
          </a:ln>
        </p:spPr>
        <p:txBody>
          <a:bodyPr anchor="ctr" anchorCtr="0">
            <a:spAutoFit/>
          </a:bodyPr>
          <a:p>
            <a:endParaRPr lang="zh-CN" altLang="en-US" sz="2000" b="1" dirty="0">
              <a:latin typeface="宋体" panose="02010600030101010101" pitchFamily="2" charset="-122"/>
            </a:endParaRPr>
          </a:p>
          <a:p>
            <a:r>
              <a:rPr lang="en-US" altLang="zh-CN" sz="2000" b="1" dirty="0">
                <a:latin typeface="宋体" panose="02010600030101010101" pitchFamily="2" charset="-122"/>
              </a:rPr>
              <a:t>NavigationInfo </a:t>
            </a:r>
            <a:r>
              <a:rPr lang="zh-CN" altLang="en-US" sz="2000" b="1" dirty="0">
                <a:latin typeface="宋体" panose="02010600030101010101" pitchFamily="2" charset="-122"/>
              </a:rPr>
              <a:t>节点的功能就是提供观看者操作</a:t>
            </a:r>
            <a:r>
              <a:rPr lang="en-US" altLang="zh-CN" sz="2000" b="1" dirty="0">
                <a:latin typeface="宋体" panose="02010600030101010101" pitchFamily="2" charset="-122"/>
              </a:rPr>
              <a:t>avatar</a:t>
            </a:r>
            <a:r>
              <a:rPr lang="zh-CN" altLang="en-US" sz="2000" b="1" dirty="0">
                <a:latin typeface="宋体" panose="02010600030101010101" pitchFamily="2" charset="-122"/>
              </a:rPr>
              <a:t>的方法。</a:t>
            </a:r>
            <a:r>
              <a:rPr lang="en-US" altLang="zh-CN" sz="2000" b="1" dirty="0">
                <a:latin typeface="宋体" panose="02010600030101010101" pitchFamily="2" charset="-122"/>
              </a:rPr>
              <a:t>NavigationInfo</a:t>
            </a:r>
            <a:r>
              <a:rPr lang="zh-CN" altLang="en-US" sz="2000" b="1" dirty="0">
                <a:latin typeface="宋体" panose="02010600030101010101" pitchFamily="2" charset="-122"/>
              </a:rPr>
              <a:t>节点提供观看者和</a:t>
            </a:r>
            <a:r>
              <a:rPr lang="en-US" altLang="zh-CN" sz="2000" b="1" dirty="0">
                <a:latin typeface="宋体" panose="02010600030101010101" pitchFamily="2" charset="-122"/>
              </a:rPr>
              <a:t>avatar</a:t>
            </a:r>
            <a:r>
              <a:rPr lang="zh-CN" altLang="en-US" sz="2000" b="1" dirty="0">
                <a:latin typeface="宋体" panose="02010600030101010101" pitchFamily="2" charset="-122"/>
              </a:rPr>
              <a:t>浏览虚拟现实的方式，可以是行走或飞行，它也提供给观看者控制</a:t>
            </a:r>
            <a:r>
              <a:rPr lang="en-US" altLang="zh-CN" sz="2000" b="1" dirty="0">
                <a:latin typeface="宋体" panose="02010600030101010101" pitchFamily="2" charset="-122"/>
              </a:rPr>
              <a:t>avatar</a:t>
            </a:r>
            <a:r>
              <a:rPr lang="zh-CN" altLang="en-US" sz="2000" b="1" dirty="0">
                <a:latin typeface="宋体" panose="02010600030101010101" pitchFamily="2" charset="-122"/>
              </a:rPr>
              <a:t>移动速度的功能。</a:t>
            </a:r>
            <a:endParaRPr lang="zh-CN" altLang="en-US" sz="2000" b="1" dirty="0">
              <a:latin typeface="宋体" panose="02010600030101010101" pitchFamily="2" charset="-122"/>
            </a:endParaRPr>
          </a:p>
          <a:p>
            <a:r>
              <a:rPr lang="zh-CN" altLang="en-US" sz="2000" b="1" dirty="0">
                <a:latin typeface="宋体" panose="02010600030101010101" pitchFamily="2" charset="-122"/>
              </a:rPr>
              <a:t>字段：</a:t>
            </a:r>
            <a:endParaRPr lang="zh-CN" altLang="en-US" sz="2000" b="1" dirty="0">
              <a:latin typeface="宋体" panose="02010600030101010101" pitchFamily="2" charset="-122"/>
            </a:endParaRPr>
          </a:p>
          <a:p>
            <a:r>
              <a:rPr lang="en-US" altLang="zh-CN" sz="2000" b="1" dirty="0">
                <a:latin typeface="宋体" panose="02010600030101010101" pitchFamily="2" charset="-122"/>
              </a:rPr>
              <a:t>avatarSize: </a:t>
            </a:r>
            <a:r>
              <a:rPr lang="zh-CN" altLang="en-US" sz="2000" b="1" dirty="0">
                <a:latin typeface="宋体" panose="02010600030101010101" pitchFamily="2" charset="-122"/>
              </a:rPr>
              <a:t>定义</a:t>
            </a:r>
            <a:r>
              <a:rPr lang="en-US" altLang="zh-CN" sz="2000" b="1" dirty="0">
                <a:latin typeface="宋体" panose="02010600030101010101" pitchFamily="2" charset="-122"/>
              </a:rPr>
              <a:t>avatar</a:t>
            </a:r>
            <a:r>
              <a:rPr lang="zh-CN" altLang="en-US" sz="2000" b="1" dirty="0">
                <a:latin typeface="宋体" panose="02010600030101010101" pitchFamily="2" charset="-122"/>
              </a:rPr>
              <a:t>的尺寸。第一字段值是宽度</a:t>
            </a:r>
            <a:r>
              <a:rPr lang="en-US" altLang="zh-CN" sz="2000" b="1" dirty="0">
                <a:latin typeface="宋体" panose="02010600030101010101" pitchFamily="2" charset="-122"/>
              </a:rPr>
              <a:t>,</a:t>
            </a:r>
            <a:r>
              <a:rPr lang="zh-CN" altLang="en-US" sz="2000" b="1" dirty="0">
                <a:latin typeface="宋体" panose="02010600030101010101" pitchFamily="2" charset="-122"/>
              </a:rPr>
              <a:t>第二字段值是高度，第三字段值是步幅高度。</a:t>
            </a:r>
            <a:endParaRPr lang="zh-CN" altLang="en-US" sz="2000" b="1" dirty="0">
              <a:latin typeface="宋体" panose="02010600030101010101" pitchFamily="2" charset="-122"/>
            </a:endParaRPr>
          </a:p>
          <a:p>
            <a:r>
              <a:rPr lang="zh-CN" altLang="en-US" sz="2000" b="1" dirty="0">
                <a:latin typeface="宋体" panose="02010600030101010101" pitchFamily="2" charset="-122"/>
              </a:rPr>
              <a:t>尺寸：</a:t>
            </a:r>
            <a:endParaRPr lang="zh-CN" altLang="en-US" sz="2000" b="1" dirty="0">
              <a:latin typeface="宋体" panose="02010600030101010101" pitchFamily="2" charset="-122"/>
            </a:endParaRPr>
          </a:p>
          <a:p>
            <a:r>
              <a:rPr lang="en-US" altLang="zh-CN" sz="2000" b="1" dirty="0">
                <a:latin typeface="宋体" panose="02010600030101010101" pitchFamily="2" charset="-122"/>
              </a:rPr>
              <a:t>Width: </a:t>
            </a:r>
            <a:r>
              <a:rPr lang="zh-CN" altLang="en-US" sz="2000" b="1" dirty="0">
                <a:latin typeface="宋体" panose="02010600030101010101" pitchFamily="2" charset="-122"/>
              </a:rPr>
              <a:t>定义</a:t>
            </a:r>
            <a:r>
              <a:rPr lang="en-US" altLang="zh-CN" sz="2000" b="1" dirty="0">
                <a:latin typeface="宋体" panose="02010600030101010101" pitchFamily="2" charset="-122"/>
              </a:rPr>
              <a:t>avatar</a:t>
            </a:r>
            <a:r>
              <a:rPr lang="zh-CN" altLang="en-US" sz="2000" b="1" dirty="0">
                <a:latin typeface="宋体" panose="02010600030101010101" pitchFamily="2" charset="-122"/>
              </a:rPr>
              <a:t>在和对象碰撞之前，可以靠近虚拟对象最近的距离。</a:t>
            </a:r>
            <a:endParaRPr lang="zh-CN" altLang="en-US" sz="2000" b="1" dirty="0">
              <a:latin typeface="宋体" panose="02010600030101010101" pitchFamily="2" charset="-122"/>
            </a:endParaRPr>
          </a:p>
          <a:p>
            <a:r>
              <a:rPr lang="en-US" altLang="zh-CN" sz="2000" b="1" dirty="0">
                <a:latin typeface="宋体" panose="02010600030101010101" pitchFamily="2" charset="-122"/>
              </a:rPr>
              <a:t>Height: </a:t>
            </a:r>
            <a:r>
              <a:rPr lang="zh-CN" altLang="en-US" sz="2000" b="1" dirty="0">
                <a:latin typeface="宋体" panose="02010600030101010101" pitchFamily="2" charset="-122"/>
              </a:rPr>
              <a:t>定义</a:t>
            </a:r>
            <a:r>
              <a:rPr lang="en-US" altLang="zh-CN" sz="2000" b="1" dirty="0">
                <a:latin typeface="宋体" panose="02010600030101010101" pitchFamily="2" charset="-122"/>
              </a:rPr>
              <a:t>avatar</a:t>
            </a:r>
            <a:r>
              <a:rPr lang="zh-CN" altLang="en-US" sz="2000" b="1" dirty="0">
                <a:latin typeface="宋体" panose="02010600030101010101" pitchFamily="2" charset="-122"/>
              </a:rPr>
              <a:t>在</a:t>
            </a:r>
            <a:r>
              <a:rPr lang="en-US" altLang="zh-CN" sz="2000" b="1" dirty="0">
                <a:latin typeface="宋体" panose="02010600030101010101" pitchFamily="2" charset="-122"/>
              </a:rPr>
              <a:t>WALK</a:t>
            </a:r>
            <a:r>
              <a:rPr lang="zh-CN" altLang="en-US" sz="2000" b="1" dirty="0">
                <a:latin typeface="宋体" panose="02010600030101010101" pitchFamily="2" charset="-122"/>
              </a:rPr>
              <a:t>形式浏览虚拟现实，观看点（眼睛）和地面的距离。</a:t>
            </a:r>
            <a:endParaRPr lang="zh-CN" altLang="en-US" sz="2000" b="1" dirty="0">
              <a:latin typeface="宋体" panose="02010600030101010101" pitchFamily="2" charset="-122"/>
            </a:endParaRPr>
          </a:p>
          <a:p>
            <a:r>
              <a:rPr lang="en-US" altLang="zh-CN" sz="2000" b="1" dirty="0">
                <a:latin typeface="宋体" panose="02010600030101010101" pitchFamily="2" charset="-122"/>
              </a:rPr>
              <a:t>Step height: </a:t>
            </a:r>
            <a:r>
              <a:rPr lang="zh-CN" altLang="en-US" sz="2000" b="1" dirty="0">
                <a:latin typeface="宋体" panose="02010600030101010101" pitchFamily="2" charset="-122"/>
              </a:rPr>
              <a:t>定义</a:t>
            </a:r>
            <a:r>
              <a:rPr lang="en-US" altLang="zh-CN" sz="2000" b="1" dirty="0">
                <a:latin typeface="宋体" panose="02010600030101010101" pitchFamily="2" charset="-122"/>
              </a:rPr>
              <a:t>avatar</a:t>
            </a:r>
            <a:r>
              <a:rPr lang="zh-CN" altLang="en-US" sz="2000" b="1" dirty="0">
                <a:latin typeface="宋体" panose="02010600030101010101" pitchFamily="2" charset="-122"/>
              </a:rPr>
              <a:t>以</a:t>
            </a:r>
            <a:r>
              <a:rPr lang="en-US" altLang="zh-CN" sz="2000" b="1" dirty="0">
                <a:latin typeface="宋体" panose="02010600030101010101" pitchFamily="2" charset="-122"/>
              </a:rPr>
              <a:t>WALK</a:t>
            </a:r>
            <a:r>
              <a:rPr lang="zh-CN" altLang="en-US" sz="2000" b="1" dirty="0">
                <a:latin typeface="宋体" panose="02010600030101010101" pitchFamily="2" charset="-122"/>
              </a:rPr>
              <a:t>形式浏览虚拟现实，</a:t>
            </a:r>
            <a:r>
              <a:rPr lang="en-US" altLang="zh-CN" sz="2000" b="1" dirty="0">
                <a:latin typeface="宋体" panose="02010600030101010101" pitchFamily="2" charset="-122"/>
              </a:rPr>
              <a:t>avatar</a:t>
            </a:r>
            <a:r>
              <a:rPr lang="zh-CN" altLang="en-US" sz="2000" b="1" dirty="0">
                <a:latin typeface="宋体" panose="02010600030101010101" pitchFamily="2" charset="-122"/>
              </a:rPr>
              <a:t>可以跨越的障碍物高度。</a:t>
            </a:r>
            <a:endParaRPr lang="zh-CN" altLang="en-US" sz="2000" b="1" dirty="0">
              <a:latin typeface="宋体" panose="02010600030101010101" pitchFamily="2" charset="-122"/>
            </a:endParaRPr>
          </a:p>
        </p:txBody>
      </p:sp>
      <p:sp>
        <p:nvSpPr>
          <p:cNvPr id="151556" name="Rectangle 3"/>
          <p:cNvSpPr/>
          <p:nvPr/>
        </p:nvSpPr>
        <p:spPr>
          <a:xfrm>
            <a:off x="1403350" y="836613"/>
            <a:ext cx="6205538" cy="457200"/>
          </a:xfrm>
          <a:prstGeom prst="rect">
            <a:avLst/>
          </a:prstGeom>
          <a:noFill/>
          <a:ln w="9525">
            <a:noFill/>
          </a:ln>
        </p:spPr>
        <p:txBody>
          <a:bodyPr wrap="none">
            <a:spAutoFit/>
          </a:bodyPr>
          <a:p>
            <a:r>
              <a:rPr lang="zh-CN" altLang="en-US" b="1" dirty="0">
                <a:latin typeface="Times New Roman" panose="02020603050405020304" pitchFamily="18" charset="0"/>
              </a:rPr>
              <a:t>二、 控制浏览功能的节点</a:t>
            </a:r>
            <a:r>
              <a:rPr lang="en-US" altLang="zh-CN" b="1" dirty="0">
                <a:latin typeface="Times New Roman" panose="02020603050405020304" pitchFamily="18" charset="0"/>
              </a:rPr>
              <a:t>------NavigationInfo</a:t>
            </a:r>
            <a:endParaRPr lang="en-US" altLang="zh-CN" b="1" dirty="0">
              <a:latin typeface="Times New Roman" panose="02020603050405020304" pitchFamily="18" charset="0"/>
            </a:endParaRPr>
          </a:p>
        </p:txBody>
      </p:sp>
    </p:spTree>
  </p:cSld>
  <p:clrMapOvr>
    <a:masterClrMapping/>
  </p:clrMapOvr>
  <p:transition>
    <p:random/>
  </p:transition>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2578" name="页脚占位符 3"/>
          <p:cNvSpPr txBox="1">
            <a:spLocks noGrp="1"/>
          </p:cNvSpPr>
          <p:nvPr>
            <p:ph type="ftr" sz="quarter" idx="3"/>
          </p:nvPr>
        </p:nvSpPr>
        <p:spPr>
          <a:xfrm>
            <a:off x="3733800" y="6570663"/>
            <a:ext cx="2590800" cy="280987"/>
          </a:xfrm>
          <a:ln/>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r>
              <a:rPr lang="zh-CN" altLang="en-US" sz="1200" dirty="0">
                <a:solidFill>
                  <a:schemeClr val="folHlink"/>
                </a:solidFill>
              </a:rPr>
              <a:t>《虚拟地理环境及其应用》</a:t>
            </a:r>
            <a:endParaRPr lang="zh-CN" altLang="en-US" sz="1200" dirty="0">
              <a:solidFill>
                <a:schemeClr val="folHlink"/>
              </a:solidFill>
            </a:endParaRPr>
          </a:p>
        </p:txBody>
      </p:sp>
      <p:sp>
        <p:nvSpPr>
          <p:cNvPr id="152579" name="Rectangle 1026"/>
          <p:cNvSpPr/>
          <p:nvPr/>
        </p:nvSpPr>
        <p:spPr>
          <a:xfrm>
            <a:off x="827088" y="1916113"/>
            <a:ext cx="7561262" cy="4271962"/>
          </a:xfrm>
          <a:prstGeom prst="rect">
            <a:avLst/>
          </a:prstGeom>
          <a:noFill/>
          <a:ln w="12700">
            <a:noFill/>
          </a:ln>
        </p:spPr>
        <p:txBody>
          <a:bodyPr anchor="ctr" anchorCtr="0">
            <a:spAutoFit/>
          </a:bodyPr>
          <a:p>
            <a:r>
              <a:rPr lang="zh-CN" altLang="en-US" sz="1800" b="1" dirty="0">
                <a:latin typeface="宋体" panose="02010600030101010101" pitchFamily="2" charset="-122"/>
              </a:rPr>
              <a:t>字段： </a:t>
            </a:r>
            <a:endParaRPr lang="zh-CN" altLang="en-US" sz="1800" b="1" dirty="0">
              <a:latin typeface="宋体" panose="02010600030101010101" pitchFamily="2" charset="-122"/>
            </a:endParaRPr>
          </a:p>
          <a:p>
            <a:r>
              <a:rPr lang="en-US" altLang="zh-CN" sz="1800" b="1" dirty="0">
                <a:latin typeface="宋体" panose="02010600030101010101" pitchFamily="2" charset="-122"/>
              </a:rPr>
              <a:t>headlight: TRUE</a:t>
            </a:r>
            <a:r>
              <a:rPr lang="zh-CN" altLang="en-US" sz="1800" b="1" dirty="0">
                <a:latin typeface="宋体" panose="02010600030101010101" pitchFamily="2" charset="-122"/>
              </a:rPr>
              <a:t>表示开启头灯，为默认值。</a:t>
            </a:r>
            <a:r>
              <a:rPr lang="en-US" altLang="zh-CN" sz="1800" b="1" dirty="0">
                <a:latin typeface="宋体" panose="02010600030101010101" pitchFamily="2" charset="-122"/>
              </a:rPr>
              <a:t>Headlight</a:t>
            </a:r>
            <a:r>
              <a:rPr lang="zh-CN" altLang="en-US" sz="1800" b="1" dirty="0">
                <a:latin typeface="宋体" panose="02010600030101010101" pitchFamily="2" charset="-122"/>
              </a:rPr>
              <a:t>字段是由</a:t>
            </a:r>
            <a:r>
              <a:rPr lang="en-US" altLang="zh-CN" sz="1800" b="1" dirty="0">
                <a:latin typeface="宋体" panose="02010600030101010101" pitchFamily="2" charset="-122"/>
              </a:rPr>
              <a:t>DirectionaLight</a:t>
            </a:r>
            <a:r>
              <a:rPr lang="zh-CN" altLang="en-US" sz="1800" b="1" dirty="0">
                <a:latin typeface="宋体" panose="02010600030101010101" pitchFamily="2" charset="-122"/>
              </a:rPr>
              <a:t>节点所定义出来的：强度为最强，周遭强度为关闭，颜色为白色，方向为</a:t>
            </a:r>
            <a:r>
              <a:rPr lang="en-US" altLang="zh-CN" sz="1800" b="1" dirty="0">
                <a:latin typeface="宋体" panose="02010600030101010101" pitchFamily="2" charset="-122"/>
              </a:rPr>
              <a:t>-z</a:t>
            </a:r>
            <a:r>
              <a:rPr lang="zh-CN" altLang="en-US" sz="1800" b="1" dirty="0">
                <a:latin typeface="宋体" panose="02010600030101010101" pitchFamily="2" charset="-122"/>
              </a:rPr>
              <a:t>轴。</a:t>
            </a:r>
            <a:endParaRPr lang="zh-CN" altLang="en-US" sz="1800" b="1" dirty="0">
              <a:latin typeface="宋体" panose="02010600030101010101" pitchFamily="2" charset="-122"/>
            </a:endParaRPr>
          </a:p>
          <a:p>
            <a:r>
              <a:rPr lang="en-US" altLang="zh-CN" sz="1800" b="1" dirty="0">
                <a:latin typeface="宋体" panose="02010600030101010101" pitchFamily="2" charset="-122"/>
              </a:rPr>
              <a:t>Speed: </a:t>
            </a:r>
            <a:r>
              <a:rPr lang="zh-CN" altLang="en-US" sz="1800" b="1" dirty="0">
                <a:latin typeface="宋体" panose="02010600030101010101" pitchFamily="2" charset="-122"/>
              </a:rPr>
              <a:t>控制</a:t>
            </a:r>
            <a:r>
              <a:rPr lang="en-US" altLang="zh-CN" sz="1800" b="1" dirty="0">
                <a:latin typeface="宋体" panose="02010600030101010101" pitchFamily="2" charset="-122"/>
              </a:rPr>
              <a:t>avatar</a:t>
            </a:r>
            <a:r>
              <a:rPr lang="zh-CN" altLang="en-US" sz="1800" b="1" dirty="0">
                <a:latin typeface="宋体" panose="02010600030101010101" pitchFamily="2" charset="-122"/>
              </a:rPr>
              <a:t>的移动速度，单位是每秒多少单位长</a:t>
            </a:r>
            <a:endParaRPr lang="zh-CN" altLang="en-US" sz="1800" b="1" dirty="0">
              <a:latin typeface="宋体" panose="02010600030101010101" pitchFamily="2" charset="-122"/>
            </a:endParaRPr>
          </a:p>
          <a:p>
            <a:r>
              <a:rPr lang="zh-CN" altLang="en-US" sz="1800" b="1" dirty="0">
                <a:latin typeface="宋体" panose="02010600030101010101" pitchFamily="2" charset="-122"/>
              </a:rPr>
              <a:t>（</a:t>
            </a:r>
            <a:r>
              <a:rPr lang="en-US" altLang="zh-CN" sz="1800" b="1" dirty="0">
                <a:latin typeface="宋体" panose="02010600030101010101" pitchFamily="2" charset="-122"/>
              </a:rPr>
              <a:t>units/sec</a:t>
            </a:r>
            <a:r>
              <a:rPr lang="zh-CN" altLang="en-US" sz="1800" b="1" dirty="0">
                <a:latin typeface="宋体" panose="02010600030101010101" pitchFamily="2" charset="-122"/>
              </a:rPr>
              <a:t>）。默认值为</a:t>
            </a:r>
            <a:r>
              <a:rPr lang="en-US" altLang="zh-CN" sz="1800" b="1" dirty="0">
                <a:latin typeface="宋体" panose="02010600030101010101" pitchFamily="2" charset="-122"/>
              </a:rPr>
              <a:t>1.0</a:t>
            </a:r>
            <a:r>
              <a:rPr lang="zh-CN" altLang="en-US" sz="1800" b="1" dirty="0">
                <a:latin typeface="宋体" panose="02010600030101010101" pitchFamily="2" charset="-122"/>
              </a:rPr>
              <a:t>。</a:t>
            </a:r>
            <a:endParaRPr lang="zh-CN" altLang="en-US" sz="1800" b="1" dirty="0">
              <a:latin typeface="宋体" panose="02010600030101010101" pitchFamily="2" charset="-122"/>
            </a:endParaRPr>
          </a:p>
          <a:p>
            <a:r>
              <a:rPr lang="en-US" altLang="zh-CN" sz="1800" b="1" dirty="0">
                <a:latin typeface="宋体" panose="02010600030101010101" pitchFamily="2" charset="-122"/>
              </a:rPr>
              <a:t>Type: </a:t>
            </a:r>
            <a:r>
              <a:rPr lang="zh-CN" altLang="en-US" sz="1800" b="1" dirty="0">
                <a:latin typeface="宋体" panose="02010600030101010101" pitchFamily="2" charset="-122"/>
              </a:rPr>
              <a:t>定义</a:t>
            </a:r>
            <a:r>
              <a:rPr lang="en-US" altLang="zh-CN" sz="1800" b="1" dirty="0">
                <a:latin typeface="宋体" panose="02010600030101010101" pitchFamily="2" charset="-122"/>
              </a:rPr>
              <a:t>avatar</a:t>
            </a:r>
            <a:r>
              <a:rPr lang="zh-CN" altLang="en-US" sz="1800" b="1" dirty="0">
                <a:latin typeface="宋体" panose="02010600030101010101" pitchFamily="2" charset="-122"/>
              </a:rPr>
              <a:t>在虚拟现实中的</a:t>
            </a:r>
            <a:r>
              <a:rPr lang="en-US" altLang="zh-CN" sz="1800" b="1" dirty="0">
                <a:latin typeface="宋体" panose="02010600030101010101" pitchFamily="2" charset="-122"/>
              </a:rPr>
              <a:t>j</a:t>
            </a:r>
            <a:r>
              <a:rPr lang="zh-CN" altLang="en-US" sz="1800" b="1" dirty="0">
                <a:latin typeface="宋体" panose="02010600030101010101" pitchFamily="2" charset="-122"/>
              </a:rPr>
              <a:t>浏览方式。浏览方式共有</a:t>
            </a:r>
            <a:r>
              <a:rPr lang="en-US" altLang="zh-CN" sz="1800" b="1" dirty="0">
                <a:latin typeface="宋体" panose="02010600030101010101" pitchFamily="2" charset="-122"/>
              </a:rPr>
              <a:t>4</a:t>
            </a:r>
            <a:r>
              <a:rPr lang="zh-CN" altLang="en-US" sz="1800" b="1" dirty="0">
                <a:latin typeface="宋体" panose="02010600030101010101" pitchFamily="2" charset="-122"/>
              </a:rPr>
              <a:t>种，分别是“</a:t>
            </a:r>
            <a:r>
              <a:rPr lang="en-US" altLang="zh-CN" sz="1800" b="1" dirty="0">
                <a:latin typeface="宋体" panose="02010600030101010101" pitchFamily="2" charset="-122"/>
              </a:rPr>
              <a:t>WALK”, “FLY”, “EXAMINE”, “NOME”, “WALK”.</a:t>
            </a:r>
            <a:endParaRPr lang="en-US" altLang="zh-CN" sz="1800" b="1" dirty="0">
              <a:latin typeface="宋体" panose="02010600030101010101" pitchFamily="2" charset="-122"/>
            </a:endParaRPr>
          </a:p>
          <a:p>
            <a:r>
              <a:rPr lang="en-US" altLang="zh-CN" sz="1800" b="1" dirty="0">
                <a:latin typeface="宋体" panose="02010600030101010101" pitchFamily="2" charset="-122"/>
              </a:rPr>
              <a:t>TYPE</a:t>
            </a:r>
            <a:r>
              <a:rPr lang="zh-CN" altLang="en-US" sz="1800" b="1" dirty="0">
                <a:latin typeface="宋体" panose="02010600030101010101" pitchFamily="2" charset="-122"/>
              </a:rPr>
              <a:t>字段的字段值描述</a:t>
            </a:r>
            <a:endParaRPr lang="zh-CN" altLang="en-US" sz="1800" b="1" dirty="0">
              <a:latin typeface="宋体" panose="02010600030101010101" pitchFamily="2" charset="-122"/>
            </a:endParaRPr>
          </a:p>
          <a:p>
            <a:r>
              <a:rPr lang="en-US" altLang="zh-CN" sz="1800" b="1" dirty="0">
                <a:latin typeface="宋体" panose="02010600030101010101" pitchFamily="2" charset="-122"/>
              </a:rPr>
              <a:t>WALK</a:t>
            </a:r>
            <a:r>
              <a:rPr lang="zh-CN" altLang="en-US" sz="1800" b="1" dirty="0">
                <a:latin typeface="宋体" panose="02010600030101010101" pitchFamily="2" charset="-122"/>
              </a:rPr>
              <a:t>：观看者以走路的方式控制</a:t>
            </a:r>
            <a:r>
              <a:rPr lang="en-US" altLang="zh-CN" sz="1800" b="1" dirty="0">
                <a:latin typeface="宋体" panose="02010600030101010101" pitchFamily="2" charset="-122"/>
              </a:rPr>
              <a:t>avatar</a:t>
            </a:r>
            <a:r>
              <a:rPr lang="zh-CN" altLang="en-US" sz="1800" b="1" dirty="0">
                <a:latin typeface="宋体" panose="02010600030101010101" pitchFamily="2" charset="-122"/>
              </a:rPr>
              <a:t>浏览虚拟世界，并且会受重力的影响。</a:t>
            </a:r>
            <a:endParaRPr lang="zh-CN" altLang="en-US" sz="1800" b="1" dirty="0">
              <a:latin typeface="宋体" panose="02010600030101010101" pitchFamily="2" charset="-122"/>
            </a:endParaRPr>
          </a:p>
          <a:p>
            <a:r>
              <a:rPr lang="en-US" altLang="zh-CN" sz="1800" b="1" dirty="0">
                <a:latin typeface="宋体" panose="02010600030101010101" pitchFamily="2" charset="-122"/>
              </a:rPr>
              <a:t>FLY</a:t>
            </a:r>
            <a:r>
              <a:rPr lang="zh-CN" altLang="en-US" sz="1800" b="1" dirty="0">
                <a:latin typeface="宋体" panose="02010600030101010101" pitchFamily="2" charset="-122"/>
              </a:rPr>
              <a:t>： 观看者控制</a:t>
            </a:r>
            <a:r>
              <a:rPr lang="en-US" altLang="zh-CN" sz="1800" b="1" dirty="0">
                <a:latin typeface="宋体" panose="02010600030101010101" pitchFamily="2" charset="-122"/>
              </a:rPr>
              <a:t>avatar</a:t>
            </a:r>
            <a:r>
              <a:rPr lang="zh-CN" altLang="en-US" sz="1800" b="1" dirty="0">
                <a:latin typeface="宋体" panose="02010600030101010101" pitchFamily="2" charset="-122"/>
              </a:rPr>
              <a:t>的方式，是以类似走路的方式浏览虚拟现实，但是完全不受生力的影响，可 以由高处向下看，或由低处向上看，类似飞行的感觉。</a:t>
            </a:r>
            <a:endParaRPr lang="zh-CN" altLang="en-US" sz="1800" b="1" dirty="0">
              <a:latin typeface="宋体" panose="02010600030101010101" pitchFamily="2" charset="-122"/>
            </a:endParaRPr>
          </a:p>
          <a:p>
            <a:endParaRPr lang="zh-CN" altLang="en-US" sz="2200" b="1" dirty="0">
              <a:solidFill>
                <a:schemeClr val="bg1"/>
              </a:solidFill>
              <a:latin typeface="宋体" panose="02010600030101010101" pitchFamily="2" charset="-122"/>
            </a:endParaRPr>
          </a:p>
        </p:txBody>
      </p:sp>
      <p:sp>
        <p:nvSpPr>
          <p:cNvPr id="152580" name="Rectangle 1027"/>
          <p:cNvSpPr/>
          <p:nvPr/>
        </p:nvSpPr>
        <p:spPr>
          <a:xfrm>
            <a:off x="1403350" y="836613"/>
            <a:ext cx="5502275" cy="457200"/>
          </a:xfrm>
          <a:prstGeom prst="rect">
            <a:avLst/>
          </a:prstGeom>
          <a:noFill/>
          <a:ln w="9525">
            <a:noFill/>
          </a:ln>
        </p:spPr>
        <p:txBody>
          <a:bodyPr wrap="none">
            <a:spAutoFit/>
          </a:bodyPr>
          <a:p>
            <a:pPr eaLnBrk="1" hangingPunct="1"/>
            <a:r>
              <a:rPr lang="zh-CN" altLang="en-US" b="1" dirty="0">
                <a:latin typeface="Times New Roman" panose="02020603050405020304" pitchFamily="18" charset="0"/>
              </a:rPr>
              <a:t>控制浏览功能的节点</a:t>
            </a:r>
            <a:r>
              <a:rPr lang="en-US" altLang="zh-CN" b="1" dirty="0">
                <a:latin typeface="Times New Roman" panose="02020603050405020304" pitchFamily="18" charset="0"/>
              </a:rPr>
              <a:t>------NavigationInfo</a:t>
            </a:r>
            <a:endParaRPr lang="zh-CN" altLang="en-US" b="1" dirty="0">
              <a:latin typeface="Times New Roman" panose="02020603050405020304" pitchFamily="18" charset="0"/>
            </a:endParaRPr>
          </a:p>
        </p:txBody>
      </p:sp>
    </p:spTree>
  </p:cSld>
  <p:clrMapOvr>
    <a:masterClrMapping/>
  </p:clrMapOvr>
  <p:transition>
    <p:random/>
  </p:transition>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02" name="页脚占位符 3"/>
          <p:cNvSpPr txBox="1">
            <a:spLocks noGrp="1"/>
          </p:cNvSpPr>
          <p:nvPr>
            <p:ph type="ftr" sz="quarter" idx="3"/>
          </p:nvPr>
        </p:nvSpPr>
        <p:spPr>
          <a:xfrm>
            <a:off x="3733800" y="6570663"/>
            <a:ext cx="2590800" cy="280987"/>
          </a:xfrm>
          <a:ln/>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r>
              <a:rPr lang="zh-CN" altLang="en-US" sz="1200" dirty="0">
                <a:solidFill>
                  <a:schemeClr val="folHlink"/>
                </a:solidFill>
              </a:rPr>
              <a:t>《虚拟地理环境及其应用》</a:t>
            </a:r>
            <a:endParaRPr lang="zh-CN" altLang="en-US" sz="1200" dirty="0">
              <a:solidFill>
                <a:schemeClr val="folHlink"/>
              </a:solidFill>
            </a:endParaRPr>
          </a:p>
        </p:txBody>
      </p:sp>
      <p:sp>
        <p:nvSpPr>
          <p:cNvPr id="153603" name="Rectangle 2050"/>
          <p:cNvSpPr/>
          <p:nvPr/>
        </p:nvSpPr>
        <p:spPr>
          <a:xfrm>
            <a:off x="1042988" y="2551113"/>
            <a:ext cx="7200900" cy="2132012"/>
          </a:xfrm>
          <a:prstGeom prst="rect">
            <a:avLst/>
          </a:prstGeom>
          <a:noFill/>
          <a:ln w="12700">
            <a:noFill/>
          </a:ln>
        </p:spPr>
        <p:txBody>
          <a:bodyPr anchor="ctr" anchorCtr="0">
            <a:spAutoFit/>
          </a:bodyPr>
          <a:p>
            <a:r>
              <a:rPr lang="en-US" altLang="zh-CN" sz="2200" b="1" dirty="0">
                <a:latin typeface="宋体" panose="02010600030101010101" pitchFamily="2" charset="-122"/>
              </a:rPr>
              <a:t>EXAMINE:</a:t>
            </a:r>
            <a:r>
              <a:rPr lang="zh-CN" altLang="en-US" sz="2200" b="1" dirty="0">
                <a:latin typeface="宋体" panose="02010600030101010101" pitchFamily="2" charset="-122"/>
              </a:rPr>
              <a:t>让观看者可以控制</a:t>
            </a:r>
            <a:r>
              <a:rPr lang="en-US" altLang="zh-CN" sz="2200" b="1" dirty="0">
                <a:latin typeface="宋体" panose="02010600030101010101" pitchFamily="2" charset="-122"/>
              </a:rPr>
              <a:t>avatar</a:t>
            </a:r>
            <a:r>
              <a:rPr lang="zh-CN" altLang="en-US" sz="2200" b="1" dirty="0">
                <a:latin typeface="宋体" panose="02010600030101010101" pitchFamily="2" charset="-122"/>
              </a:rPr>
              <a:t>针对的个别，去靠近它或远离它，甚至可以围绕它旋转。</a:t>
            </a:r>
            <a:r>
              <a:rPr lang="zh-CN" altLang="en-US" sz="1800" dirty="0">
                <a:latin typeface="Arial" panose="020B0604020202020204" pitchFamily="34" charset="0"/>
              </a:rPr>
              <a:t> </a:t>
            </a:r>
            <a:endParaRPr lang="zh-CN" altLang="en-US" sz="1800" dirty="0">
              <a:latin typeface="Arial" panose="020B0604020202020204" pitchFamily="34" charset="0"/>
            </a:endParaRPr>
          </a:p>
          <a:p>
            <a:r>
              <a:rPr lang="en-US" altLang="zh-CN" sz="2200" b="1" dirty="0">
                <a:latin typeface="宋体" panose="02010600030101010101" pitchFamily="2" charset="-122"/>
              </a:rPr>
              <a:t>NONE</a:t>
            </a:r>
            <a:r>
              <a:rPr lang="zh-CN" altLang="en-US" sz="2200" b="1" dirty="0">
                <a:latin typeface="宋体" panose="02010600030101010101" pitchFamily="2" charset="-122"/>
              </a:rPr>
              <a:t>：解除观看者控制</a:t>
            </a:r>
            <a:r>
              <a:rPr lang="en-US" altLang="zh-CN" sz="2200" b="1" dirty="0">
                <a:latin typeface="宋体" panose="02010600030101010101" pitchFamily="2" charset="-122"/>
              </a:rPr>
              <a:t>avatar</a:t>
            </a:r>
            <a:r>
              <a:rPr lang="zh-CN" altLang="en-US" sz="2200" b="1" dirty="0">
                <a:latin typeface="宋体" panose="02010600030101010101" pitchFamily="2" charset="-122"/>
              </a:rPr>
              <a:t>的所有能力。</a:t>
            </a:r>
            <a:endParaRPr lang="zh-CN" altLang="en-US" sz="2200" b="1" dirty="0">
              <a:latin typeface="宋体" panose="02010600030101010101" pitchFamily="2" charset="-122"/>
            </a:endParaRPr>
          </a:p>
          <a:p>
            <a:r>
              <a:rPr lang="zh-CN" altLang="en-US" sz="2200" b="1" dirty="0">
                <a:latin typeface="宋体" panose="02010600030101010101" pitchFamily="2" charset="-122"/>
              </a:rPr>
              <a:t>字段</a:t>
            </a:r>
            <a:endParaRPr lang="zh-CN" altLang="en-US" sz="2200" b="1" dirty="0">
              <a:latin typeface="宋体" panose="02010600030101010101" pitchFamily="2" charset="-122"/>
            </a:endParaRPr>
          </a:p>
          <a:p>
            <a:r>
              <a:rPr lang="en-US" altLang="zh-CN" sz="2200" b="1" dirty="0">
                <a:latin typeface="宋体" panose="02010600030101010101" pitchFamily="2" charset="-122"/>
              </a:rPr>
              <a:t>visibilityLimit</a:t>
            </a:r>
            <a:r>
              <a:rPr lang="zh-CN" altLang="en-US" sz="2200" b="1" dirty="0">
                <a:latin typeface="宋体" panose="02010600030101010101" pitchFamily="2" charset="-122"/>
              </a:rPr>
              <a:t>：定义</a:t>
            </a:r>
            <a:r>
              <a:rPr lang="en-US" altLang="zh-CN" sz="2200" b="1" dirty="0">
                <a:latin typeface="宋体" panose="02010600030101010101" pitchFamily="2" charset="-122"/>
              </a:rPr>
              <a:t>avatar</a:t>
            </a:r>
            <a:r>
              <a:rPr lang="zh-CN" altLang="en-US" sz="2200" b="1" dirty="0">
                <a:latin typeface="宋体" panose="02010600030101010101" pitchFamily="2" charset="-122"/>
              </a:rPr>
              <a:t>所能看见的最远距离。默认值为</a:t>
            </a:r>
            <a:r>
              <a:rPr lang="en-US" altLang="zh-CN" sz="2200" b="1" dirty="0">
                <a:latin typeface="宋体" panose="02010600030101010101" pitchFamily="2" charset="-122"/>
              </a:rPr>
              <a:t>0</a:t>
            </a:r>
            <a:r>
              <a:rPr lang="zh-CN" altLang="en-US" sz="2200" b="1" dirty="0">
                <a:latin typeface="宋体" panose="02010600030101010101" pitchFamily="2" charset="-122"/>
              </a:rPr>
              <a:t>，表示没有任何能见度的限制。     </a:t>
            </a:r>
            <a:r>
              <a:rPr lang="zh-CN" altLang="en-US" b="1" dirty="0">
                <a:latin typeface="Times New Roman" panose="02020603050405020304" pitchFamily="18" charset="0"/>
              </a:rPr>
              <a:t>示例 </a:t>
            </a:r>
            <a:r>
              <a:rPr lang="en-US" altLang="zh-CN" b="1" dirty="0">
                <a:latin typeface="Times New Roman" panose="02020603050405020304" pitchFamily="18" charset="0"/>
              </a:rPr>
              <a:t>8-2</a:t>
            </a:r>
            <a:r>
              <a:rPr lang="en-US" altLang="zh-CN" dirty="0">
                <a:latin typeface="Times New Roman" panose="02020603050405020304" pitchFamily="18" charset="0"/>
              </a:rPr>
              <a:t> </a:t>
            </a:r>
            <a:endParaRPr lang="zh-CN" altLang="en-US" dirty="0">
              <a:latin typeface="Times New Roman" panose="02020603050405020304" pitchFamily="18" charset="0"/>
            </a:endParaRPr>
          </a:p>
        </p:txBody>
      </p:sp>
      <p:sp>
        <p:nvSpPr>
          <p:cNvPr id="153604" name="Rectangle 2051"/>
          <p:cNvSpPr/>
          <p:nvPr/>
        </p:nvSpPr>
        <p:spPr>
          <a:xfrm>
            <a:off x="1403350" y="836613"/>
            <a:ext cx="5502275" cy="457200"/>
          </a:xfrm>
          <a:prstGeom prst="rect">
            <a:avLst/>
          </a:prstGeom>
          <a:noFill/>
          <a:ln w="9525">
            <a:noFill/>
          </a:ln>
        </p:spPr>
        <p:txBody>
          <a:bodyPr wrap="none">
            <a:spAutoFit/>
          </a:bodyPr>
          <a:p>
            <a:pPr eaLnBrk="1" hangingPunct="1"/>
            <a:r>
              <a:rPr lang="zh-CN" altLang="en-US" b="1" dirty="0">
                <a:latin typeface="Times New Roman" panose="02020603050405020304" pitchFamily="18" charset="0"/>
              </a:rPr>
              <a:t>控制浏览功能的节点</a:t>
            </a:r>
            <a:r>
              <a:rPr lang="en-US" altLang="zh-CN" b="1" dirty="0">
                <a:latin typeface="Times New Roman" panose="02020603050405020304" pitchFamily="18" charset="0"/>
              </a:rPr>
              <a:t>------NavigationInfo</a:t>
            </a:r>
            <a:endParaRPr lang="zh-CN" altLang="en-US" b="1" dirty="0">
              <a:latin typeface="Times New Roman" panose="02020603050405020304" pitchFamily="18" charset="0"/>
            </a:endParaRPr>
          </a:p>
        </p:txBody>
      </p:sp>
    </p:spTree>
  </p:cSld>
  <p:clrMapOvr>
    <a:masterClrMapping/>
  </p:clrMapOvr>
  <p:transition>
    <p:random/>
  </p:transition>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4626" name="页脚占位符 1"/>
          <p:cNvSpPr txBox="1">
            <a:spLocks noGrp="1"/>
          </p:cNvSpPr>
          <p:nvPr>
            <p:ph type="ftr" sz="quarter" idx="3"/>
          </p:nvPr>
        </p:nvSpPr>
        <p:spPr>
          <a:xfrm>
            <a:off x="3733800" y="6570663"/>
            <a:ext cx="2590800" cy="280987"/>
          </a:xfrm>
          <a:ln/>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r>
              <a:rPr lang="zh-CN" altLang="en-US" sz="1200" dirty="0">
                <a:solidFill>
                  <a:schemeClr val="folHlink"/>
                </a:solidFill>
              </a:rPr>
              <a:t>《虚拟地理环境及其应用》</a:t>
            </a:r>
            <a:endParaRPr lang="zh-CN" altLang="en-US" sz="1200" dirty="0">
              <a:solidFill>
                <a:schemeClr val="folHlink"/>
              </a:solidFill>
            </a:endParaRPr>
          </a:p>
        </p:txBody>
      </p:sp>
      <p:sp>
        <p:nvSpPr>
          <p:cNvPr id="154627" name="Rectangle 4"/>
          <p:cNvSpPr/>
          <p:nvPr/>
        </p:nvSpPr>
        <p:spPr>
          <a:xfrm>
            <a:off x="1331913" y="981075"/>
            <a:ext cx="7273925" cy="579438"/>
          </a:xfrm>
          <a:prstGeom prst="rect">
            <a:avLst/>
          </a:prstGeom>
          <a:noFill/>
          <a:ln w="9525">
            <a:noFill/>
          </a:ln>
        </p:spPr>
        <p:txBody>
          <a:bodyPr>
            <a:spAutoFit/>
          </a:bodyPr>
          <a:p>
            <a:r>
              <a:rPr lang="en-US" altLang="zh-CN" sz="3200" b="1" dirty="0">
                <a:latin typeface="隶书" panose="02010509060101010101" pitchFamily="49" charset="-122"/>
                <a:ea typeface="隶书" panose="02010509060101010101" pitchFamily="49" charset="-122"/>
              </a:rPr>
              <a:t>4.9 </a:t>
            </a:r>
            <a:r>
              <a:rPr lang="zh-CN" altLang="en-US" sz="3200" b="1" dirty="0">
                <a:latin typeface="隶书" panose="02010509060101010101" pitchFamily="49" charset="-122"/>
                <a:ea typeface="隶书" panose="02010509060101010101" pitchFamily="49" charset="-122"/>
              </a:rPr>
              <a:t>动态的虚拟现实</a:t>
            </a:r>
            <a:r>
              <a:rPr lang="en-US" altLang="zh-CN" sz="3200" b="1" dirty="0">
                <a:latin typeface="隶书" panose="02010509060101010101" pitchFamily="49" charset="-122"/>
                <a:ea typeface="隶书" panose="02010509060101010101" pitchFamily="49" charset="-122"/>
              </a:rPr>
              <a:t>Animation Nodes</a:t>
            </a:r>
            <a:r>
              <a:rPr lang="en-US" altLang="zh-CN" sz="3200" dirty="0">
                <a:latin typeface="隶书" panose="02010509060101010101" pitchFamily="49" charset="-122"/>
                <a:ea typeface="隶书" panose="02010509060101010101" pitchFamily="49" charset="-122"/>
              </a:rPr>
              <a:t> </a:t>
            </a:r>
            <a:endParaRPr lang="zh-CN" altLang="en-US" sz="3200" dirty="0">
              <a:latin typeface="隶书" panose="02010509060101010101" pitchFamily="49" charset="-122"/>
              <a:ea typeface="隶书" panose="02010509060101010101" pitchFamily="49" charset="-122"/>
            </a:endParaRPr>
          </a:p>
        </p:txBody>
      </p:sp>
    </p:spTree>
  </p:cSld>
  <p:clrMapOvr>
    <a:masterClrMapping/>
  </p:clrMapOvr>
  <p:transition>
    <p:random/>
  </p:transition>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5650" name="页脚占位符 2"/>
          <p:cNvSpPr txBox="1">
            <a:spLocks noGrp="1"/>
          </p:cNvSpPr>
          <p:nvPr>
            <p:ph type="ftr" sz="quarter" idx="3"/>
          </p:nvPr>
        </p:nvSpPr>
        <p:spPr>
          <a:xfrm>
            <a:off x="3733800" y="6570663"/>
            <a:ext cx="2590800" cy="280987"/>
          </a:xfrm>
          <a:ln/>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r>
              <a:rPr lang="zh-CN" altLang="en-US" sz="1200" dirty="0">
                <a:solidFill>
                  <a:schemeClr val="folHlink"/>
                </a:solidFill>
              </a:rPr>
              <a:t>《虚拟地理环境及其应用》</a:t>
            </a:r>
            <a:endParaRPr lang="zh-CN" altLang="en-US" sz="1200" dirty="0">
              <a:solidFill>
                <a:schemeClr val="folHlink"/>
              </a:solidFill>
            </a:endParaRPr>
          </a:p>
        </p:txBody>
      </p:sp>
      <p:sp>
        <p:nvSpPr>
          <p:cNvPr id="155651" name="Rectangle 4"/>
          <p:cNvSpPr/>
          <p:nvPr/>
        </p:nvSpPr>
        <p:spPr>
          <a:xfrm>
            <a:off x="900113" y="2609850"/>
            <a:ext cx="7704137" cy="2647950"/>
          </a:xfrm>
          <a:prstGeom prst="rect">
            <a:avLst/>
          </a:prstGeom>
          <a:noFill/>
          <a:ln w="9525">
            <a:noFill/>
          </a:ln>
        </p:spPr>
        <p:txBody>
          <a:bodyPr anchor="ctr" anchorCtr="0">
            <a:spAutoFit/>
          </a:bodyPr>
          <a:p>
            <a:pPr indent="133350"/>
            <a:r>
              <a:rPr lang="zh-CN" altLang="en-US" b="1" dirty="0">
                <a:solidFill>
                  <a:schemeClr val="accent2"/>
                </a:solidFill>
                <a:latin typeface="宋体" panose="02010600030101010101" pitchFamily="2" charset="-122"/>
              </a:rPr>
              <a:t>控制一个动态的虚拟对象，需要两个重要的控制因素：</a:t>
            </a:r>
            <a:endParaRPr lang="zh-CN" altLang="en-US" b="1" dirty="0">
              <a:solidFill>
                <a:schemeClr val="accent2"/>
              </a:solidFill>
              <a:latin typeface="宋体" panose="02010600030101010101" pitchFamily="2" charset="-122"/>
            </a:endParaRPr>
          </a:p>
          <a:p>
            <a:pPr indent="133350"/>
            <a:r>
              <a:rPr lang="zh-CN" altLang="en-US" b="1" dirty="0">
                <a:solidFill>
                  <a:schemeClr val="accent2"/>
                </a:solidFill>
                <a:latin typeface="宋体" panose="02010600030101010101" pitchFamily="2" charset="-122"/>
              </a:rPr>
              <a:t>控制动态对象的时间，如何时开始，何时结束和循环周期等。</a:t>
            </a:r>
            <a:endParaRPr lang="zh-CN" altLang="en-US" b="1" dirty="0">
              <a:solidFill>
                <a:schemeClr val="accent2"/>
              </a:solidFill>
              <a:latin typeface="宋体" panose="02010600030101010101" pitchFamily="2" charset="-122"/>
            </a:endParaRPr>
          </a:p>
          <a:p>
            <a:pPr indent="133350"/>
            <a:r>
              <a:rPr lang="zh-CN" altLang="en-US" b="1" dirty="0">
                <a:solidFill>
                  <a:schemeClr val="accent2"/>
                </a:solidFill>
                <a:latin typeface="宋体" panose="02010600030101010101" pitchFamily="2" charset="-122"/>
              </a:rPr>
              <a:t>描述动态对象改变方式，如移动，旋转或缩放等。</a:t>
            </a:r>
            <a:endParaRPr lang="zh-CN" altLang="en-US" b="1" dirty="0">
              <a:solidFill>
                <a:schemeClr val="accent2"/>
              </a:solidFill>
              <a:latin typeface="宋体" panose="02010600030101010101" pitchFamily="2" charset="-122"/>
            </a:endParaRPr>
          </a:p>
          <a:p>
            <a:pPr indent="133350"/>
            <a:endParaRPr lang="en-US" altLang="zh-CN" b="1" dirty="0">
              <a:solidFill>
                <a:schemeClr val="accent2"/>
              </a:solidFill>
              <a:latin typeface="宋体" panose="02010600030101010101" pitchFamily="2" charset="-122"/>
            </a:endParaRPr>
          </a:p>
          <a:p>
            <a:pPr indent="133350"/>
            <a:endParaRPr lang="en-US" altLang="zh-CN" b="1" dirty="0">
              <a:latin typeface="宋体" panose="02010600030101010101" pitchFamily="2" charset="-122"/>
            </a:endParaRPr>
          </a:p>
          <a:p>
            <a:pPr indent="133350"/>
            <a:r>
              <a:rPr lang="en-US" altLang="zh-CN" b="1" dirty="0">
                <a:latin typeface="宋体" panose="02010600030101010101" pitchFamily="2" charset="-122"/>
              </a:rPr>
              <a:t>      </a:t>
            </a:r>
            <a:endParaRPr lang="zh-CN" altLang="en-US" sz="2200" b="1" dirty="0">
              <a:solidFill>
                <a:schemeClr val="accent2"/>
              </a:solidFill>
              <a:latin typeface="宋体" panose="02010600030101010101" pitchFamily="2" charset="-122"/>
            </a:endParaRPr>
          </a:p>
        </p:txBody>
      </p:sp>
      <p:sp>
        <p:nvSpPr>
          <p:cNvPr id="155652" name="Rectangle 8"/>
          <p:cNvSpPr/>
          <p:nvPr/>
        </p:nvSpPr>
        <p:spPr>
          <a:xfrm>
            <a:off x="1476375" y="836613"/>
            <a:ext cx="2317750" cy="457200"/>
          </a:xfrm>
          <a:prstGeom prst="rect">
            <a:avLst/>
          </a:prstGeom>
          <a:noFill/>
          <a:ln w="9525">
            <a:noFill/>
          </a:ln>
        </p:spPr>
        <p:txBody>
          <a:bodyPr wrap="none">
            <a:spAutoFit/>
          </a:bodyPr>
          <a:p>
            <a:pPr eaLnBrk="1" hangingPunct="1"/>
            <a:r>
              <a:rPr lang="zh-CN" altLang="en-US" b="1" dirty="0">
                <a:latin typeface="Times New Roman" panose="02020603050405020304" pitchFamily="18" charset="0"/>
              </a:rPr>
              <a:t>动态的虚拟现实</a:t>
            </a:r>
            <a:endParaRPr lang="zh-CN" altLang="en-US" b="1" dirty="0">
              <a:latin typeface="Times New Roman" panose="02020603050405020304" pitchFamily="18" charset="0"/>
            </a:endParaRPr>
          </a:p>
        </p:txBody>
      </p:sp>
    </p:spTree>
  </p:cSld>
  <p:clrMapOvr>
    <a:masterClrMapping/>
  </p:clrMapOvr>
  <p:transition>
    <p:random/>
  </p:transition>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6674" name="页脚占位符 2"/>
          <p:cNvSpPr txBox="1">
            <a:spLocks noGrp="1"/>
          </p:cNvSpPr>
          <p:nvPr>
            <p:ph type="ftr" sz="quarter" idx="3"/>
          </p:nvPr>
        </p:nvSpPr>
        <p:spPr>
          <a:xfrm>
            <a:off x="3733800" y="6570663"/>
            <a:ext cx="2590800" cy="280987"/>
          </a:xfrm>
          <a:ln/>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r>
              <a:rPr lang="zh-CN" altLang="en-US" sz="1200" dirty="0">
                <a:solidFill>
                  <a:schemeClr val="folHlink"/>
                </a:solidFill>
              </a:rPr>
              <a:t>《虚拟地理环境及其应用》</a:t>
            </a:r>
            <a:endParaRPr lang="zh-CN" altLang="en-US" sz="1200" dirty="0">
              <a:solidFill>
                <a:schemeClr val="folHlink"/>
              </a:solidFill>
            </a:endParaRPr>
          </a:p>
        </p:txBody>
      </p:sp>
      <p:sp>
        <p:nvSpPr>
          <p:cNvPr id="156675" name="Rectangle 2"/>
          <p:cNvSpPr/>
          <p:nvPr/>
        </p:nvSpPr>
        <p:spPr>
          <a:xfrm>
            <a:off x="407988" y="2276475"/>
            <a:ext cx="8420100" cy="762000"/>
          </a:xfrm>
          <a:prstGeom prst="rect">
            <a:avLst/>
          </a:prstGeom>
          <a:noFill/>
          <a:ln w="9525">
            <a:noFill/>
          </a:ln>
        </p:spPr>
        <p:txBody>
          <a:bodyPr wrap="none" anchor="ctr" anchorCtr="0">
            <a:spAutoFit/>
          </a:bodyPr>
          <a:p>
            <a:pPr indent="133350" algn="ctr"/>
            <a:endParaRPr lang="zh-CN" altLang="en-US" sz="2200" b="1" dirty="0">
              <a:solidFill>
                <a:schemeClr val="accent2"/>
              </a:solidFill>
              <a:latin typeface="宋体" panose="02010600030101010101" pitchFamily="2" charset="-122"/>
            </a:endParaRPr>
          </a:p>
          <a:p>
            <a:pPr indent="133350" algn="ctr"/>
            <a:r>
              <a:rPr lang="zh-CN" altLang="en-US" sz="2200" b="1" dirty="0">
                <a:solidFill>
                  <a:schemeClr val="accent2"/>
                </a:solidFill>
                <a:latin typeface="宋体" panose="02010600030101010101" pitchFamily="2" charset="-122"/>
              </a:rPr>
              <a:t>功能</a:t>
            </a:r>
            <a:r>
              <a:rPr lang="en-US" altLang="zh-CN" sz="2200" b="1" dirty="0">
                <a:solidFill>
                  <a:schemeClr val="accent2"/>
                </a:solidFill>
                <a:latin typeface="宋体" panose="02010600030101010101" pitchFamily="2" charset="-122"/>
              </a:rPr>
              <a:t>:</a:t>
            </a:r>
            <a:r>
              <a:rPr lang="zh-CN" altLang="en-US" sz="2200" b="1" dirty="0">
                <a:solidFill>
                  <a:schemeClr val="accent2"/>
                </a:solidFill>
                <a:latin typeface="宋体" panose="02010600030101010101" pitchFamily="2" charset="-122"/>
              </a:rPr>
              <a:t>创建一个时钟，以控制动态对象的开始，结束和变化的速度</a:t>
            </a:r>
            <a:r>
              <a:rPr lang="en-US" altLang="zh-CN" sz="2200" b="1" dirty="0">
                <a:solidFill>
                  <a:schemeClr val="accent2"/>
                </a:solidFill>
                <a:latin typeface="宋体" panose="02010600030101010101" pitchFamily="2" charset="-122"/>
              </a:rPr>
              <a:t>.</a:t>
            </a:r>
            <a:endParaRPr lang="en-US" altLang="zh-CN" sz="2200" b="1" dirty="0">
              <a:solidFill>
                <a:schemeClr val="accent2"/>
              </a:solidFill>
              <a:latin typeface="宋体" panose="02010600030101010101" pitchFamily="2" charset="-122"/>
            </a:endParaRPr>
          </a:p>
        </p:txBody>
      </p:sp>
      <p:pic>
        <p:nvPicPr>
          <p:cNvPr id="156676" name="Picture 3"/>
          <p:cNvPicPr>
            <a:picLocks noChangeAspect="1"/>
          </p:cNvPicPr>
          <p:nvPr>
            <p:ph/>
          </p:nvPr>
        </p:nvPicPr>
        <p:blipFill>
          <a:blip r:embed="rId1"/>
          <a:srcRect/>
          <a:stretch>
            <a:fillRect/>
          </a:stretch>
        </p:blipFill>
        <p:spPr>
          <a:xfrm>
            <a:off x="1042988" y="3716338"/>
            <a:ext cx="7056437" cy="2379662"/>
          </a:xfrm>
          <a:ln/>
        </p:spPr>
      </p:pic>
      <p:sp>
        <p:nvSpPr>
          <p:cNvPr id="156677" name="Rectangle 4"/>
          <p:cNvSpPr/>
          <p:nvPr/>
        </p:nvSpPr>
        <p:spPr>
          <a:xfrm>
            <a:off x="1476375" y="765175"/>
            <a:ext cx="7199313" cy="1004888"/>
          </a:xfrm>
          <a:prstGeom prst="rect">
            <a:avLst/>
          </a:prstGeom>
          <a:noFill/>
          <a:ln w="9525">
            <a:noFill/>
          </a:ln>
        </p:spPr>
        <p:txBody>
          <a:bodyPr>
            <a:spAutoFit/>
          </a:bodyPr>
          <a:p>
            <a:pPr>
              <a:spcBef>
                <a:spcPct val="50000"/>
              </a:spcBef>
            </a:pPr>
            <a:r>
              <a:rPr lang="zh-CN" altLang="en-US" b="1" dirty="0">
                <a:latin typeface="Times New Roman" panose="02020603050405020304" pitchFamily="18" charset="0"/>
              </a:rPr>
              <a:t>一、 控制时间的感测器节点</a:t>
            </a:r>
            <a:r>
              <a:rPr lang="en-US" altLang="zh-CN" b="1" dirty="0">
                <a:latin typeface="Times New Roman" panose="02020603050405020304" pitchFamily="18" charset="0"/>
              </a:rPr>
              <a:t>-----TimeSensor</a:t>
            </a:r>
            <a:endParaRPr lang="en-US" altLang="zh-CN" b="1" dirty="0">
              <a:latin typeface="Times New Roman" panose="02020603050405020304" pitchFamily="18" charset="0"/>
            </a:endParaRPr>
          </a:p>
          <a:p>
            <a:pPr>
              <a:spcBef>
                <a:spcPct val="50000"/>
              </a:spcBef>
            </a:pPr>
            <a:endParaRPr lang="en-US" altLang="zh-CN" b="1" dirty="0">
              <a:latin typeface="宋体" panose="02010600030101010101" pitchFamily="2" charset="-122"/>
            </a:endParaRPr>
          </a:p>
        </p:txBody>
      </p:sp>
    </p:spTree>
  </p:cSld>
  <p:clrMapOvr>
    <a:masterClrMapping/>
  </p:clrMapOvr>
  <p:transition>
    <p:random/>
  </p:transition>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7698" name="页脚占位符 3"/>
          <p:cNvSpPr txBox="1">
            <a:spLocks noGrp="1"/>
          </p:cNvSpPr>
          <p:nvPr>
            <p:ph type="ftr" sz="quarter" idx="3"/>
          </p:nvPr>
        </p:nvSpPr>
        <p:spPr>
          <a:xfrm>
            <a:off x="3733800" y="6570663"/>
            <a:ext cx="2590800" cy="280987"/>
          </a:xfrm>
          <a:ln/>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r>
              <a:rPr lang="zh-CN" altLang="en-US" sz="1200" dirty="0">
                <a:solidFill>
                  <a:schemeClr val="folHlink"/>
                </a:solidFill>
              </a:rPr>
              <a:t>《虚拟地理环境及其应用》</a:t>
            </a:r>
            <a:endParaRPr lang="zh-CN" altLang="en-US" sz="1200" dirty="0">
              <a:solidFill>
                <a:schemeClr val="folHlink"/>
              </a:solidFill>
            </a:endParaRPr>
          </a:p>
        </p:txBody>
      </p:sp>
      <p:sp>
        <p:nvSpPr>
          <p:cNvPr id="157699" name="Rectangle 6"/>
          <p:cNvSpPr/>
          <p:nvPr/>
        </p:nvSpPr>
        <p:spPr>
          <a:xfrm>
            <a:off x="684213" y="1944688"/>
            <a:ext cx="8172450" cy="4027487"/>
          </a:xfrm>
          <a:prstGeom prst="rect">
            <a:avLst/>
          </a:prstGeom>
          <a:noFill/>
          <a:ln w="9525">
            <a:noFill/>
          </a:ln>
        </p:spPr>
        <p:txBody>
          <a:bodyPr anchor="ctr" anchorCtr="0">
            <a:spAutoFit/>
          </a:bodyPr>
          <a:p>
            <a:pPr indent="133350"/>
            <a:r>
              <a:rPr lang="zh-CN" altLang="en-US" sz="1800" b="1" dirty="0">
                <a:latin typeface="宋体" panose="02010600030101010101" pitchFamily="2" charset="-122"/>
              </a:rPr>
              <a:t>字段：</a:t>
            </a:r>
            <a:endParaRPr lang="zh-CN" altLang="en-US" sz="1800" b="1" dirty="0">
              <a:latin typeface="宋体" panose="02010600030101010101" pitchFamily="2" charset="-122"/>
            </a:endParaRPr>
          </a:p>
          <a:p>
            <a:pPr indent="133350"/>
            <a:r>
              <a:rPr lang="en-US" altLang="zh-CN" sz="1800" b="1" dirty="0">
                <a:latin typeface="宋体" panose="02010600030101010101" pitchFamily="2" charset="-122"/>
              </a:rPr>
              <a:t>cycleInteval: </a:t>
            </a:r>
            <a:r>
              <a:rPr lang="zh-CN" altLang="en-US" sz="1800" b="1" dirty="0">
                <a:latin typeface="宋体" panose="02010600030101010101" pitchFamily="2" charset="-122"/>
              </a:rPr>
              <a:t>定义周期的时间长度，是以秒为单位。默认值为</a:t>
            </a:r>
            <a:r>
              <a:rPr lang="en-US" altLang="zh-CN" sz="1800" b="1" dirty="0">
                <a:latin typeface="宋体" panose="02010600030101010101" pitchFamily="2" charset="-122"/>
              </a:rPr>
              <a:t>1</a:t>
            </a:r>
            <a:r>
              <a:rPr lang="zh-CN" altLang="en-US" sz="1800" b="1" dirty="0">
                <a:latin typeface="宋体" panose="02010600030101010101" pitchFamily="2" charset="-122"/>
              </a:rPr>
              <a:t>秒</a:t>
            </a:r>
            <a:endParaRPr lang="zh-CN" altLang="en-US" sz="1800" b="1" dirty="0">
              <a:latin typeface="宋体" panose="02010600030101010101" pitchFamily="2" charset="-122"/>
            </a:endParaRPr>
          </a:p>
          <a:p>
            <a:pPr indent="133350"/>
            <a:r>
              <a:rPr lang="en-US" altLang="zh-CN" sz="1800" b="1" dirty="0">
                <a:latin typeface="宋体" panose="02010600030101010101" pitchFamily="2" charset="-122"/>
              </a:rPr>
              <a:t>Enabled: TRUE</a:t>
            </a:r>
            <a:r>
              <a:rPr lang="zh-CN" altLang="en-US" sz="1800" b="1" dirty="0">
                <a:latin typeface="宋体" panose="02010600030101010101" pitchFamily="2" charset="-122"/>
              </a:rPr>
              <a:t>为默认值，表示如符合某些条件会产生与时间事件</a:t>
            </a:r>
            <a:r>
              <a:rPr lang="en-US" altLang="zh-CN" sz="1800" b="1" dirty="0">
                <a:latin typeface="宋体" panose="02010600030101010101" pitchFamily="2" charset="-122"/>
              </a:rPr>
              <a:t>, FALSE</a:t>
            </a:r>
            <a:r>
              <a:rPr lang="zh-CN" altLang="en-US" sz="1800" b="1" dirty="0">
                <a:latin typeface="宋体" panose="02010600030101010101" pitchFamily="2" charset="-122"/>
              </a:rPr>
              <a:t>表示无论在任何条件下与时间相关的事件都不会产生。</a:t>
            </a:r>
            <a:endParaRPr lang="zh-CN" altLang="en-US" sz="1800" b="1" dirty="0">
              <a:latin typeface="宋体" panose="02010600030101010101" pitchFamily="2" charset="-122"/>
            </a:endParaRPr>
          </a:p>
          <a:p>
            <a:pPr indent="133350"/>
            <a:r>
              <a:rPr lang="en-US" altLang="zh-CN" sz="1800" b="1" dirty="0">
                <a:latin typeface="宋体" panose="02010600030101010101" pitchFamily="2" charset="-122"/>
              </a:rPr>
              <a:t>Loop: TRUE</a:t>
            </a:r>
            <a:r>
              <a:rPr lang="zh-CN" altLang="en-US" sz="1800" b="1" dirty="0">
                <a:latin typeface="宋体" panose="02010600030101010101" pitchFamily="2" charset="-122"/>
              </a:rPr>
              <a:t>，表示</a:t>
            </a:r>
            <a:r>
              <a:rPr lang="en-US" altLang="zh-CN" sz="1800" b="1" dirty="0">
                <a:latin typeface="宋体" panose="02010600030101010101" pitchFamily="2" charset="-122"/>
              </a:rPr>
              <a:t>TimeSensor</a:t>
            </a:r>
            <a:r>
              <a:rPr lang="zh-CN" altLang="en-US" sz="1800" b="1" dirty="0">
                <a:latin typeface="宋体" panose="02010600030101010101" pitchFamily="2" charset="-122"/>
              </a:rPr>
              <a:t>节点会自动循环，直到到达停止时差</a:t>
            </a:r>
            <a:r>
              <a:rPr lang="en-US" altLang="zh-CN" sz="1800" b="1" dirty="0">
                <a:latin typeface="宋体" panose="02010600030101010101" pitchFamily="2" charset="-122"/>
              </a:rPr>
              <a:t>. FALSE</a:t>
            </a:r>
            <a:r>
              <a:rPr lang="zh-CN" altLang="en-US" sz="1800" b="1" dirty="0">
                <a:latin typeface="宋体" panose="02010600030101010101" pitchFamily="2" charset="-122"/>
              </a:rPr>
              <a:t>是默认值，表示</a:t>
            </a:r>
            <a:r>
              <a:rPr lang="en-US" altLang="zh-CN" sz="1800" b="1" dirty="0">
                <a:latin typeface="宋体" panose="02010600030101010101" pitchFamily="2" charset="-122"/>
              </a:rPr>
              <a:t>TimeSensor</a:t>
            </a:r>
            <a:r>
              <a:rPr lang="zh-CN" altLang="en-US" sz="1800" b="1" dirty="0">
                <a:latin typeface="宋体" panose="02010600030101010101" pitchFamily="2" charset="-122"/>
              </a:rPr>
              <a:t>节点在经达一次周期后，就会自动停止。</a:t>
            </a:r>
            <a:endParaRPr lang="zh-CN" altLang="en-US" sz="1800" b="1" dirty="0">
              <a:latin typeface="宋体" panose="02010600030101010101" pitchFamily="2" charset="-122"/>
            </a:endParaRPr>
          </a:p>
          <a:p>
            <a:pPr indent="133350"/>
            <a:r>
              <a:rPr lang="en-US" altLang="zh-CN" sz="1800" b="1" dirty="0">
                <a:latin typeface="宋体" panose="02010600030101010101" pitchFamily="2" charset="-122"/>
              </a:rPr>
              <a:t>startTime: </a:t>
            </a:r>
            <a:r>
              <a:rPr lang="zh-CN" altLang="en-US" sz="1800" b="1" dirty="0">
                <a:latin typeface="宋体" panose="02010600030101010101" pitchFamily="2" charset="-122"/>
              </a:rPr>
              <a:t>定义事件开始发生的时间，默认值为</a:t>
            </a:r>
            <a:r>
              <a:rPr lang="en-US" altLang="zh-CN" sz="1800" b="1" dirty="0">
                <a:latin typeface="宋体" panose="02010600030101010101" pitchFamily="2" charset="-122"/>
              </a:rPr>
              <a:t>0</a:t>
            </a:r>
            <a:r>
              <a:rPr lang="zh-CN" altLang="en-US" sz="1800" b="1" dirty="0">
                <a:latin typeface="宋体" panose="02010600030101010101" pitchFamily="2" charset="-122"/>
              </a:rPr>
              <a:t>秒。</a:t>
            </a:r>
            <a:endParaRPr lang="zh-CN" altLang="en-US" sz="1800" b="1" dirty="0">
              <a:latin typeface="宋体" panose="02010600030101010101" pitchFamily="2" charset="-122"/>
            </a:endParaRPr>
          </a:p>
          <a:p>
            <a:pPr indent="133350"/>
            <a:r>
              <a:rPr lang="en-US" altLang="zh-CN" sz="1800" b="1" dirty="0">
                <a:latin typeface="宋体" panose="02010600030101010101" pitchFamily="2" charset="-122"/>
              </a:rPr>
              <a:t>stopTime:</a:t>
            </a:r>
            <a:endParaRPr lang="en-US" altLang="zh-CN" sz="1800" b="1" dirty="0">
              <a:latin typeface="宋体" panose="02010600030101010101" pitchFamily="2" charset="-122"/>
            </a:endParaRPr>
          </a:p>
          <a:p>
            <a:pPr indent="133350"/>
            <a:r>
              <a:rPr lang="en-US" altLang="zh-CN" sz="1800" b="1" dirty="0">
                <a:latin typeface="宋体" panose="02010600030101010101" pitchFamily="2" charset="-122"/>
              </a:rPr>
              <a:t>cycleTime: </a:t>
            </a:r>
            <a:r>
              <a:rPr lang="zh-CN" altLang="en-US" sz="1800" b="1" dirty="0">
                <a:latin typeface="宋体" panose="02010600030101010101" pitchFamily="2" charset="-122"/>
              </a:rPr>
              <a:t>是</a:t>
            </a:r>
            <a:r>
              <a:rPr lang="en-US" altLang="zh-CN" sz="1800" b="1" dirty="0">
                <a:latin typeface="宋体" panose="02010600030101010101" pitchFamily="2" charset="-122"/>
              </a:rPr>
              <a:t>eventOut </a:t>
            </a:r>
            <a:r>
              <a:rPr lang="zh-CN" altLang="en-US" sz="1800" b="1" dirty="0">
                <a:latin typeface="宋体" panose="02010600030101010101" pitchFamily="2" charset="-122"/>
              </a:rPr>
              <a:t>事件，在每个周期开始时传送目前的时间</a:t>
            </a:r>
            <a:endParaRPr lang="zh-CN" altLang="en-US" sz="1800" b="1" dirty="0">
              <a:latin typeface="宋体" panose="02010600030101010101" pitchFamily="2" charset="-122"/>
            </a:endParaRPr>
          </a:p>
          <a:p>
            <a:pPr indent="133350"/>
            <a:r>
              <a:rPr lang="zh-CN" altLang="en-US" sz="1800" b="1" dirty="0">
                <a:latin typeface="宋体" panose="02010600030101010101" pitchFamily="2" charset="-122"/>
              </a:rPr>
              <a:t>事件</a:t>
            </a:r>
            <a:endParaRPr lang="zh-CN" altLang="en-US" sz="1800" b="1" dirty="0">
              <a:latin typeface="宋体" panose="02010600030101010101" pitchFamily="2" charset="-122"/>
            </a:endParaRPr>
          </a:p>
          <a:p>
            <a:pPr indent="133350"/>
            <a:r>
              <a:rPr lang="en-US" altLang="zh-CN" sz="1800" b="1" dirty="0">
                <a:latin typeface="宋体" panose="02010600030101010101" pitchFamily="2" charset="-122"/>
              </a:rPr>
              <a:t>fraction_changed: </a:t>
            </a:r>
            <a:r>
              <a:rPr lang="zh-CN" altLang="en-US" sz="1800" b="1" dirty="0">
                <a:latin typeface="宋体" panose="02010600030101010101" pitchFamily="2" charset="-122"/>
              </a:rPr>
              <a:t>该事件是</a:t>
            </a:r>
            <a:r>
              <a:rPr lang="en-US" altLang="zh-CN" sz="1800" b="1" dirty="0">
                <a:latin typeface="宋体" panose="02010600030101010101" pitchFamily="2" charset="-122"/>
              </a:rPr>
              <a:t>eventOut,</a:t>
            </a:r>
            <a:r>
              <a:rPr lang="zh-CN" altLang="en-US" sz="1800" b="1" dirty="0">
                <a:latin typeface="宋体" panose="02010600030101010101" pitchFamily="2" charset="-122"/>
              </a:rPr>
              <a:t>事件，表示目前从</a:t>
            </a:r>
            <a:r>
              <a:rPr lang="en-US" altLang="zh-CN" sz="1800" b="1" dirty="0">
                <a:latin typeface="宋体" panose="02010600030101010101" pitchFamily="2" charset="-122"/>
              </a:rPr>
              <a:t>0</a:t>
            </a:r>
            <a:r>
              <a:rPr lang="zh-CN" altLang="en-US" sz="1800" b="1" dirty="0">
                <a:latin typeface="宋体" panose="02010600030101010101" pitchFamily="2" charset="-122"/>
              </a:rPr>
              <a:t>到</a:t>
            </a:r>
            <a:r>
              <a:rPr lang="en-US" altLang="zh-CN" sz="1800" b="1" dirty="0">
                <a:latin typeface="宋体" panose="02010600030101010101" pitchFamily="2" charset="-122"/>
              </a:rPr>
              <a:t>1</a:t>
            </a:r>
            <a:r>
              <a:rPr lang="zh-CN" altLang="en-US" sz="1800" b="1" dirty="0">
                <a:latin typeface="宋体" panose="02010600030101010101" pitchFamily="2" charset="-122"/>
              </a:rPr>
              <a:t>结束的一段周期已经完成。</a:t>
            </a:r>
            <a:endParaRPr lang="zh-CN" altLang="en-US" sz="1800" b="1" dirty="0">
              <a:latin typeface="宋体" panose="02010600030101010101" pitchFamily="2" charset="-122"/>
            </a:endParaRPr>
          </a:p>
          <a:p>
            <a:pPr indent="133350"/>
            <a:r>
              <a:rPr lang="en-US" altLang="zh-CN" sz="1800" b="1" dirty="0">
                <a:latin typeface="宋体" panose="02010600030101010101" pitchFamily="2" charset="-122"/>
              </a:rPr>
              <a:t>isActive: </a:t>
            </a:r>
            <a:r>
              <a:rPr lang="zh-CN" altLang="en-US" sz="1800" b="1" dirty="0">
                <a:latin typeface="宋体" panose="02010600030101010101" pitchFamily="2" charset="-122"/>
              </a:rPr>
              <a:t>是</a:t>
            </a:r>
            <a:r>
              <a:rPr lang="en-US" altLang="zh-CN" sz="1800" b="1" dirty="0">
                <a:latin typeface="宋体" panose="02010600030101010101" pitchFamily="2" charset="-122"/>
              </a:rPr>
              <a:t>eventOut</a:t>
            </a:r>
            <a:r>
              <a:rPr lang="zh-CN" altLang="en-US" sz="1800" b="1" dirty="0">
                <a:latin typeface="宋体" panose="02010600030101010101" pitchFamily="2" charset="-122"/>
              </a:rPr>
              <a:t>事件。</a:t>
            </a:r>
            <a:r>
              <a:rPr lang="en-US" altLang="zh-CN" sz="1800" b="1" dirty="0">
                <a:latin typeface="宋体" panose="02010600030101010101" pitchFamily="2" charset="-122"/>
              </a:rPr>
              <a:t>TRUE</a:t>
            </a:r>
            <a:r>
              <a:rPr lang="zh-CN" altLang="en-US" sz="1800" b="1" dirty="0">
                <a:latin typeface="宋体" panose="02010600030101010101" pitchFamily="2" charset="-122"/>
              </a:rPr>
              <a:t>表示</a:t>
            </a:r>
            <a:r>
              <a:rPr lang="en-US" altLang="zh-CN" sz="1800" b="1" dirty="0">
                <a:latin typeface="宋体" panose="02010600030101010101" pitchFamily="2" charset="-122"/>
              </a:rPr>
              <a:t>TimeSensor</a:t>
            </a:r>
            <a:r>
              <a:rPr lang="zh-CN" altLang="en-US" sz="1800" b="1" dirty="0">
                <a:latin typeface="宋体" panose="02010600030101010101" pitchFamily="2" charset="-122"/>
              </a:rPr>
              <a:t>节点目前正在运行。</a:t>
            </a:r>
            <a:endParaRPr lang="zh-CN" altLang="en-US" sz="1800" b="1" dirty="0">
              <a:latin typeface="宋体" panose="02010600030101010101" pitchFamily="2" charset="-122"/>
            </a:endParaRPr>
          </a:p>
          <a:p>
            <a:pPr indent="133350"/>
            <a:r>
              <a:rPr lang="en-US" altLang="zh-CN" sz="1800" b="1" dirty="0">
                <a:latin typeface="宋体" panose="02010600030101010101" pitchFamily="2" charset="-122"/>
              </a:rPr>
              <a:t>startTime: </a:t>
            </a:r>
            <a:r>
              <a:rPr lang="zh-CN" altLang="en-US" sz="1800" b="1" dirty="0">
                <a:latin typeface="宋体" panose="02010600030101010101" pitchFamily="2" charset="-122"/>
              </a:rPr>
              <a:t>是</a:t>
            </a:r>
            <a:r>
              <a:rPr lang="en-US" altLang="zh-CN" sz="1800" b="1" dirty="0">
                <a:latin typeface="宋体" panose="02010600030101010101" pitchFamily="2" charset="-122"/>
              </a:rPr>
              <a:t>eventOut</a:t>
            </a:r>
            <a:r>
              <a:rPr lang="zh-CN" altLang="en-US" sz="1800" b="1" dirty="0">
                <a:latin typeface="宋体" panose="02010600030101010101" pitchFamily="2" charset="-122"/>
              </a:rPr>
              <a:t>事件，表示目前的时间，单位是秒。</a:t>
            </a:r>
            <a:r>
              <a:rPr lang="zh-CN" altLang="en-US" b="1" dirty="0">
                <a:latin typeface="Times New Roman" panose="02020603050405020304" pitchFamily="18" charset="0"/>
              </a:rPr>
              <a:t>示例 </a:t>
            </a:r>
            <a:r>
              <a:rPr lang="en-US" altLang="zh-CN" b="1" dirty="0">
                <a:latin typeface="Times New Roman" panose="02020603050405020304" pitchFamily="18" charset="0"/>
              </a:rPr>
              <a:t>9-1,9-2</a:t>
            </a:r>
            <a:r>
              <a:rPr lang="en-US" altLang="zh-CN" dirty="0">
                <a:latin typeface="Times New Roman" panose="02020603050405020304" pitchFamily="18" charset="0"/>
              </a:rPr>
              <a:t> </a:t>
            </a:r>
            <a:endParaRPr lang="zh-CN" altLang="en-US" dirty="0">
              <a:latin typeface="Times New Roman" panose="02020603050405020304" pitchFamily="18" charset="0"/>
            </a:endParaRPr>
          </a:p>
        </p:txBody>
      </p:sp>
      <p:sp>
        <p:nvSpPr>
          <p:cNvPr id="157700" name="Rectangle 7"/>
          <p:cNvSpPr/>
          <p:nvPr/>
        </p:nvSpPr>
        <p:spPr>
          <a:xfrm>
            <a:off x="1331913" y="908050"/>
            <a:ext cx="5297487" cy="457200"/>
          </a:xfrm>
          <a:prstGeom prst="rect">
            <a:avLst/>
          </a:prstGeom>
          <a:noFill/>
          <a:ln w="9525">
            <a:noFill/>
          </a:ln>
        </p:spPr>
        <p:txBody>
          <a:bodyPr wrap="none">
            <a:spAutoFit/>
          </a:bodyPr>
          <a:p>
            <a:pPr>
              <a:spcBef>
                <a:spcPct val="50000"/>
              </a:spcBef>
            </a:pPr>
            <a:r>
              <a:rPr lang="zh-CN" altLang="en-US" b="1" dirty="0">
                <a:latin typeface="Times New Roman" panose="02020603050405020304" pitchFamily="18" charset="0"/>
              </a:rPr>
              <a:t>控制时间的感测器节点</a:t>
            </a:r>
            <a:r>
              <a:rPr lang="en-US" altLang="zh-CN" b="1" dirty="0">
                <a:latin typeface="Times New Roman" panose="02020603050405020304" pitchFamily="18" charset="0"/>
              </a:rPr>
              <a:t>-----TimeSensor</a:t>
            </a:r>
            <a:endParaRPr lang="en-US" altLang="zh-CN" b="1" dirty="0">
              <a:latin typeface="Times New Roman" panose="02020603050405020304" pitchFamily="18" charset="0"/>
            </a:endParaRPr>
          </a:p>
        </p:txBody>
      </p:sp>
    </p:spTree>
  </p:cSld>
  <p:clrMapOvr>
    <a:masterClrMapping/>
  </p:clrMapOvr>
  <p:transition>
    <p:random/>
  </p:transition>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8722" name="页脚占位符 3"/>
          <p:cNvSpPr txBox="1">
            <a:spLocks noGrp="1"/>
          </p:cNvSpPr>
          <p:nvPr>
            <p:ph type="ftr" sz="quarter" idx="3"/>
          </p:nvPr>
        </p:nvSpPr>
        <p:spPr>
          <a:xfrm>
            <a:off x="3733800" y="6570663"/>
            <a:ext cx="2590800" cy="280987"/>
          </a:xfrm>
          <a:ln/>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r>
              <a:rPr lang="zh-CN" altLang="en-US" sz="1200" dirty="0">
                <a:solidFill>
                  <a:schemeClr val="folHlink"/>
                </a:solidFill>
              </a:rPr>
              <a:t>《虚拟地理环境及其应用》</a:t>
            </a:r>
            <a:endParaRPr lang="zh-CN" altLang="en-US" sz="1200" dirty="0">
              <a:solidFill>
                <a:schemeClr val="folHlink"/>
              </a:solidFill>
            </a:endParaRPr>
          </a:p>
        </p:txBody>
      </p:sp>
      <p:sp>
        <p:nvSpPr>
          <p:cNvPr id="158723" name="Rectangle 4"/>
          <p:cNvSpPr/>
          <p:nvPr/>
        </p:nvSpPr>
        <p:spPr>
          <a:xfrm>
            <a:off x="468313" y="1700213"/>
            <a:ext cx="7962900" cy="4637087"/>
          </a:xfrm>
          <a:prstGeom prst="rect">
            <a:avLst/>
          </a:prstGeom>
          <a:noFill/>
          <a:ln w="9525">
            <a:noFill/>
          </a:ln>
        </p:spPr>
        <p:txBody>
          <a:bodyPr anchor="ctr" anchorCtr="0">
            <a:spAutoFit/>
          </a:bodyPr>
          <a:p>
            <a:pPr algn="ctr"/>
            <a:endParaRPr lang="en-US" altLang="zh-CN" b="1" dirty="0">
              <a:latin typeface="宋体" panose="02010600030101010101" pitchFamily="2" charset="-122"/>
            </a:endParaRPr>
          </a:p>
          <a:p>
            <a:r>
              <a:rPr lang="zh-CN" altLang="en-US" sz="2200" b="1" dirty="0">
                <a:latin typeface="宋体" panose="02010600030101010101" pitchFamily="2" charset="-122"/>
              </a:rPr>
              <a:t>功能</a:t>
            </a:r>
            <a:r>
              <a:rPr lang="en-US" altLang="zh-CN" sz="2200" b="1" dirty="0">
                <a:latin typeface="宋体" panose="02010600030101010101" pitchFamily="2" charset="-122"/>
              </a:rPr>
              <a:t>:</a:t>
            </a:r>
            <a:r>
              <a:rPr lang="zh-CN" altLang="en-US" sz="1800" b="1" dirty="0">
                <a:latin typeface="宋体" panose="02010600030101010101" pitchFamily="2" charset="-122"/>
              </a:rPr>
              <a:t>定义动态对象随时间变化而改变的位置。若</a:t>
            </a:r>
            <a:r>
              <a:rPr lang="en-US" altLang="zh-CN" sz="1800" b="1" dirty="0">
                <a:latin typeface="宋体" panose="02010600030101010101" pitchFamily="2" charset="-122"/>
              </a:rPr>
              <a:t>Fraction Time</a:t>
            </a:r>
            <a:r>
              <a:rPr lang="zh-CN" altLang="en-US" sz="1800" b="1" dirty="0">
                <a:latin typeface="宋体" panose="02010600030101010101" pitchFamily="2" charset="-122"/>
              </a:rPr>
              <a:t>将</a:t>
            </a:r>
            <a:r>
              <a:rPr lang="en-US" altLang="zh-CN" sz="1800" b="1" dirty="0">
                <a:latin typeface="宋体" panose="02010600030101010101" pitchFamily="2" charset="-122"/>
              </a:rPr>
              <a:t>0~1</a:t>
            </a:r>
            <a:r>
              <a:rPr lang="zh-CN" altLang="en-US" sz="1800" b="1" dirty="0">
                <a:latin typeface="宋体" panose="02010600030101010101" pitchFamily="2" charset="-122"/>
              </a:rPr>
              <a:t>之间分割成</a:t>
            </a:r>
            <a:r>
              <a:rPr lang="en-US" altLang="zh-CN" sz="1800" b="1" dirty="0">
                <a:latin typeface="宋体" panose="02010600030101010101" pitchFamily="2" charset="-122"/>
              </a:rPr>
              <a:t>0</a:t>
            </a:r>
            <a:r>
              <a:rPr lang="zh-CN" altLang="en-US" sz="1800" b="1" dirty="0">
                <a:latin typeface="宋体" panose="02010600030101010101" pitchFamily="2" charset="-122"/>
              </a:rPr>
              <a:t>、</a:t>
            </a:r>
            <a:r>
              <a:rPr lang="en-US" altLang="zh-CN" sz="1800" b="1" dirty="0">
                <a:latin typeface="宋体" panose="02010600030101010101" pitchFamily="2" charset="-122"/>
              </a:rPr>
              <a:t>0.5</a:t>
            </a:r>
            <a:r>
              <a:rPr lang="zh-CN" altLang="en-US" sz="1800" b="1" dirty="0">
                <a:latin typeface="宋体" panose="02010600030101010101" pitchFamily="2" charset="-122"/>
              </a:rPr>
              <a:t>、</a:t>
            </a:r>
            <a:r>
              <a:rPr lang="en-US" altLang="zh-CN" sz="1800" b="1" dirty="0">
                <a:latin typeface="宋体" panose="02010600030101010101" pitchFamily="2" charset="-122"/>
              </a:rPr>
              <a:t>1</a:t>
            </a:r>
            <a:r>
              <a:rPr lang="zh-CN" altLang="en-US" sz="1800" b="1" dirty="0">
                <a:latin typeface="宋体" panose="02010600030101010101" pitchFamily="2" charset="-122"/>
              </a:rPr>
              <a:t>，就必须有相对应的</a:t>
            </a:r>
            <a:r>
              <a:rPr lang="en-US" altLang="zh-CN" sz="1800" b="1" dirty="0">
                <a:latin typeface="宋体" panose="02010600030101010101" pitchFamily="2" charset="-122"/>
              </a:rPr>
              <a:t>3</a:t>
            </a:r>
            <a:r>
              <a:rPr lang="zh-CN" altLang="en-US" sz="1800" b="1" dirty="0">
                <a:latin typeface="宋体" panose="02010600030101010101" pitchFamily="2" charset="-122"/>
              </a:rPr>
              <a:t>个坐标值，决定在不同时刻下的位置。上述前半部在节点中是属于</a:t>
            </a:r>
            <a:r>
              <a:rPr lang="en-US" altLang="zh-CN" sz="1800" b="1" dirty="0">
                <a:latin typeface="宋体" panose="02010600030101010101" pitchFamily="2" charset="-122"/>
              </a:rPr>
              <a:t>key</a:t>
            </a:r>
            <a:r>
              <a:rPr lang="zh-CN" altLang="en-US" sz="1800" b="1" dirty="0">
                <a:latin typeface="宋体" panose="02010600030101010101" pitchFamily="2" charset="-122"/>
              </a:rPr>
              <a:t>字段，即</a:t>
            </a:r>
            <a:r>
              <a:rPr lang="en-US" altLang="zh-CN" sz="1800" b="1" dirty="0">
                <a:latin typeface="宋体" panose="02010600030101010101" pitchFamily="2" charset="-122"/>
              </a:rPr>
              <a:t>0</a:t>
            </a:r>
            <a:r>
              <a:rPr lang="zh-CN" altLang="en-US" sz="1800" b="1" dirty="0">
                <a:latin typeface="宋体" panose="02010600030101010101" pitchFamily="2" charset="-122"/>
              </a:rPr>
              <a:t>、</a:t>
            </a:r>
            <a:r>
              <a:rPr lang="en-US" altLang="zh-CN" sz="1800" b="1" dirty="0">
                <a:latin typeface="宋体" panose="02010600030101010101" pitchFamily="2" charset="-122"/>
              </a:rPr>
              <a:t>0.5</a:t>
            </a:r>
            <a:r>
              <a:rPr lang="zh-CN" altLang="en-US" sz="1800" b="1" dirty="0">
                <a:latin typeface="宋体" panose="02010600030101010101" pitchFamily="2" charset="-122"/>
              </a:rPr>
              <a:t>、</a:t>
            </a:r>
            <a:r>
              <a:rPr lang="en-US" altLang="zh-CN" sz="1800" b="1" dirty="0">
                <a:latin typeface="宋体" panose="02010600030101010101" pitchFamily="2" charset="-122"/>
              </a:rPr>
              <a:t>1</a:t>
            </a:r>
            <a:r>
              <a:rPr lang="zh-CN" altLang="en-US" sz="1800" b="1" dirty="0">
                <a:latin typeface="宋体" panose="02010600030101010101" pitchFamily="2" charset="-122"/>
              </a:rPr>
              <a:t>，后半部是属于</a:t>
            </a:r>
            <a:r>
              <a:rPr lang="en-US" altLang="zh-CN" sz="1800" b="1" dirty="0">
                <a:latin typeface="宋体" panose="02010600030101010101" pitchFamily="2" charset="-122"/>
              </a:rPr>
              <a:t>keyvalue</a:t>
            </a:r>
            <a:r>
              <a:rPr lang="zh-CN" altLang="en-US" sz="1800" b="1" dirty="0">
                <a:latin typeface="宋体" panose="02010600030101010101" pitchFamily="2" charset="-122"/>
              </a:rPr>
              <a:t>字段。</a:t>
            </a:r>
            <a:endParaRPr lang="zh-CN" altLang="en-US" sz="1800" b="1" dirty="0">
              <a:latin typeface="宋体" panose="02010600030101010101" pitchFamily="2" charset="-122"/>
            </a:endParaRPr>
          </a:p>
          <a:p>
            <a:r>
              <a:rPr lang="zh-CN" altLang="en-US" sz="1800" b="1" dirty="0">
                <a:latin typeface="宋体" panose="02010600030101010101" pitchFamily="2" charset="-122"/>
              </a:rPr>
              <a:t>字段：</a:t>
            </a:r>
            <a:endParaRPr lang="zh-CN" altLang="en-US" sz="1800" b="1" dirty="0">
              <a:latin typeface="宋体" panose="02010600030101010101" pitchFamily="2" charset="-122"/>
            </a:endParaRPr>
          </a:p>
          <a:p>
            <a:r>
              <a:rPr lang="en-US" altLang="zh-CN" sz="1800" b="1" dirty="0">
                <a:latin typeface="宋体" panose="02010600030101010101" pitchFamily="2" charset="-122"/>
              </a:rPr>
              <a:t>key: </a:t>
            </a:r>
            <a:r>
              <a:rPr lang="zh-CN" altLang="en-US" sz="1800" b="1" dirty="0">
                <a:latin typeface="宋体" panose="02010600030101010101" pitchFamily="2" charset="-122"/>
              </a:rPr>
              <a:t>是一连串的时间值，每一个时间值都代表全部动态时间中的一个片段时间（</a:t>
            </a:r>
            <a:r>
              <a:rPr lang="en-US" altLang="zh-CN" sz="1800" b="1" dirty="0">
                <a:latin typeface="宋体" panose="02010600030101010101" pitchFamily="2" charset="-122"/>
              </a:rPr>
              <a:t>fraction time</a:t>
            </a:r>
            <a:r>
              <a:rPr lang="zh-CN" altLang="en-US" sz="1800" b="1" dirty="0">
                <a:latin typeface="宋体" panose="02010600030101010101" pitchFamily="2" charset="-122"/>
              </a:rPr>
              <a:t>）</a:t>
            </a:r>
            <a:r>
              <a:rPr lang="en-US" altLang="zh-CN" sz="1800" b="1" dirty="0">
                <a:latin typeface="宋体" panose="02010600030101010101" pitchFamily="2" charset="-122"/>
              </a:rPr>
              <a:t>.</a:t>
            </a:r>
            <a:r>
              <a:rPr lang="zh-CN" altLang="en-US" sz="1800" b="1" dirty="0">
                <a:latin typeface="宋体" panose="02010600030101010101" pitchFamily="2" charset="-122"/>
              </a:rPr>
              <a:t>每一个时间值皆在</a:t>
            </a:r>
            <a:r>
              <a:rPr lang="en-US" altLang="zh-CN" sz="1800" b="1" dirty="0">
                <a:latin typeface="宋体" panose="02010600030101010101" pitchFamily="2" charset="-122"/>
              </a:rPr>
              <a:t>0~1</a:t>
            </a:r>
            <a:r>
              <a:rPr lang="zh-CN" altLang="en-US" sz="1800" b="1" dirty="0">
                <a:latin typeface="宋体" panose="02010600030101010101" pitchFamily="2" charset="-122"/>
              </a:rPr>
              <a:t>之间，并且由</a:t>
            </a:r>
            <a:r>
              <a:rPr lang="en-US" altLang="zh-CN" sz="1800" b="1" dirty="0">
                <a:latin typeface="宋体" panose="02010600030101010101" pitchFamily="2" charset="-122"/>
              </a:rPr>
              <a:t>0</a:t>
            </a:r>
            <a:r>
              <a:rPr lang="zh-CN" altLang="en-US" sz="1800" b="1" dirty="0">
                <a:latin typeface="宋体" panose="02010600030101010101" pitchFamily="2" charset="-122"/>
              </a:rPr>
              <a:t>依次到</a:t>
            </a:r>
            <a:r>
              <a:rPr lang="en-US" altLang="zh-CN" sz="1800" b="1" dirty="0">
                <a:latin typeface="宋体" panose="02010600030101010101" pitchFamily="2" charset="-122"/>
              </a:rPr>
              <a:t>1</a:t>
            </a:r>
            <a:r>
              <a:rPr lang="zh-CN" altLang="en-US" sz="1800" b="1" dirty="0">
                <a:latin typeface="宋体" panose="02010600030101010101" pitchFamily="2" charset="-122"/>
              </a:rPr>
              <a:t>，默认值为空的中括号。</a:t>
            </a:r>
            <a:endParaRPr lang="zh-CN" altLang="en-US" sz="1800" b="1" dirty="0">
              <a:latin typeface="宋体" panose="02010600030101010101" pitchFamily="2" charset="-122"/>
            </a:endParaRPr>
          </a:p>
          <a:p>
            <a:r>
              <a:rPr lang="en-US" altLang="zh-CN" sz="1800" b="1" dirty="0">
                <a:latin typeface="宋体" panose="02010600030101010101" pitchFamily="2" charset="-122"/>
              </a:rPr>
              <a:t>keyValue: </a:t>
            </a:r>
            <a:r>
              <a:rPr lang="zh-CN" altLang="en-US" sz="1800" b="1" dirty="0">
                <a:latin typeface="宋体" panose="02010600030101010101" pitchFamily="2" charset="-122"/>
              </a:rPr>
              <a:t>一连串的数组三维位置坐标值，每一组位置坐标值皆对应</a:t>
            </a:r>
            <a:r>
              <a:rPr lang="en-US" altLang="zh-CN" sz="1800" b="1" dirty="0">
                <a:latin typeface="宋体" panose="02010600030101010101" pitchFamily="2" charset="-122"/>
              </a:rPr>
              <a:t>Key</a:t>
            </a:r>
            <a:r>
              <a:rPr lang="zh-CN" altLang="en-US" sz="1800" b="1" dirty="0">
                <a:latin typeface="宋体" panose="02010600030101010101" pitchFamily="2" charset="-122"/>
              </a:rPr>
              <a:t>字段的一个片段时间（</a:t>
            </a:r>
            <a:r>
              <a:rPr lang="en-US" altLang="zh-CN" sz="1800" b="1" dirty="0">
                <a:latin typeface="宋体" panose="02010600030101010101" pitchFamily="2" charset="-122"/>
              </a:rPr>
              <a:t>fraction time</a:t>
            </a:r>
            <a:r>
              <a:rPr lang="zh-CN" altLang="en-US" sz="1800" b="1" dirty="0">
                <a:latin typeface="宋体" panose="02010600030101010101" pitchFamily="2" charset="-122"/>
              </a:rPr>
              <a:t>）</a:t>
            </a:r>
            <a:r>
              <a:rPr lang="en-US" altLang="zh-CN" sz="1800" b="1" dirty="0">
                <a:latin typeface="宋体" panose="02010600030101010101" pitchFamily="2" charset="-122"/>
              </a:rPr>
              <a:t>.</a:t>
            </a:r>
            <a:r>
              <a:rPr lang="zh-CN" altLang="en-US" sz="1800" b="1" dirty="0">
                <a:latin typeface="宋体" panose="02010600030101010101" pitchFamily="2" charset="-122"/>
              </a:rPr>
              <a:t>默认值为空的括号。</a:t>
            </a:r>
            <a:endParaRPr lang="zh-CN" altLang="en-US" sz="1800" b="1" dirty="0">
              <a:latin typeface="宋体" panose="02010600030101010101" pitchFamily="2" charset="-122"/>
            </a:endParaRPr>
          </a:p>
          <a:p>
            <a:r>
              <a:rPr lang="zh-CN" altLang="en-US" sz="1800" b="1" dirty="0">
                <a:latin typeface="宋体" panose="02010600030101010101" pitchFamily="2" charset="-122"/>
              </a:rPr>
              <a:t>事件</a:t>
            </a:r>
            <a:endParaRPr lang="zh-CN" altLang="en-US" sz="1800" b="1" dirty="0">
              <a:latin typeface="宋体" panose="02010600030101010101" pitchFamily="2" charset="-122"/>
            </a:endParaRPr>
          </a:p>
          <a:p>
            <a:r>
              <a:rPr lang="en-US" altLang="zh-CN" sz="1800" b="1" dirty="0">
                <a:latin typeface="宋体" panose="02010600030101010101" pitchFamily="2" charset="-122"/>
              </a:rPr>
              <a:t>set_fraction: </a:t>
            </a:r>
            <a:r>
              <a:rPr lang="zh-CN" altLang="en-US" sz="1800" b="1" dirty="0">
                <a:latin typeface="宋体" panose="02010600030101010101" pitchFamily="2" charset="-122"/>
              </a:rPr>
              <a:t>是</a:t>
            </a:r>
            <a:r>
              <a:rPr lang="en-US" altLang="zh-CN" sz="1800" b="1" dirty="0">
                <a:latin typeface="宋体" panose="02010600030101010101" pitchFamily="2" charset="-122"/>
              </a:rPr>
              <a:t>eventIn</a:t>
            </a:r>
            <a:r>
              <a:rPr lang="zh-CN" altLang="en-US" sz="1800" b="1" dirty="0">
                <a:latin typeface="宋体" panose="02010600030101010101" pitchFamily="2" charset="-122"/>
              </a:rPr>
              <a:t>事件，告诉</a:t>
            </a:r>
            <a:r>
              <a:rPr lang="en-US" altLang="zh-CN" sz="1800" b="1" dirty="0">
                <a:latin typeface="宋体" panose="02010600030101010101" pitchFamily="2" charset="-122"/>
              </a:rPr>
              <a:t>OrientationInterpolator</a:t>
            </a:r>
            <a:r>
              <a:rPr lang="zh-CN" altLang="en-US" sz="1800" b="1" dirty="0">
                <a:latin typeface="宋体" panose="02010600030101010101" pitchFamily="2" charset="-122"/>
              </a:rPr>
              <a:t>节点动态对象的一个片段时间已经被设置。</a:t>
            </a:r>
            <a:endParaRPr lang="zh-CN" altLang="en-US" sz="1800" b="1" dirty="0">
              <a:latin typeface="宋体" panose="02010600030101010101" pitchFamily="2" charset="-122"/>
            </a:endParaRPr>
          </a:p>
          <a:p>
            <a:r>
              <a:rPr lang="en-US" altLang="zh-CN" sz="1800" b="1" dirty="0">
                <a:latin typeface="宋体" panose="02010600030101010101" pitchFamily="2" charset="-122"/>
              </a:rPr>
              <a:t>Value_changed: </a:t>
            </a:r>
            <a:r>
              <a:rPr lang="zh-CN" altLang="en-US" sz="1800" b="1" dirty="0">
                <a:latin typeface="宋体" panose="02010600030101010101" pitchFamily="2" charset="-122"/>
              </a:rPr>
              <a:t>该事件是</a:t>
            </a:r>
            <a:r>
              <a:rPr lang="en-US" altLang="zh-CN" sz="1800" b="1" dirty="0">
                <a:latin typeface="宋体" panose="02010600030101010101" pitchFamily="2" charset="-122"/>
              </a:rPr>
              <a:t>eventOut</a:t>
            </a:r>
            <a:r>
              <a:rPr lang="zh-CN" altLang="en-US" sz="1800" b="1" dirty="0">
                <a:latin typeface="宋体" panose="02010600030101010101" pitchFamily="2" charset="-122"/>
              </a:rPr>
              <a:t>事件。传送信息给目标节点，信息内容是一组方位值要被送至目标节点中相互对应的字段里。</a:t>
            </a:r>
            <a:endParaRPr lang="zh-CN" altLang="en-US" sz="1800" b="1" dirty="0">
              <a:latin typeface="宋体" panose="02010600030101010101" pitchFamily="2" charset="-122"/>
            </a:endParaRPr>
          </a:p>
        </p:txBody>
      </p:sp>
      <p:sp>
        <p:nvSpPr>
          <p:cNvPr id="158724" name="Rectangle 5"/>
          <p:cNvSpPr/>
          <p:nvPr/>
        </p:nvSpPr>
        <p:spPr>
          <a:xfrm>
            <a:off x="1403350" y="836613"/>
            <a:ext cx="6905625" cy="457200"/>
          </a:xfrm>
          <a:prstGeom prst="rect">
            <a:avLst/>
          </a:prstGeom>
          <a:noFill/>
          <a:ln w="9525">
            <a:noFill/>
          </a:ln>
        </p:spPr>
        <p:txBody>
          <a:bodyPr wrap="none">
            <a:spAutoFit/>
          </a:bodyPr>
          <a:p>
            <a:pPr eaLnBrk="1" hangingPunct="1"/>
            <a:r>
              <a:rPr lang="zh-CN" altLang="en-US" b="1" dirty="0">
                <a:latin typeface="Times New Roman" panose="02020603050405020304" pitchFamily="18" charset="0"/>
              </a:rPr>
              <a:t>二、变换位置的动态节点</a:t>
            </a:r>
            <a:r>
              <a:rPr lang="en-US" altLang="zh-CN" b="1" dirty="0">
                <a:latin typeface="Times New Roman" panose="02020603050405020304" pitchFamily="18" charset="0"/>
              </a:rPr>
              <a:t>------PositioinInterpolator</a:t>
            </a:r>
            <a:endParaRPr lang="zh-CN" altLang="en-US" b="1" dirty="0">
              <a:latin typeface="Times New Roman" panose="02020603050405020304" pitchFamily="18" charset="0"/>
            </a:endParaRPr>
          </a:p>
        </p:txBody>
      </p:sp>
    </p:spTree>
  </p:cSld>
  <p:clrMapOvr>
    <a:masterClrMapping/>
  </p:clrMapOvr>
  <p:transition>
    <p:random/>
  </p:transition>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9746" name="页脚占位符 3"/>
          <p:cNvSpPr txBox="1">
            <a:spLocks noGrp="1"/>
          </p:cNvSpPr>
          <p:nvPr>
            <p:ph type="ftr" sz="quarter" idx="3"/>
          </p:nvPr>
        </p:nvSpPr>
        <p:spPr>
          <a:xfrm>
            <a:off x="3733800" y="6570663"/>
            <a:ext cx="2590800" cy="280987"/>
          </a:xfrm>
          <a:ln/>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r>
              <a:rPr lang="zh-CN" altLang="en-US" sz="1200" dirty="0">
                <a:solidFill>
                  <a:schemeClr val="folHlink"/>
                </a:solidFill>
              </a:rPr>
              <a:t>《虚拟地理环境及其应用》</a:t>
            </a:r>
            <a:endParaRPr lang="zh-CN" altLang="en-US" sz="1200" dirty="0">
              <a:solidFill>
                <a:schemeClr val="folHlink"/>
              </a:solidFill>
            </a:endParaRPr>
          </a:p>
        </p:txBody>
      </p:sp>
      <p:sp>
        <p:nvSpPr>
          <p:cNvPr id="159747" name="Rectangle 4"/>
          <p:cNvSpPr/>
          <p:nvPr/>
        </p:nvSpPr>
        <p:spPr>
          <a:xfrm>
            <a:off x="684213" y="2565400"/>
            <a:ext cx="7921625" cy="3441700"/>
          </a:xfrm>
          <a:prstGeom prst="rect">
            <a:avLst/>
          </a:prstGeom>
          <a:noFill/>
          <a:ln w="9525">
            <a:noFill/>
          </a:ln>
        </p:spPr>
        <p:txBody>
          <a:bodyPr anchor="ctr" anchorCtr="0">
            <a:spAutoFit/>
          </a:bodyPr>
          <a:p>
            <a:endParaRPr lang="zh-CN" altLang="en-US" sz="2200" b="1" dirty="0">
              <a:latin typeface="宋体" panose="02010600030101010101" pitchFamily="2" charset="-122"/>
            </a:endParaRPr>
          </a:p>
          <a:p>
            <a:r>
              <a:rPr lang="zh-CN" altLang="en-US" sz="2200" b="1" dirty="0">
                <a:latin typeface="宋体" panose="02010600030101010101" pitchFamily="2" charset="-122"/>
              </a:rPr>
              <a:t>    定义动态对象随时间而改变的文件，也就是动态对象是以旋转的形式出现，可以在不同的时刻，对着某个轴，旋转到所对应的方位。</a:t>
            </a:r>
            <a:endParaRPr lang="zh-CN" altLang="en-US" sz="2200" b="1" dirty="0">
              <a:latin typeface="宋体" panose="02010600030101010101" pitchFamily="2" charset="-122"/>
            </a:endParaRPr>
          </a:p>
          <a:p>
            <a:r>
              <a:rPr lang="zh-CN" altLang="en-US" sz="2200" b="1" dirty="0">
                <a:latin typeface="宋体" panose="02010600030101010101" pitchFamily="2" charset="-122"/>
              </a:rPr>
              <a:t>字段</a:t>
            </a:r>
            <a:endParaRPr lang="zh-CN" altLang="en-US" sz="2200" b="1" dirty="0">
              <a:latin typeface="宋体" panose="02010600030101010101" pitchFamily="2" charset="-122"/>
            </a:endParaRPr>
          </a:p>
          <a:p>
            <a:r>
              <a:rPr lang="en-US" altLang="zh-CN" sz="2200" b="1" dirty="0">
                <a:latin typeface="宋体" panose="02010600030101010101" pitchFamily="2" charset="-122"/>
              </a:rPr>
              <a:t>key: </a:t>
            </a:r>
            <a:endParaRPr lang="en-US" altLang="zh-CN" sz="2200" b="1" dirty="0">
              <a:latin typeface="宋体" panose="02010600030101010101" pitchFamily="2" charset="-122"/>
            </a:endParaRPr>
          </a:p>
          <a:p>
            <a:r>
              <a:rPr lang="en-US" altLang="zh-CN" sz="2200" b="1" dirty="0">
                <a:latin typeface="宋体" panose="02010600030101010101" pitchFamily="2" charset="-122"/>
              </a:rPr>
              <a:t>keyvalue: </a:t>
            </a:r>
            <a:endParaRPr lang="en-US" altLang="zh-CN" sz="2200" b="1" dirty="0">
              <a:latin typeface="宋体" panose="02010600030101010101" pitchFamily="2" charset="-122"/>
            </a:endParaRPr>
          </a:p>
          <a:p>
            <a:r>
              <a:rPr lang="en-US" altLang="zh-CN" sz="2200" b="1" dirty="0">
                <a:latin typeface="宋体" panose="02010600030101010101" pitchFamily="2" charset="-122"/>
              </a:rPr>
              <a:t>set_fraction: </a:t>
            </a:r>
            <a:endParaRPr lang="en-US" altLang="zh-CN" sz="2200" b="1" dirty="0">
              <a:latin typeface="宋体" panose="02010600030101010101" pitchFamily="2" charset="-122"/>
            </a:endParaRPr>
          </a:p>
          <a:p>
            <a:r>
              <a:rPr lang="en-US" altLang="zh-CN" sz="2200" b="1" dirty="0">
                <a:latin typeface="宋体" panose="02010600030101010101" pitchFamily="2" charset="-122"/>
              </a:rPr>
              <a:t>value_changed:</a:t>
            </a:r>
            <a:r>
              <a:rPr lang="en-US" altLang="zh-CN" sz="2200" b="1" dirty="0">
                <a:solidFill>
                  <a:srgbClr val="0033CC"/>
                </a:solidFill>
                <a:latin typeface="宋体" panose="02010600030101010101" pitchFamily="2" charset="-122"/>
              </a:rPr>
              <a:t> </a:t>
            </a:r>
            <a:endParaRPr lang="en-US" altLang="zh-CN" sz="2200" b="1" dirty="0">
              <a:solidFill>
                <a:srgbClr val="0033CC"/>
              </a:solidFill>
              <a:latin typeface="宋体" panose="02010600030101010101" pitchFamily="2" charset="-122"/>
            </a:endParaRPr>
          </a:p>
          <a:p>
            <a:r>
              <a:rPr lang="zh-CN" altLang="en-US" sz="2200" b="1" dirty="0">
                <a:solidFill>
                  <a:srgbClr val="0033CC"/>
                </a:solidFill>
                <a:latin typeface="宋体" panose="02010600030101010101" pitchFamily="2" charset="-122"/>
              </a:rPr>
              <a:t>示例 </a:t>
            </a:r>
            <a:r>
              <a:rPr lang="en-US" altLang="zh-CN" sz="2200" b="1" dirty="0">
                <a:solidFill>
                  <a:srgbClr val="0033CC"/>
                </a:solidFill>
                <a:latin typeface="宋体" panose="02010600030101010101" pitchFamily="2" charset="-122"/>
              </a:rPr>
              <a:t>9-8</a:t>
            </a:r>
            <a:endParaRPr lang="en-US" altLang="zh-CN" sz="2200" b="1" dirty="0">
              <a:solidFill>
                <a:srgbClr val="0033CC"/>
              </a:solidFill>
              <a:latin typeface="宋体" panose="02010600030101010101" pitchFamily="2" charset="-122"/>
            </a:endParaRPr>
          </a:p>
        </p:txBody>
      </p:sp>
      <p:sp>
        <p:nvSpPr>
          <p:cNvPr id="159748" name="Rectangle 5"/>
          <p:cNvSpPr/>
          <p:nvPr/>
        </p:nvSpPr>
        <p:spPr>
          <a:xfrm>
            <a:off x="1331913" y="887413"/>
            <a:ext cx="7708900" cy="457200"/>
          </a:xfrm>
          <a:prstGeom prst="rect">
            <a:avLst/>
          </a:prstGeom>
          <a:noFill/>
          <a:ln w="9525">
            <a:noFill/>
          </a:ln>
        </p:spPr>
        <p:txBody>
          <a:bodyPr wrap="none">
            <a:spAutoFit/>
          </a:bodyPr>
          <a:p>
            <a:r>
              <a:rPr lang="zh-CN" altLang="en-US" dirty="0">
                <a:latin typeface="隶书" panose="02010509060101010101" pitchFamily="49" charset="-122"/>
                <a:ea typeface="隶书" panose="02010509060101010101" pitchFamily="49" charset="-122"/>
              </a:rPr>
              <a:t>三、</a:t>
            </a:r>
            <a:r>
              <a:rPr lang="zh-CN" altLang="en-US" b="1" dirty="0">
                <a:latin typeface="隶书" panose="02010509060101010101" pitchFamily="49" charset="-122"/>
                <a:ea typeface="隶书" panose="02010509060101010101" pitchFamily="49" charset="-122"/>
              </a:rPr>
              <a:t> 变换方位的动态节点</a:t>
            </a:r>
            <a:r>
              <a:rPr lang="en-US" altLang="zh-CN" b="1" dirty="0">
                <a:latin typeface="隶书" panose="02010509060101010101" pitchFamily="49" charset="-122"/>
                <a:ea typeface="隶书" panose="02010509060101010101" pitchFamily="49" charset="-122"/>
              </a:rPr>
              <a:t>---OrientationInterpolator</a:t>
            </a:r>
            <a:endParaRPr lang="en-US" altLang="zh-CN" b="1" dirty="0">
              <a:latin typeface="隶书" panose="02010509060101010101" pitchFamily="49" charset="-122"/>
              <a:ea typeface="隶书" panose="02010509060101010101" pitchFamily="49" charset="-122"/>
            </a:endParaRPr>
          </a:p>
        </p:txBody>
      </p:sp>
    </p:spTree>
  </p:cSld>
  <p:clrMapOvr>
    <a:masterClrMapping/>
  </p:clrMapOvr>
  <p:transition>
    <p:random/>
  </p:transition>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0770" name="页脚占位符 3"/>
          <p:cNvSpPr txBox="1">
            <a:spLocks noGrp="1"/>
          </p:cNvSpPr>
          <p:nvPr>
            <p:ph type="ftr" sz="quarter" idx="3"/>
          </p:nvPr>
        </p:nvSpPr>
        <p:spPr>
          <a:xfrm>
            <a:off x="3733800" y="6570663"/>
            <a:ext cx="2590800" cy="280987"/>
          </a:xfrm>
          <a:ln/>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r>
              <a:rPr lang="zh-CN" altLang="en-US" sz="1200" dirty="0">
                <a:solidFill>
                  <a:schemeClr val="folHlink"/>
                </a:solidFill>
              </a:rPr>
              <a:t>《虚拟地理环境及其应用》</a:t>
            </a:r>
            <a:endParaRPr lang="zh-CN" altLang="en-US" sz="1200" dirty="0">
              <a:solidFill>
                <a:schemeClr val="folHlink"/>
              </a:solidFill>
            </a:endParaRPr>
          </a:p>
        </p:txBody>
      </p:sp>
      <p:sp>
        <p:nvSpPr>
          <p:cNvPr id="160771" name="Rectangle 4"/>
          <p:cNvSpPr/>
          <p:nvPr/>
        </p:nvSpPr>
        <p:spPr>
          <a:xfrm>
            <a:off x="468313" y="2300288"/>
            <a:ext cx="8480425" cy="4111625"/>
          </a:xfrm>
          <a:prstGeom prst="rect">
            <a:avLst/>
          </a:prstGeom>
          <a:noFill/>
          <a:ln w="9525">
            <a:noFill/>
          </a:ln>
        </p:spPr>
        <p:txBody>
          <a:bodyPr anchor="ctr" anchorCtr="0">
            <a:spAutoFit/>
          </a:bodyPr>
          <a:p>
            <a:r>
              <a:rPr lang="zh-CN" altLang="en-US" sz="2200" b="1" dirty="0">
                <a:latin typeface="宋体" panose="02010600030101010101" pitchFamily="2" charset="-122"/>
              </a:rPr>
              <a:t>功能</a:t>
            </a:r>
            <a:r>
              <a:rPr lang="en-US" altLang="zh-CN" sz="2200" b="1" dirty="0">
                <a:latin typeface="宋体" panose="02010600030101010101" pitchFamily="2" charset="-122"/>
              </a:rPr>
              <a:t>:</a:t>
            </a:r>
            <a:r>
              <a:rPr lang="zh-CN" altLang="en-US" sz="2200" b="1" dirty="0">
                <a:latin typeface="宋体" panose="02010600030101010101" pitchFamily="2" charset="-122"/>
              </a:rPr>
              <a:t>该节点的</a:t>
            </a:r>
            <a:r>
              <a:rPr lang="en-US" altLang="zh-CN" sz="2200" b="1" dirty="0">
                <a:latin typeface="宋体" panose="02010600030101010101" pitchFamily="2" charset="-122"/>
              </a:rPr>
              <a:t>keyValue</a:t>
            </a:r>
            <a:r>
              <a:rPr lang="zh-CN" altLang="en-US" sz="2200" b="1" dirty="0">
                <a:latin typeface="宋体" panose="02010600030101010101" pitchFamily="2" charset="-122"/>
              </a:rPr>
              <a:t>字段的每一组值只有一个浮点数。可以用来改变一般节点中具有单一值的字段。例如，让一房间的灯光逐渐由暗到亮。</a:t>
            </a:r>
            <a:endParaRPr lang="zh-CN" altLang="en-US" sz="2200" b="1" dirty="0">
              <a:latin typeface="宋体" panose="02010600030101010101" pitchFamily="2" charset="-122"/>
            </a:endParaRPr>
          </a:p>
          <a:p>
            <a:r>
              <a:rPr lang="zh-CN" altLang="en-US" sz="2200" b="1" dirty="0">
                <a:latin typeface="宋体" panose="02010600030101010101" pitchFamily="2" charset="-122"/>
              </a:rPr>
              <a:t>字段</a:t>
            </a:r>
            <a:endParaRPr lang="zh-CN" altLang="en-US" sz="2200" b="1" dirty="0">
              <a:latin typeface="宋体" panose="02010600030101010101" pitchFamily="2" charset="-122"/>
            </a:endParaRPr>
          </a:p>
          <a:p>
            <a:r>
              <a:rPr lang="en-US" altLang="zh-CN" sz="2200" b="1" dirty="0">
                <a:latin typeface="宋体" panose="02010600030101010101" pitchFamily="2" charset="-122"/>
              </a:rPr>
              <a:t>key: </a:t>
            </a:r>
            <a:r>
              <a:rPr lang="zh-CN" altLang="en-US" sz="2200" b="1" dirty="0">
                <a:latin typeface="宋体" panose="02010600030101010101" pitchFamily="2" charset="-122"/>
              </a:rPr>
              <a:t>该字段是一连串的时间值，每一个时间值都代表全部动态时间中的一个片段时间（</a:t>
            </a:r>
            <a:r>
              <a:rPr lang="en-US" altLang="zh-CN" sz="2200" b="1" dirty="0">
                <a:latin typeface="宋体" panose="02010600030101010101" pitchFamily="2" charset="-122"/>
              </a:rPr>
              <a:t>fraction time</a:t>
            </a:r>
            <a:r>
              <a:rPr lang="zh-CN" altLang="en-US" sz="2200" b="1" dirty="0">
                <a:latin typeface="宋体" panose="02010600030101010101" pitchFamily="2" charset="-122"/>
              </a:rPr>
              <a:t>）。每一个时间值皆在</a:t>
            </a:r>
            <a:r>
              <a:rPr lang="en-US" altLang="zh-CN" sz="2200" b="1" dirty="0">
                <a:latin typeface="宋体" panose="02010600030101010101" pitchFamily="2" charset="-122"/>
              </a:rPr>
              <a:t>0</a:t>
            </a:r>
            <a:r>
              <a:rPr lang="zh-CN" altLang="en-US" sz="2200" b="1" dirty="0">
                <a:latin typeface="宋体" panose="02010600030101010101" pitchFamily="2" charset="-122"/>
              </a:rPr>
              <a:t>与</a:t>
            </a:r>
            <a:r>
              <a:rPr lang="en-US" altLang="zh-CN" sz="2200" b="1" dirty="0">
                <a:latin typeface="宋体" panose="02010600030101010101" pitchFamily="2" charset="-122"/>
              </a:rPr>
              <a:t>1</a:t>
            </a:r>
            <a:r>
              <a:rPr lang="zh-CN" altLang="en-US" sz="2200" b="1" dirty="0">
                <a:latin typeface="宋体" panose="02010600030101010101" pitchFamily="2" charset="-122"/>
              </a:rPr>
              <a:t>之间，并且由</a:t>
            </a:r>
            <a:r>
              <a:rPr lang="en-US" altLang="zh-CN" sz="2200" b="1" dirty="0">
                <a:latin typeface="宋体" panose="02010600030101010101" pitchFamily="2" charset="-122"/>
              </a:rPr>
              <a:t>0</a:t>
            </a:r>
            <a:r>
              <a:rPr lang="zh-CN" altLang="en-US" sz="2200" b="1" dirty="0">
                <a:latin typeface="宋体" panose="02010600030101010101" pitchFamily="2" charset="-122"/>
              </a:rPr>
              <a:t>依次到</a:t>
            </a:r>
            <a:r>
              <a:rPr lang="en-US" altLang="zh-CN" sz="2200" b="1" dirty="0">
                <a:latin typeface="宋体" panose="02010600030101010101" pitchFamily="2" charset="-122"/>
              </a:rPr>
              <a:t>1.</a:t>
            </a:r>
            <a:r>
              <a:rPr lang="zh-CN" altLang="en-US" sz="2200" b="1" dirty="0">
                <a:latin typeface="宋体" panose="02010600030101010101" pitchFamily="2" charset="-122"/>
              </a:rPr>
              <a:t>默认</a:t>
            </a:r>
            <a:r>
              <a:rPr lang="en-US" altLang="zh-CN" sz="2200" b="1" dirty="0">
                <a:latin typeface="宋体" panose="02010600030101010101" pitchFamily="2" charset="-122"/>
              </a:rPr>
              <a:t>w</a:t>
            </a:r>
            <a:r>
              <a:rPr lang="zh-CN" altLang="en-US" sz="2200" b="1" dirty="0">
                <a:latin typeface="宋体" panose="02010600030101010101" pitchFamily="2" charset="-122"/>
              </a:rPr>
              <a:t>值为空的中和括号。</a:t>
            </a:r>
            <a:endParaRPr lang="zh-CN" altLang="en-US" sz="2200" b="1" dirty="0">
              <a:latin typeface="宋体" panose="02010600030101010101" pitchFamily="2" charset="-122"/>
            </a:endParaRPr>
          </a:p>
          <a:p>
            <a:r>
              <a:rPr lang="en-US" altLang="zh-CN" sz="2200" b="1" dirty="0">
                <a:latin typeface="宋体" panose="02010600030101010101" pitchFamily="2" charset="-122"/>
              </a:rPr>
              <a:t>keyValue: </a:t>
            </a:r>
            <a:r>
              <a:rPr lang="zh-CN" altLang="en-US" sz="2200" b="1" dirty="0">
                <a:latin typeface="宋体" panose="02010600030101010101" pitchFamily="2" charset="-122"/>
              </a:rPr>
              <a:t>一连串的数组三维位置坐标值，每一组位置坐标值皆对应</a:t>
            </a:r>
            <a:r>
              <a:rPr lang="en-US" altLang="zh-CN" sz="2200" b="1" dirty="0">
                <a:latin typeface="宋体" panose="02010600030101010101" pitchFamily="2" charset="-122"/>
              </a:rPr>
              <a:t>Key</a:t>
            </a:r>
            <a:r>
              <a:rPr lang="zh-CN" altLang="en-US" sz="2200" b="1" dirty="0">
                <a:latin typeface="宋体" panose="02010600030101010101" pitchFamily="2" charset="-122"/>
              </a:rPr>
              <a:t>字段中的一个片段时间。</a:t>
            </a:r>
            <a:endParaRPr lang="zh-CN" altLang="en-US" sz="2200" b="1" dirty="0">
              <a:latin typeface="宋体" panose="02010600030101010101" pitchFamily="2" charset="-122"/>
            </a:endParaRPr>
          </a:p>
          <a:p>
            <a:r>
              <a:rPr lang="zh-CN" altLang="en-US" sz="2200" b="1" dirty="0">
                <a:latin typeface="宋体" panose="02010600030101010101" pitchFamily="2" charset="-122"/>
              </a:rPr>
              <a:t>事件</a:t>
            </a:r>
            <a:endParaRPr lang="zh-CN" altLang="en-US" sz="2200" b="1" dirty="0">
              <a:latin typeface="宋体" panose="02010600030101010101" pitchFamily="2" charset="-122"/>
            </a:endParaRPr>
          </a:p>
          <a:p>
            <a:r>
              <a:rPr lang="en-US" altLang="zh-CN" sz="2200" b="1" dirty="0">
                <a:latin typeface="宋体" panose="02010600030101010101" pitchFamily="2" charset="-122"/>
              </a:rPr>
              <a:t>set_fraction</a:t>
            </a:r>
            <a:endParaRPr lang="en-US" altLang="zh-CN" sz="2200" b="1" dirty="0">
              <a:latin typeface="宋体" panose="02010600030101010101" pitchFamily="2" charset="-122"/>
            </a:endParaRPr>
          </a:p>
          <a:p>
            <a:r>
              <a:rPr lang="en-US" altLang="zh-CN" sz="2200" b="1" dirty="0">
                <a:latin typeface="宋体" panose="02010600030101010101" pitchFamily="2" charset="-122"/>
              </a:rPr>
              <a:t>value_changed</a:t>
            </a:r>
            <a:endParaRPr lang="zh-CN" altLang="en-US" sz="2200" b="1" dirty="0">
              <a:latin typeface="宋体" panose="02010600030101010101" pitchFamily="2" charset="-122"/>
            </a:endParaRPr>
          </a:p>
        </p:txBody>
      </p:sp>
      <p:sp>
        <p:nvSpPr>
          <p:cNvPr id="160772" name="Rectangle 5"/>
          <p:cNvSpPr/>
          <p:nvPr/>
        </p:nvSpPr>
        <p:spPr>
          <a:xfrm>
            <a:off x="1476375" y="815975"/>
            <a:ext cx="7092950" cy="457200"/>
          </a:xfrm>
          <a:prstGeom prst="rect">
            <a:avLst/>
          </a:prstGeom>
          <a:noFill/>
          <a:ln w="9525">
            <a:noFill/>
          </a:ln>
        </p:spPr>
        <p:txBody>
          <a:bodyPr wrap="none">
            <a:spAutoFit/>
          </a:bodyPr>
          <a:p>
            <a:pPr eaLnBrk="1" hangingPunct="1"/>
            <a:r>
              <a:rPr lang="zh-CN" altLang="en-US" dirty="0">
                <a:latin typeface="隶书" panose="02010509060101010101" pitchFamily="49" charset="-122"/>
                <a:ea typeface="隶书" panose="02010509060101010101" pitchFamily="49" charset="-122"/>
              </a:rPr>
              <a:t>四、</a:t>
            </a:r>
            <a:r>
              <a:rPr lang="zh-CN" altLang="en-US" b="1" dirty="0">
                <a:latin typeface="隶书" panose="02010509060101010101" pitchFamily="49" charset="-122"/>
                <a:ea typeface="隶书" panose="02010509060101010101" pitchFamily="49" charset="-122"/>
              </a:rPr>
              <a:t> 变换强度的动态节点</a:t>
            </a:r>
            <a:r>
              <a:rPr lang="en-US" altLang="zh-CN" b="1" dirty="0">
                <a:latin typeface="隶书" panose="02010509060101010101" pitchFamily="49" charset="-122"/>
                <a:ea typeface="隶书" panose="02010509060101010101" pitchFamily="49" charset="-122"/>
              </a:rPr>
              <a:t>----ScalarInterpolator</a:t>
            </a:r>
            <a:endParaRPr lang="zh-CN" altLang="en-US" b="1" dirty="0">
              <a:latin typeface="隶书" panose="02010509060101010101" pitchFamily="49" charset="-122"/>
              <a:ea typeface="隶书" panose="02010509060101010101" pitchFamily="49" charset="-122"/>
            </a:endParaRPr>
          </a:p>
        </p:txBody>
      </p:sp>
    </p:spTree>
  </p:cSld>
  <p:clrMapOvr>
    <a:masterClrMapping/>
  </p:clrMapOvr>
  <p:transition>
    <p:random/>
  </p:transition>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1794" name="页脚占位符 3"/>
          <p:cNvSpPr txBox="1">
            <a:spLocks noGrp="1"/>
          </p:cNvSpPr>
          <p:nvPr>
            <p:ph type="ftr" sz="quarter" idx="3"/>
          </p:nvPr>
        </p:nvSpPr>
        <p:spPr>
          <a:xfrm>
            <a:off x="3733800" y="6570663"/>
            <a:ext cx="2590800" cy="280987"/>
          </a:xfrm>
          <a:ln/>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r>
              <a:rPr lang="zh-CN" altLang="en-US" sz="1200" dirty="0">
                <a:solidFill>
                  <a:schemeClr val="folHlink"/>
                </a:solidFill>
              </a:rPr>
              <a:t>《虚拟地理环境及其应用》</a:t>
            </a:r>
            <a:endParaRPr lang="zh-CN" altLang="en-US" sz="1200" dirty="0">
              <a:solidFill>
                <a:schemeClr val="folHlink"/>
              </a:solidFill>
            </a:endParaRPr>
          </a:p>
        </p:txBody>
      </p:sp>
      <p:sp>
        <p:nvSpPr>
          <p:cNvPr id="161795" name="Rectangle 4"/>
          <p:cNvSpPr/>
          <p:nvPr/>
        </p:nvSpPr>
        <p:spPr>
          <a:xfrm>
            <a:off x="989013" y="2565400"/>
            <a:ext cx="8154987" cy="2771775"/>
          </a:xfrm>
          <a:prstGeom prst="rect">
            <a:avLst/>
          </a:prstGeom>
          <a:noFill/>
          <a:ln w="9525">
            <a:noFill/>
          </a:ln>
        </p:spPr>
        <p:txBody>
          <a:bodyPr anchor="ctr" anchorCtr="0">
            <a:spAutoFit/>
          </a:bodyPr>
          <a:p>
            <a:r>
              <a:rPr lang="zh-CN" altLang="en-US" sz="2200" b="1" dirty="0">
                <a:latin typeface="宋体" panose="02010600030101010101" pitchFamily="2" charset="-122"/>
              </a:rPr>
              <a:t>功能</a:t>
            </a:r>
            <a:r>
              <a:rPr lang="en-US" altLang="zh-CN" sz="2200" b="1" dirty="0">
                <a:latin typeface="宋体" panose="02010600030101010101" pitchFamily="2" charset="-122"/>
              </a:rPr>
              <a:t>:</a:t>
            </a:r>
            <a:r>
              <a:rPr lang="zh-CN" altLang="en-US" sz="2200" b="1" dirty="0">
                <a:latin typeface="宋体" panose="02010600030101010101" pitchFamily="2" charset="-122"/>
              </a:rPr>
              <a:t>主要是在某一段时间内变换虚拟对象的颜色。此节点必须配合</a:t>
            </a:r>
            <a:r>
              <a:rPr lang="en-US" altLang="zh-CN" sz="2200" b="1" dirty="0">
                <a:latin typeface="宋体" panose="02010600030101010101" pitchFamily="2" charset="-122"/>
              </a:rPr>
              <a:t>TimeSensor</a:t>
            </a:r>
            <a:r>
              <a:rPr lang="zh-CN" altLang="en-US" sz="2200" b="1" dirty="0">
                <a:latin typeface="宋体" panose="02010600030101010101" pitchFamily="2" charset="-122"/>
              </a:rPr>
              <a:t>节点才能让虚拟对象成为动态对象，动态的部分则是颜色的变化。</a:t>
            </a:r>
            <a:endParaRPr lang="zh-CN" altLang="en-US" sz="2200" b="1" dirty="0">
              <a:latin typeface="宋体" panose="02010600030101010101" pitchFamily="2" charset="-122"/>
            </a:endParaRPr>
          </a:p>
          <a:p>
            <a:r>
              <a:rPr lang="zh-CN" altLang="en-US" sz="2200" b="1" dirty="0">
                <a:latin typeface="宋体" panose="02010600030101010101" pitchFamily="2" charset="-122"/>
              </a:rPr>
              <a:t>字段</a:t>
            </a:r>
            <a:endParaRPr lang="zh-CN" altLang="en-US" sz="2200" b="1" dirty="0">
              <a:latin typeface="宋体" panose="02010600030101010101" pitchFamily="2" charset="-122"/>
            </a:endParaRPr>
          </a:p>
          <a:p>
            <a:r>
              <a:rPr lang="en-US" altLang="zh-CN" sz="2200" b="1" dirty="0">
                <a:latin typeface="宋体" panose="02010600030101010101" pitchFamily="2" charset="-122"/>
              </a:rPr>
              <a:t>key: </a:t>
            </a:r>
            <a:endParaRPr lang="en-US" altLang="zh-CN" sz="2200" b="1" dirty="0">
              <a:latin typeface="宋体" panose="02010600030101010101" pitchFamily="2" charset="-122"/>
            </a:endParaRPr>
          </a:p>
          <a:p>
            <a:r>
              <a:rPr lang="en-US" altLang="zh-CN" sz="2200" b="1" dirty="0">
                <a:latin typeface="宋体" panose="02010600030101010101" pitchFamily="2" charset="-122"/>
              </a:rPr>
              <a:t>keyValue </a:t>
            </a:r>
            <a:r>
              <a:rPr lang="zh-CN" altLang="en-US" sz="2200" b="1" dirty="0">
                <a:latin typeface="宋体" panose="02010600030101010101" pitchFamily="2" charset="-122"/>
              </a:rPr>
              <a:t>一连串的数组三维位置坐标值。</a:t>
            </a:r>
            <a:endParaRPr lang="zh-CN" altLang="en-US" sz="2200" b="1" dirty="0">
              <a:latin typeface="宋体" panose="02010600030101010101" pitchFamily="2" charset="-122"/>
            </a:endParaRPr>
          </a:p>
          <a:p>
            <a:r>
              <a:rPr lang="en-US" altLang="zh-CN" sz="2200" b="1" dirty="0">
                <a:latin typeface="宋体" panose="02010600030101010101" pitchFamily="2" charset="-122"/>
              </a:rPr>
              <a:t>set_fraction</a:t>
            </a:r>
            <a:endParaRPr lang="en-US" altLang="zh-CN" sz="2200" b="1" dirty="0">
              <a:latin typeface="宋体" panose="02010600030101010101" pitchFamily="2" charset="-122"/>
            </a:endParaRPr>
          </a:p>
          <a:p>
            <a:r>
              <a:rPr lang="en-US" altLang="zh-CN" sz="2200" b="1" dirty="0">
                <a:latin typeface="宋体" panose="02010600030101010101" pitchFamily="2" charset="-122"/>
              </a:rPr>
              <a:t>value_changed</a:t>
            </a:r>
            <a:endParaRPr lang="en-US" altLang="zh-CN" sz="2200" b="1" dirty="0">
              <a:latin typeface="宋体" panose="02010600030101010101" pitchFamily="2" charset="-122"/>
            </a:endParaRPr>
          </a:p>
        </p:txBody>
      </p:sp>
      <p:sp>
        <p:nvSpPr>
          <p:cNvPr id="161796" name="Rectangle 5"/>
          <p:cNvSpPr/>
          <p:nvPr/>
        </p:nvSpPr>
        <p:spPr>
          <a:xfrm>
            <a:off x="1476375" y="887413"/>
            <a:ext cx="7096125" cy="457200"/>
          </a:xfrm>
          <a:prstGeom prst="rect">
            <a:avLst/>
          </a:prstGeom>
          <a:noFill/>
          <a:ln w="9525">
            <a:noFill/>
          </a:ln>
        </p:spPr>
        <p:txBody>
          <a:bodyPr wrap="none">
            <a:spAutoFit/>
          </a:bodyPr>
          <a:p>
            <a:r>
              <a:rPr lang="zh-CN" altLang="en-US" b="1" dirty="0">
                <a:latin typeface="隶书" panose="02010509060101010101" pitchFamily="49" charset="-122"/>
                <a:ea typeface="隶书" panose="02010509060101010101" pitchFamily="49" charset="-122"/>
              </a:rPr>
              <a:t>五、 变换颜色的动态节点</a:t>
            </a:r>
            <a:r>
              <a:rPr lang="en-US" altLang="zh-CN" b="1" dirty="0">
                <a:latin typeface="隶书" panose="02010509060101010101" pitchFamily="49" charset="-122"/>
                <a:ea typeface="隶书" panose="02010509060101010101" pitchFamily="49" charset="-122"/>
              </a:rPr>
              <a:t>-----ColorInterpolator</a:t>
            </a:r>
            <a:endParaRPr lang="en-US" altLang="zh-CN" b="1" dirty="0">
              <a:latin typeface="隶书" panose="02010509060101010101" pitchFamily="49" charset="-122"/>
              <a:ea typeface="隶书" panose="02010509060101010101" pitchFamily="49" charset="-122"/>
            </a:endParaRPr>
          </a:p>
        </p:txBody>
      </p:sp>
    </p:spTree>
  </p:cSld>
  <p:clrMapOvr>
    <a:masterClrMapping/>
  </p:clrMapOvr>
  <p:transition>
    <p:random/>
  </p:transition>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2818" name="页脚占位符 3"/>
          <p:cNvSpPr txBox="1">
            <a:spLocks noGrp="1"/>
          </p:cNvSpPr>
          <p:nvPr>
            <p:ph type="ftr" sz="quarter" idx="3"/>
          </p:nvPr>
        </p:nvSpPr>
        <p:spPr>
          <a:xfrm>
            <a:off x="3733800" y="6570663"/>
            <a:ext cx="2590800" cy="280987"/>
          </a:xfrm>
          <a:ln/>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r>
              <a:rPr lang="zh-CN" altLang="en-US" sz="1200" dirty="0">
                <a:solidFill>
                  <a:schemeClr val="folHlink"/>
                </a:solidFill>
              </a:rPr>
              <a:t>《虚拟地理环境及其应用》</a:t>
            </a:r>
            <a:endParaRPr lang="zh-CN" altLang="en-US" sz="1200" dirty="0">
              <a:solidFill>
                <a:schemeClr val="folHlink"/>
              </a:solidFill>
            </a:endParaRPr>
          </a:p>
        </p:txBody>
      </p:sp>
      <p:sp>
        <p:nvSpPr>
          <p:cNvPr id="162819" name="Rectangle 4"/>
          <p:cNvSpPr/>
          <p:nvPr/>
        </p:nvSpPr>
        <p:spPr>
          <a:xfrm>
            <a:off x="611188" y="2852738"/>
            <a:ext cx="7704137" cy="2647950"/>
          </a:xfrm>
          <a:prstGeom prst="rect">
            <a:avLst/>
          </a:prstGeom>
          <a:noFill/>
          <a:ln w="9525">
            <a:noFill/>
          </a:ln>
        </p:spPr>
        <p:txBody>
          <a:bodyPr>
            <a:spAutoFit/>
          </a:bodyPr>
          <a:p>
            <a:r>
              <a:rPr lang="zh-CN" altLang="en-US" b="1" dirty="0">
                <a:latin typeface="Times New Roman" panose="02020603050405020304" pitchFamily="18" charset="0"/>
              </a:rPr>
              <a:t>字段</a:t>
            </a:r>
            <a:endParaRPr lang="zh-CN" altLang="en-US" b="1" dirty="0">
              <a:latin typeface="Times New Roman" panose="02020603050405020304" pitchFamily="18" charset="0"/>
            </a:endParaRPr>
          </a:p>
          <a:p>
            <a:r>
              <a:rPr lang="en-US" altLang="zh-CN" b="1" dirty="0">
                <a:latin typeface="Times New Roman" panose="02020603050405020304" pitchFamily="18" charset="0"/>
              </a:rPr>
              <a:t>key: </a:t>
            </a:r>
            <a:endParaRPr lang="en-US" altLang="zh-CN" b="1" dirty="0">
              <a:latin typeface="Times New Roman" panose="02020603050405020304" pitchFamily="18" charset="0"/>
            </a:endParaRPr>
          </a:p>
          <a:p>
            <a:r>
              <a:rPr lang="en-US" altLang="zh-CN" b="1" dirty="0">
                <a:latin typeface="Times New Roman" panose="02020603050405020304" pitchFamily="18" charset="0"/>
              </a:rPr>
              <a:t>keyValue: </a:t>
            </a:r>
            <a:endParaRPr lang="en-US" altLang="zh-CN" b="1" dirty="0">
              <a:latin typeface="Times New Roman" panose="02020603050405020304" pitchFamily="18" charset="0"/>
            </a:endParaRPr>
          </a:p>
          <a:p>
            <a:endParaRPr lang="zh-CN" altLang="en-US" b="1" dirty="0">
              <a:latin typeface="Times New Roman" panose="02020603050405020304" pitchFamily="18" charset="0"/>
            </a:endParaRPr>
          </a:p>
          <a:p>
            <a:r>
              <a:rPr lang="zh-CN" altLang="en-US" b="1" dirty="0">
                <a:latin typeface="Times New Roman" panose="02020603050405020304" pitchFamily="18" charset="0"/>
              </a:rPr>
              <a:t>事件</a:t>
            </a:r>
            <a:endParaRPr lang="zh-CN" altLang="en-US" b="1" dirty="0">
              <a:latin typeface="Times New Roman" panose="02020603050405020304" pitchFamily="18" charset="0"/>
            </a:endParaRPr>
          </a:p>
          <a:p>
            <a:r>
              <a:rPr lang="en-US" altLang="zh-CN" b="1" dirty="0">
                <a:latin typeface="Times New Roman" panose="02020603050405020304" pitchFamily="18" charset="0"/>
              </a:rPr>
              <a:t>set_fracton: </a:t>
            </a:r>
            <a:endParaRPr lang="en-US" altLang="zh-CN" b="1" dirty="0">
              <a:latin typeface="Times New Roman" panose="02020603050405020304" pitchFamily="18" charset="0"/>
            </a:endParaRPr>
          </a:p>
          <a:p>
            <a:r>
              <a:rPr lang="en-US" altLang="zh-CN" b="1" dirty="0">
                <a:latin typeface="Times New Roman" panose="02020603050405020304" pitchFamily="18" charset="0"/>
              </a:rPr>
              <a:t>value_changed: </a:t>
            </a:r>
            <a:endParaRPr lang="en-US" altLang="zh-CN" b="1" dirty="0">
              <a:latin typeface="Times New Roman" panose="02020603050405020304" pitchFamily="18" charset="0"/>
            </a:endParaRPr>
          </a:p>
        </p:txBody>
      </p:sp>
      <p:sp>
        <p:nvSpPr>
          <p:cNvPr id="162820" name="Rectangle 5"/>
          <p:cNvSpPr/>
          <p:nvPr/>
        </p:nvSpPr>
        <p:spPr>
          <a:xfrm>
            <a:off x="1403350" y="960438"/>
            <a:ext cx="7558088" cy="457200"/>
          </a:xfrm>
          <a:prstGeom prst="rect">
            <a:avLst/>
          </a:prstGeom>
          <a:noFill/>
          <a:ln w="9525">
            <a:noFill/>
          </a:ln>
        </p:spPr>
        <p:txBody>
          <a:bodyPr wrap="none">
            <a:spAutoFit/>
          </a:bodyPr>
          <a:p>
            <a:r>
              <a:rPr lang="zh-CN" altLang="en-US" b="1" dirty="0">
                <a:latin typeface="隶书" panose="02010509060101010101" pitchFamily="49" charset="-122"/>
                <a:ea typeface="隶书" panose="02010509060101010101" pitchFamily="49" charset="-122"/>
              </a:rPr>
              <a:t>六、 变换坐标的动态节点</a:t>
            </a:r>
            <a:r>
              <a:rPr lang="en-US" altLang="zh-CN" b="1" dirty="0">
                <a:latin typeface="隶书" panose="02010509060101010101" pitchFamily="49" charset="-122"/>
                <a:ea typeface="隶书" panose="02010509060101010101" pitchFamily="49" charset="-122"/>
              </a:rPr>
              <a:t>---CoordinateInterpolator</a:t>
            </a:r>
            <a:endParaRPr lang="en-US" altLang="zh-CN" b="1" dirty="0">
              <a:latin typeface="隶书" panose="02010509060101010101" pitchFamily="49" charset="-122"/>
              <a:ea typeface="隶书" panose="02010509060101010101" pitchFamily="49" charset="-122"/>
            </a:endParaRPr>
          </a:p>
        </p:txBody>
      </p:sp>
    </p:spTree>
  </p:cSld>
  <p:clrMapOvr>
    <a:masterClrMapping/>
  </p:clrMapOvr>
  <p:transition>
    <p:random/>
  </p:transition>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42" name="页脚占位符 3"/>
          <p:cNvSpPr txBox="1">
            <a:spLocks noGrp="1"/>
          </p:cNvSpPr>
          <p:nvPr>
            <p:ph type="ftr" sz="quarter" idx="3"/>
          </p:nvPr>
        </p:nvSpPr>
        <p:spPr>
          <a:xfrm>
            <a:off x="3733800" y="6570663"/>
            <a:ext cx="2590800" cy="280987"/>
          </a:xfrm>
          <a:ln/>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r>
              <a:rPr lang="zh-CN" altLang="en-US" sz="1200" dirty="0">
                <a:solidFill>
                  <a:schemeClr val="folHlink"/>
                </a:solidFill>
              </a:rPr>
              <a:t>《虚拟地理环境及其应用》</a:t>
            </a:r>
            <a:endParaRPr lang="zh-CN" altLang="en-US" sz="1200" dirty="0">
              <a:solidFill>
                <a:schemeClr val="folHlink"/>
              </a:solidFill>
            </a:endParaRPr>
          </a:p>
        </p:txBody>
      </p:sp>
      <p:sp>
        <p:nvSpPr>
          <p:cNvPr id="163843" name="Rectangle 4"/>
          <p:cNvSpPr/>
          <p:nvPr/>
        </p:nvSpPr>
        <p:spPr>
          <a:xfrm>
            <a:off x="684213" y="2609850"/>
            <a:ext cx="8208962" cy="3441700"/>
          </a:xfrm>
          <a:prstGeom prst="rect">
            <a:avLst/>
          </a:prstGeom>
          <a:noFill/>
          <a:ln w="9525">
            <a:noFill/>
          </a:ln>
        </p:spPr>
        <p:txBody>
          <a:bodyPr anchor="ctr" anchorCtr="0">
            <a:spAutoFit/>
          </a:bodyPr>
          <a:p>
            <a:r>
              <a:rPr lang="zh-CN" altLang="en-US" sz="2200" b="1" dirty="0">
                <a:latin typeface="宋体" panose="02010600030101010101" pitchFamily="2" charset="-122"/>
              </a:rPr>
              <a:t>功能</a:t>
            </a:r>
            <a:r>
              <a:rPr lang="en-US" altLang="zh-CN" sz="2200" b="1" dirty="0">
                <a:latin typeface="宋体" panose="02010600030101010101" pitchFamily="2" charset="-122"/>
              </a:rPr>
              <a:t>:</a:t>
            </a:r>
            <a:r>
              <a:rPr lang="zh-CN" altLang="en-US" sz="2200" b="1" dirty="0">
                <a:latin typeface="宋体" panose="02010600030101010101" pitchFamily="2" charset="-122"/>
              </a:rPr>
              <a:t>是改变</a:t>
            </a:r>
            <a:r>
              <a:rPr lang="en-US" altLang="zh-CN" sz="2200" b="1" dirty="0">
                <a:latin typeface="宋体" panose="02010600030101010101" pitchFamily="2" charset="-122"/>
              </a:rPr>
              <a:t>Normal</a:t>
            </a:r>
            <a:r>
              <a:rPr lang="zh-CN" altLang="en-US" sz="2200" b="1" dirty="0">
                <a:latin typeface="宋体" panose="02010600030101010101" pitchFamily="2" charset="-122"/>
              </a:rPr>
              <a:t>节点中</a:t>
            </a:r>
            <a:r>
              <a:rPr lang="en-US" altLang="zh-CN" sz="2200" b="1" dirty="0">
                <a:latin typeface="宋体" panose="02010600030101010101" pitchFamily="2" charset="-122"/>
              </a:rPr>
              <a:t>vector</a:t>
            </a:r>
            <a:r>
              <a:rPr lang="zh-CN" altLang="en-US" sz="2200" b="1" dirty="0">
                <a:latin typeface="宋体" panose="02010600030101010101" pitchFamily="2" charset="-122"/>
              </a:rPr>
              <a:t>字段的</a:t>
            </a:r>
            <a:r>
              <a:rPr lang="en-US" altLang="zh-CN" sz="2200" b="1" dirty="0">
                <a:latin typeface="宋体" panose="02010600030101010101" pitchFamily="2" charset="-122"/>
              </a:rPr>
              <a:t>3 </a:t>
            </a:r>
            <a:r>
              <a:rPr lang="zh-CN" altLang="en-US" sz="2200" b="1" dirty="0">
                <a:latin typeface="宋体" panose="02010600030101010101" pitchFamily="2" charset="-122"/>
              </a:rPr>
              <a:t>个向量值。</a:t>
            </a:r>
            <a:r>
              <a:rPr lang="en-US" altLang="zh-CN" sz="2200" b="1" dirty="0">
                <a:latin typeface="宋体" panose="02010600030101010101" pitchFamily="2" charset="-122"/>
              </a:rPr>
              <a:t>Normao</a:t>
            </a:r>
            <a:r>
              <a:rPr lang="zh-CN" altLang="en-US" sz="2200" b="1" dirty="0">
                <a:latin typeface="宋体" panose="02010600030101010101" pitchFamily="2" charset="-122"/>
              </a:rPr>
              <a:t>节点是属于</a:t>
            </a:r>
            <a:r>
              <a:rPr lang="en-US" altLang="zh-CN" sz="2200" b="1" dirty="0">
                <a:latin typeface="宋体" panose="02010600030101010101" pitchFamily="2" charset="-122"/>
              </a:rPr>
              <a:t>ElevationGrid</a:t>
            </a:r>
            <a:r>
              <a:rPr lang="zh-CN" altLang="en-US" sz="2200" b="1" dirty="0">
                <a:latin typeface="宋体" panose="02010600030101010101" pitchFamily="2" charset="-122"/>
              </a:rPr>
              <a:t>和</a:t>
            </a:r>
            <a:r>
              <a:rPr lang="en-US" altLang="zh-CN" sz="2200" b="1" dirty="0">
                <a:latin typeface="宋体" panose="02010600030101010101" pitchFamily="2" charset="-122"/>
              </a:rPr>
              <a:t>IndexedFaceSet</a:t>
            </a:r>
            <a:r>
              <a:rPr lang="zh-CN" altLang="en-US" sz="2200" b="1" dirty="0">
                <a:latin typeface="宋体" panose="02010600030101010101" pitchFamily="2" charset="-122"/>
              </a:rPr>
              <a:t>这两个几何节点中的字段。通过和</a:t>
            </a:r>
            <a:r>
              <a:rPr lang="en-US" altLang="zh-CN" sz="2200" b="1" dirty="0">
                <a:latin typeface="宋体" panose="02010600030101010101" pitchFamily="2" charset="-122"/>
              </a:rPr>
              <a:t>TimeSensor</a:t>
            </a:r>
            <a:r>
              <a:rPr lang="zh-CN" altLang="en-US" sz="2200" b="1" dirty="0">
                <a:latin typeface="宋体" panose="02010600030101010101" pitchFamily="2" charset="-122"/>
              </a:rPr>
              <a:t>节点的配合，就可以使这两个节点产生的虚拟对象具有动态的效果。</a:t>
            </a:r>
            <a:endParaRPr lang="zh-CN" altLang="en-US" sz="2200" b="1" dirty="0">
              <a:latin typeface="宋体" panose="02010600030101010101" pitchFamily="2" charset="-122"/>
            </a:endParaRPr>
          </a:p>
          <a:p>
            <a:r>
              <a:rPr lang="zh-CN" altLang="en-US" sz="2200" b="1" dirty="0">
                <a:latin typeface="宋体" panose="02010600030101010101" pitchFamily="2" charset="-122"/>
              </a:rPr>
              <a:t>字段</a:t>
            </a:r>
            <a:endParaRPr lang="zh-CN" altLang="en-US" sz="2200" b="1" dirty="0">
              <a:latin typeface="宋体" panose="02010600030101010101" pitchFamily="2" charset="-122"/>
            </a:endParaRPr>
          </a:p>
          <a:p>
            <a:r>
              <a:rPr lang="en-US" altLang="zh-CN" sz="2200" b="1" dirty="0">
                <a:latin typeface="宋体" panose="02010600030101010101" pitchFamily="2" charset="-122"/>
              </a:rPr>
              <a:t>key: </a:t>
            </a:r>
            <a:endParaRPr lang="en-US" altLang="zh-CN" sz="2200" b="1" dirty="0">
              <a:latin typeface="宋体" panose="02010600030101010101" pitchFamily="2" charset="-122"/>
            </a:endParaRPr>
          </a:p>
          <a:p>
            <a:r>
              <a:rPr lang="en-US" altLang="zh-CN" sz="2200" b="1" dirty="0">
                <a:latin typeface="宋体" panose="02010600030101010101" pitchFamily="2" charset="-122"/>
              </a:rPr>
              <a:t>keyValue: </a:t>
            </a:r>
            <a:endParaRPr lang="zh-CN" altLang="en-US" sz="2200" b="1" dirty="0">
              <a:latin typeface="宋体" panose="02010600030101010101" pitchFamily="2" charset="-122"/>
            </a:endParaRPr>
          </a:p>
          <a:p>
            <a:r>
              <a:rPr lang="zh-CN" altLang="en-US" sz="2200" b="1" dirty="0">
                <a:latin typeface="宋体" panose="02010600030101010101" pitchFamily="2" charset="-122"/>
              </a:rPr>
              <a:t>事件</a:t>
            </a:r>
            <a:endParaRPr lang="zh-CN" altLang="en-US" sz="2200" b="1" dirty="0">
              <a:latin typeface="宋体" panose="02010600030101010101" pitchFamily="2" charset="-122"/>
            </a:endParaRPr>
          </a:p>
          <a:p>
            <a:r>
              <a:rPr lang="en-US" altLang="zh-CN" sz="2200" b="1" dirty="0">
                <a:latin typeface="宋体" panose="02010600030101010101" pitchFamily="2" charset="-122"/>
              </a:rPr>
              <a:t>set_fraction:</a:t>
            </a:r>
            <a:endParaRPr lang="en-US" altLang="zh-CN" sz="2200" b="1" dirty="0">
              <a:latin typeface="宋体" panose="02010600030101010101" pitchFamily="2" charset="-122"/>
            </a:endParaRPr>
          </a:p>
          <a:p>
            <a:r>
              <a:rPr lang="en-US" altLang="zh-CN" sz="2200" b="1" dirty="0">
                <a:latin typeface="宋体" panose="02010600030101010101" pitchFamily="2" charset="-122"/>
              </a:rPr>
              <a:t>value_changed: </a:t>
            </a:r>
            <a:endParaRPr lang="en-US" altLang="zh-CN" sz="2200" b="1" dirty="0">
              <a:latin typeface="宋体" panose="02010600030101010101" pitchFamily="2" charset="-122"/>
            </a:endParaRPr>
          </a:p>
        </p:txBody>
      </p:sp>
      <p:sp>
        <p:nvSpPr>
          <p:cNvPr id="163844" name="Rectangle 5"/>
          <p:cNvSpPr/>
          <p:nvPr/>
        </p:nvSpPr>
        <p:spPr>
          <a:xfrm>
            <a:off x="1403350" y="815975"/>
            <a:ext cx="7096125" cy="457200"/>
          </a:xfrm>
          <a:prstGeom prst="rect">
            <a:avLst/>
          </a:prstGeom>
          <a:noFill/>
          <a:ln w="9525">
            <a:noFill/>
          </a:ln>
        </p:spPr>
        <p:txBody>
          <a:bodyPr wrap="none">
            <a:spAutoFit/>
          </a:bodyPr>
          <a:p>
            <a:r>
              <a:rPr lang="zh-CN" altLang="en-US" b="1" dirty="0">
                <a:latin typeface="隶书" panose="02010509060101010101" pitchFamily="49" charset="-122"/>
                <a:ea typeface="隶书" panose="02010509060101010101" pitchFamily="49" charset="-122"/>
              </a:rPr>
              <a:t>七、 变换向量的动态节点</a:t>
            </a:r>
            <a:r>
              <a:rPr lang="en-US" altLang="zh-CN" b="1" dirty="0">
                <a:latin typeface="隶书" panose="02010509060101010101" pitchFamily="49" charset="-122"/>
                <a:ea typeface="隶书" panose="02010509060101010101" pitchFamily="49" charset="-122"/>
              </a:rPr>
              <a:t>----NormalInterpolator</a:t>
            </a:r>
            <a:endParaRPr lang="en-US" altLang="zh-CN" b="1" dirty="0">
              <a:latin typeface="隶书" panose="02010509060101010101" pitchFamily="49" charset="-122"/>
              <a:ea typeface="隶书" panose="02010509060101010101" pitchFamily="49" charset="-122"/>
            </a:endParaRPr>
          </a:p>
        </p:txBody>
      </p:sp>
    </p:spTree>
  </p:cSld>
  <p:clrMapOvr>
    <a:masterClrMapping/>
  </p:clrMapOvr>
  <p:transition>
    <p:random/>
  </p:transition>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4866" name="页脚占位符 1"/>
          <p:cNvSpPr txBox="1">
            <a:spLocks noGrp="1"/>
          </p:cNvSpPr>
          <p:nvPr>
            <p:ph type="ftr" sz="quarter" idx="3"/>
          </p:nvPr>
        </p:nvSpPr>
        <p:spPr>
          <a:xfrm>
            <a:off x="3733800" y="6570663"/>
            <a:ext cx="2590800" cy="280987"/>
          </a:xfrm>
          <a:ln/>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r>
              <a:rPr lang="zh-CN" altLang="en-US" sz="1200" dirty="0">
                <a:solidFill>
                  <a:schemeClr val="folHlink"/>
                </a:solidFill>
              </a:rPr>
              <a:t>《虚拟地理环境及其应用》</a:t>
            </a:r>
            <a:endParaRPr lang="zh-CN" altLang="en-US" sz="1200" dirty="0">
              <a:solidFill>
                <a:schemeClr val="folHlink"/>
              </a:solidFill>
            </a:endParaRPr>
          </a:p>
        </p:txBody>
      </p:sp>
      <p:sp>
        <p:nvSpPr>
          <p:cNvPr id="164867" name="Rectangle 4"/>
          <p:cNvSpPr/>
          <p:nvPr/>
        </p:nvSpPr>
        <p:spPr>
          <a:xfrm>
            <a:off x="1403350" y="1125538"/>
            <a:ext cx="7200900" cy="457200"/>
          </a:xfrm>
          <a:prstGeom prst="rect">
            <a:avLst/>
          </a:prstGeom>
          <a:noFill/>
          <a:ln w="9525">
            <a:noFill/>
          </a:ln>
        </p:spPr>
        <p:txBody>
          <a:bodyPr>
            <a:spAutoFit/>
          </a:bodyPr>
          <a:p>
            <a:r>
              <a:rPr lang="en-US" altLang="zh-CN" b="1" dirty="0">
                <a:latin typeface="隶书" panose="02010509060101010101" pitchFamily="49" charset="-122"/>
                <a:ea typeface="隶书" panose="02010509060101010101" pitchFamily="49" charset="-122"/>
              </a:rPr>
              <a:t>4.10 </a:t>
            </a:r>
            <a:r>
              <a:rPr lang="zh-CN" altLang="en-US" b="1" dirty="0">
                <a:latin typeface="隶书" panose="02010509060101010101" pitchFamily="49" charset="-122"/>
                <a:ea typeface="隶书" panose="02010509060101010101" pitchFamily="49" charset="-122"/>
              </a:rPr>
              <a:t>建立交互式的虚拟现实</a:t>
            </a:r>
            <a:r>
              <a:rPr lang="en-US" altLang="zh-CN" b="1" dirty="0">
                <a:latin typeface="隶书" panose="02010509060101010101" pitchFamily="49" charset="-122"/>
                <a:ea typeface="隶书" panose="02010509060101010101" pitchFamily="49" charset="-122"/>
              </a:rPr>
              <a:t>---Sensor Nodes</a:t>
            </a:r>
            <a:r>
              <a:rPr lang="en-US" altLang="zh-CN" dirty="0">
                <a:latin typeface="Times New Roman" panose="02020603050405020304" pitchFamily="18" charset="0"/>
              </a:rPr>
              <a:t> </a:t>
            </a:r>
            <a:endParaRPr lang="zh-CN" altLang="en-US" dirty="0">
              <a:latin typeface="Times New Roman" panose="02020603050405020304" pitchFamily="18" charset="0"/>
            </a:endParaRPr>
          </a:p>
        </p:txBody>
      </p:sp>
      <p:sp>
        <p:nvSpPr>
          <p:cNvPr id="164868" name="Rectangle 5"/>
          <p:cNvSpPr/>
          <p:nvPr/>
        </p:nvSpPr>
        <p:spPr>
          <a:xfrm>
            <a:off x="971550" y="2492375"/>
            <a:ext cx="7488238" cy="1552575"/>
          </a:xfrm>
          <a:prstGeom prst="rect">
            <a:avLst/>
          </a:prstGeom>
          <a:noFill/>
          <a:ln w="9525">
            <a:noFill/>
          </a:ln>
        </p:spPr>
        <p:txBody>
          <a:bodyPr>
            <a:spAutoFit/>
          </a:bodyPr>
          <a:p>
            <a:pPr eaLnBrk="1" hangingPunct="1"/>
            <a:r>
              <a:rPr lang="zh-CN" altLang="en-US" b="1" dirty="0">
                <a:solidFill>
                  <a:srgbClr val="0033CC"/>
                </a:solidFill>
                <a:latin typeface="Times New Roman" panose="02020603050405020304" pitchFamily="18" charset="0"/>
              </a:rPr>
              <a:t>      </a:t>
            </a:r>
            <a:r>
              <a:rPr lang="zh-CN" altLang="en-US" b="1" dirty="0">
                <a:latin typeface="Times New Roman" panose="02020603050405020304" pitchFamily="18" charset="0"/>
              </a:rPr>
              <a:t>为了使虚拟现实产生交互性，可以在一般的</a:t>
            </a:r>
            <a:r>
              <a:rPr lang="en-US" altLang="zh-CN" b="1" dirty="0">
                <a:latin typeface="Times New Roman" panose="02020603050405020304" pitchFamily="18" charset="0"/>
              </a:rPr>
              <a:t>Shape</a:t>
            </a:r>
            <a:r>
              <a:rPr lang="zh-CN" altLang="en-US" b="1" dirty="0">
                <a:latin typeface="Times New Roman" panose="02020603050405020304" pitchFamily="18" charset="0"/>
              </a:rPr>
              <a:t>节点上加上类似传感器（</a:t>
            </a:r>
            <a:r>
              <a:rPr lang="en-US" altLang="zh-CN" b="1" dirty="0">
                <a:latin typeface="Times New Roman" panose="02020603050405020304" pitchFamily="18" charset="0"/>
              </a:rPr>
              <a:t>Sensor</a:t>
            </a:r>
            <a:r>
              <a:rPr lang="zh-CN" altLang="en-US" b="1" dirty="0">
                <a:latin typeface="Times New Roman" panose="02020603050405020304" pitchFamily="18" charset="0"/>
              </a:rPr>
              <a:t>）的节点，传感 器是靠着感应观看者的输入装置而产生反应，最常见的输入装置是鼠标。</a:t>
            </a:r>
            <a:endParaRPr lang="zh-CN" altLang="en-US" b="1" dirty="0">
              <a:latin typeface="Times New Roman" panose="02020603050405020304" pitchFamily="18" charset="0"/>
            </a:endParaRPr>
          </a:p>
        </p:txBody>
      </p:sp>
    </p:spTree>
  </p:cSld>
  <p:clrMapOvr>
    <a:masterClrMapping/>
  </p:clrMapOvr>
  <p:transition>
    <p:random/>
  </p:transition>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5890" name="页脚占位符 3"/>
          <p:cNvSpPr txBox="1">
            <a:spLocks noGrp="1"/>
          </p:cNvSpPr>
          <p:nvPr>
            <p:ph type="ftr" sz="quarter" idx="3"/>
          </p:nvPr>
        </p:nvSpPr>
        <p:spPr>
          <a:xfrm>
            <a:off x="3733800" y="6570663"/>
            <a:ext cx="2590800" cy="280987"/>
          </a:xfrm>
          <a:ln/>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r>
              <a:rPr lang="zh-CN" altLang="en-US" sz="1200" dirty="0">
                <a:solidFill>
                  <a:schemeClr val="folHlink"/>
                </a:solidFill>
              </a:rPr>
              <a:t>《虚拟地理环境及其应用》</a:t>
            </a:r>
            <a:endParaRPr lang="zh-CN" altLang="en-US" sz="1200" dirty="0">
              <a:solidFill>
                <a:schemeClr val="folHlink"/>
              </a:solidFill>
            </a:endParaRPr>
          </a:p>
        </p:txBody>
      </p:sp>
      <p:sp>
        <p:nvSpPr>
          <p:cNvPr id="165891" name="Rectangle 4"/>
          <p:cNvSpPr/>
          <p:nvPr/>
        </p:nvSpPr>
        <p:spPr>
          <a:xfrm>
            <a:off x="1042988" y="1816100"/>
            <a:ext cx="7559675" cy="4576763"/>
          </a:xfrm>
          <a:prstGeom prst="rect">
            <a:avLst/>
          </a:prstGeom>
          <a:noFill/>
          <a:ln w="9525">
            <a:noFill/>
          </a:ln>
        </p:spPr>
        <p:txBody>
          <a:bodyPr anchor="ctr" anchorCtr="0">
            <a:spAutoFit/>
          </a:bodyPr>
          <a:p>
            <a:pPr eaLnBrk="1" hangingPunct="1"/>
            <a:r>
              <a:rPr lang="zh-CN" altLang="en-US" sz="1800" b="1" dirty="0">
                <a:latin typeface="宋体" panose="02010600030101010101" pitchFamily="2" charset="-122"/>
              </a:rPr>
              <a:t>说明</a:t>
            </a:r>
            <a:r>
              <a:rPr lang="en-US" altLang="zh-CN" sz="1800" b="1" dirty="0">
                <a:latin typeface="宋体" panose="02010600030101010101" pitchFamily="2" charset="-122"/>
              </a:rPr>
              <a:t>: Touch Sensor</a:t>
            </a:r>
            <a:r>
              <a:rPr lang="zh-CN" altLang="en-US" sz="1800" b="1" dirty="0">
                <a:latin typeface="宋体" panose="02010600030101010101" pitchFamily="2" charset="-122"/>
              </a:rPr>
              <a:t>节点可以放置在群节点下，如</a:t>
            </a:r>
            <a:r>
              <a:rPr lang="en-US" altLang="zh-CN" sz="1800" b="1" dirty="0">
                <a:latin typeface="宋体" panose="02010600030101010101" pitchFamily="2" charset="-122"/>
              </a:rPr>
              <a:t>Group</a:t>
            </a:r>
            <a:r>
              <a:rPr lang="zh-CN" altLang="en-US" sz="1800" b="1" dirty="0">
                <a:latin typeface="宋体" panose="02010600030101010101" pitchFamily="2" charset="-122"/>
              </a:rPr>
              <a:t>和</a:t>
            </a:r>
            <a:r>
              <a:rPr lang="en-US" altLang="zh-CN" sz="1800" b="1" dirty="0">
                <a:latin typeface="宋体" panose="02010600030101010101" pitchFamily="2" charset="-122"/>
              </a:rPr>
              <a:t>Transform</a:t>
            </a:r>
            <a:r>
              <a:rPr lang="zh-CN" altLang="en-US" sz="1800" b="1" dirty="0">
                <a:latin typeface="宋体" panose="02010600030101010101" pitchFamily="2" charset="-122"/>
              </a:rPr>
              <a:t>节点。能够感应到鼠标的动作是，进而改变在相同群节点下的</a:t>
            </a:r>
            <a:r>
              <a:rPr lang="en-US" altLang="zh-CN" sz="1800" b="1" dirty="0">
                <a:latin typeface="宋体" panose="02010600030101010101" pitchFamily="2" charset="-122"/>
              </a:rPr>
              <a:t>Shape</a:t>
            </a:r>
            <a:r>
              <a:rPr lang="zh-CN" altLang="en-US" sz="1800" b="1" dirty="0">
                <a:latin typeface="宋体" panose="02010600030101010101" pitchFamily="2" charset="-122"/>
              </a:rPr>
              <a:t>节点并产生所需要的结果。</a:t>
            </a:r>
            <a:endParaRPr lang="zh-CN" altLang="en-US" sz="1800" b="1" dirty="0">
              <a:latin typeface="宋体" panose="02010600030101010101" pitchFamily="2" charset="-122"/>
            </a:endParaRPr>
          </a:p>
          <a:p>
            <a:pPr eaLnBrk="1" hangingPunct="1"/>
            <a:r>
              <a:rPr lang="zh-CN" altLang="en-US" sz="1800" b="1" dirty="0">
                <a:latin typeface="Times New Roman" panose="02020603050405020304" pitchFamily="18" charset="0"/>
              </a:rPr>
              <a:t>字段</a:t>
            </a:r>
            <a:endParaRPr lang="zh-CN" altLang="en-US" sz="1800" b="1" dirty="0">
              <a:latin typeface="Times New Roman" panose="02020603050405020304" pitchFamily="18" charset="0"/>
            </a:endParaRPr>
          </a:p>
          <a:p>
            <a:pPr eaLnBrk="1" hangingPunct="1"/>
            <a:r>
              <a:rPr lang="en-US" altLang="zh-CN" sz="1800" b="1" dirty="0">
                <a:latin typeface="Times New Roman" panose="02020603050405020304" pitchFamily="18" charset="0"/>
              </a:rPr>
              <a:t>enabled: </a:t>
            </a:r>
            <a:r>
              <a:rPr lang="zh-CN" altLang="en-US" sz="1800" b="1" dirty="0">
                <a:latin typeface="Times New Roman" panose="02020603050405020304" pitchFamily="18" charset="0"/>
              </a:rPr>
              <a:t>开关</a:t>
            </a:r>
            <a:endParaRPr lang="zh-CN" altLang="en-US" sz="1800" b="1" dirty="0">
              <a:latin typeface="Times New Roman" panose="02020603050405020304" pitchFamily="18" charset="0"/>
            </a:endParaRPr>
          </a:p>
          <a:p>
            <a:pPr eaLnBrk="1" hangingPunct="1"/>
            <a:r>
              <a:rPr lang="zh-CN" altLang="en-US" sz="1800" b="1" dirty="0">
                <a:latin typeface="Times New Roman" panose="02020603050405020304" pitchFamily="18" charset="0"/>
              </a:rPr>
              <a:t>事件</a:t>
            </a:r>
            <a:endParaRPr lang="zh-CN" altLang="en-US" sz="1800" b="1" dirty="0">
              <a:latin typeface="Times New Roman" panose="02020603050405020304" pitchFamily="18" charset="0"/>
            </a:endParaRPr>
          </a:p>
          <a:p>
            <a:pPr eaLnBrk="1" hangingPunct="1"/>
            <a:r>
              <a:rPr lang="en-US" altLang="zh-CN" sz="1800" b="1" dirty="0">
                <a:latin typeface="Times New Roman" panose="02020603050405020304" pitchFamily="18" charset="0"/>
              </a:rPr>
              <a:t>hitNormal_changed: eventOut</a:t>
            </a:r>
            <a:r>
              <a:rPr lang="zh-CN" altLang="en-US" sz="1800" b="1" dirty="0">
                <a:latin typeface="Times New Roman" panose="02020603050405020304" pitchFamily="18" charset="0"/>
              </a:rPr>
              <a:t>事件。提供向量值给目前</a:t>
            </a:r>
            <a:r>
              <a:rPr lang="en-US" altLang="zh-CN" sz="1800" b="1" dirty="0">
                <a:latin typeface="Times New Roman" panose="02020603050405020304" pitchFamily="18" charset="0"/>
              </a:rPr>
              <a:t>TorchSensor</a:t>
            </a:r>
            <a:r>
              <a:rPr lang="zh-CN" altLang="en-US" sz="1800" b="1" dirty="0">
                <a:latin typeface="Times New Roman" panose="02020603050405020304" pitchFamily="18" charset="0"/>
              </a:rPr>
              <a:t>节点粘贴的</a:t>
            </a:r>
            <a:r>
              <a:rPr lang="en-US" altLang="zh-CN" sz="1800" b="1" dirty="0">
                <a:latin typeface="Times New Roman" panose="02020603050405020304" pitchFamily="18" charset="0"/>
              </a:rPr>
              <a:t>Shape</a:t>
            </a:r>
            <a:r>
              <a:rPr lang="zh-CN" altLang="en-US" sz="1800" b="1" dirty="0">
                <a:latin typeface="Times New Roman" panose="02020603050405020304" pitchFamily="18" charset="0"/>
              </a:rPr>
              <a:t>节点。</a:t>
            </a:r>
            <a:endParaRPr lang="zh-CN" altLang="en-US" sz="1800" b="1" dirty="0">
              <a:latin typeface="Times New Roman" panose="02020603050405020304" pitchFamily="18" charset="0"/>
            </a:endParaRPr>
          </a:p>
          <a:p>
            <a:pPr eaLnBrk="1" hangingPunct="1"/>
            <a:r>
              <a:rPr lang="en-US" altLang="zh-CN" sz="1800" b="1" dirty="0">
                <a:latin typeface="Times New Roman" panose="02020603050405020304" pitchFamily="18" charset="0"/>
              </a:rPr>
              <a:t>HitPoint_changed: evenOut</a:t>
            </a:r>
            <a:r>
              <a:rPr lang="zh-CN" altLang="en-US" sz="1800" b="1" dirty="0">
                <a:latin typeface="Times New Roman" panose="02020603050405020304" pitchFamily="18" charset="0"/>
              </a:rPr>
              <a:t>事件。表示光标在某一对象的表面时，单击所在的点，进而使事件产生。</a:t>
            </a:r>
            <a:endParaRPr lang="zh-CN" altLang="en-US" sz="1800" b="1" dirty="0">
              <a:latin typeface="Times New Roman" panose="02020603050405020304" pitchFamily="18" charset="0"/>
            </a:endParaRPr>
          </a:p>
          <a:p>
            <a:pPr eaLnBrk="1" hangingPunct="1"/>
            <a:r>
              <a:rPr lang="en-US" altLang="zh-CN" sz="1800" b="1" dirty="0">
                <a:latin typeface="Times New Roman" panose="02020603050405020304" pitchFamily="18" charset="0"/>
              </a:rPr>
              <a:t>hitTexCoord_changed: eventOut</a:t>
            </a:r>
            <a:r>
              <a:rPr lang="zh-CN" altLang="en-US" sz="1800" b="1" dirty="0">
                <a:latin typeface="Times New Roman" panose="02020603050405020304" pitchFamily="18" charset="0"/>
              </a:rPr>
              <a:t>事件。提供表面图片坐标给目前</a:t>
            </a:r>
            <a:r>
              <a:rPr lang="en-US" altLang="zh-CN" sz="1800" b="1" dirty="0">
                <a:latin typeface="Times New Roman" panose="02020603050405020304" pitchFamily="18" charset="0"/>
              </a:rPr>
              <a:t>TouchSensor</a:t>
            </a:r>
            <a:r>
              <a:rPr lang="zh-CN" altLang="en-US" sz="1800" b="1" dirty="0">
                <a:latin typeface="Times New Roman" panose="02020603050405020304" pitchFamily="18" charset="0"/>
              </a:rPr>
              <a:t>节点粘贴的</a:t>
            </a:r>
            <a:r>
              <a:rPr lang="en-US" altLang="zh-CN" sz="1800" b="1" dirty="0">
                <a:latin typeface="Times New Roman" panose="02020603050405020304" pitchFamily="18" charset="0"/>
              </a:rPr>
              <a:t>Shape</a:t>
            </a:r>
            <a:r>
              <a:rPr lang="zh-CN" altLang="en-US" sz="1800" b="1" dirty="0">
                <a:latin typeface="Times New Roman" panose="02020603050405020304" pitchFamily="18" charset="0"/>
              </a:rPr>
              <a:t>节点。</a:t>
            </a:r>
            <a:endParaRPr lang="zh-CN" altLang="en-US" sz="1800" b="1" dirty="0">
              <a:latin typeface="Times New Roman" panose="02020603050405020304" pitchFamily="18" charset="0"/>
            </a:endParaRPr>
          </a:p>
          <a:p>
            <a:pPr eaLnBrk="1" hangingPunct="1"/>
            <a:r>
              <a:rPr lang="en-US" altLang="zh-CN" sz="1800" b="1" dirty="0">
                <a:latin typeface="Times New Roman" panose="02020603050405020304" pitchFamily="18" charset="0"/>
              </a:rPr>
              <a:t>isActive: eventOut</a:t>
            </a:r>
            <a:r>
              <a:rPr lang="zh-CN" altLang="en-US" sz="1800" b="1" dirty="0">
                <a:latin typeface="Times New Roman" panose="02020603050405020304" pitchFamily="18" charset="0"/>
              </a:rPr>
              <a:t>事件。</a:t>
            </a:r>
            <a:r>
              <a:rPr lang="en-US" altLang="zh-CN" sz="1800" b="1" dirty="0">
                <a:latin typeface="Times New Roman" panose="02020603050405020304" pitchFamily="18" charset="0"/>
              </a:rPr>
              <a:t>TRUE</a:t>
            </a:r>
            <a:r>
              <a:rPr lang="zh-CN" altLang="en-US" sz="1800" b="1" dirty="0">
                <a:latin typeface="Times New Roman" panose="02020603050405020304" pitchFamily="18" charset="0"/>
              </a:rPr>
              <a:t>表示 目前鼠标键是按下的。</a:t>
            </a:r>
            <a:endParaRPr lang="zh-CN" altLang="en-US" sz="1800" b="1" dirty="0">
              <a:latin typeface="Times New Roman" panose="02020603050405020304" pitchFamily="18" charset="0"/>
            </a:endParaRPr>
          </a:p>
          <a:p>
            <a:pPr eaLnBrk="1" hangingPunct="1"/>
            <a:r>
              <a:rPr lang="en-US" altLang="zh-CN" sz="1800" b="1" dirty="0">
                <a:latin typeface="Times New Roman" panose="02020603050405020304" pitchFamily="18" charset="0"/>
              </a:rPr>
              <a:t>isOver: eventOut</a:t>
            </a:r>
            <a:r>
              <a:rPr lang="zh-CN" altLang="en-US" sz="1800" b="1" dirty="0">
                <a:latin typeface="Times New Roman" panose="02020603050405020304" pitchFamily="18" charset="0"/>
              </a:rPr>
              <a:t>事件。</a:t>
            </a:r>
            <a:r>
              <a:rPr lang="en-US" altLang="zh-CN" sz="1800" b="1" dirty="0">
                <a:latin typeface="Times New Roman" panose="02020603050405020304" pitchFamily="18" charset="0"/>
              </a:rPr>
              <a:t>TRUE</a:t>
            </a:r>
            <a:r>
              <a:rPr lang="zh-CN" altLang="en-US" sz="1800" b="1" dirty="0">
                <a:latin typeface="Times New Roman" panose="02020603050405020304" pitchFamily="18" charset="0"/>
              </a:rPr>
              <a:t>表示鼠标目前是在这个虚拟对象上。</a:t>
            </a:r>
            <a:endParaRPr lang="zh-CN" altLang="en-US" sz="1800" b="1" dirty="0">
              <a:latin typeface="Times New Roman" panose="02020603050405020304" pitchFamily="18" charset="0"/>
            </a:endParaRPr>
          </a:p>
          <a:p>
            <a:pPr eaLnBrk="1" hangingPunct="1"/>
            <a:r>
              <a:rPr lang="en-US" altLang="zh-CN" sz="1800" b="1" dirty="0">
                <a:latin typeface="Times New Roman" panose="02020603050405020304" pitchFamily="18" charset="0"/>
              </a:rPr>
              <a:t>touchTime: eventOut</a:t>
            </a:r>
            <a:r>
              <a:rPr lang="zh-CN" altLang="en-US" sz="1800" b="1" dirty="0">
                <a:latin typeface="Times New Roman" panose="02020603050405020304" pitchFamily="18" charset="0"/>
              </a:rPr>
              <a:t>事件。表示单击事件的发生时间</a:t>
            </a:r>
            <a:r>
              <a:rPr lang="en-US" altLang="zh-CN" sz="1800" b="1" dirty="0">
                <a:latin typeface="Times New Roman" panose="02020603050405020304" pitchFamily="18" charset="0"/>
              </a:rPr>
              <a:t>.</a:t>
            </a:r>
            <a:endParaRPr lang="en-US" altLang="zh-CN" sz="1800" b="1" dirty="0">
              <a:latin typeface="Times New Roman" panose="02020603050405020304" pitchFamily="18" charset="0"/>
            </a:endParaRPr>
          </a:p>
          <a:p>
            <a:pPr eaLnBrk="1" hangingPunct="1"/>
            <a:r>
              <a:rPr lang="zh-CN" altLang="en-US" b="1" dirty="0">
                <a:latin typeface="Times New Roman" panose="02020603050405020304" pitchFamily="18" charset="0"/>
              </a:rPr>
              <a:t>示例</a:t>
            </a:r>
            <a:r>
              <a:rPr lang="en-US" altLang="zh-CN" b="1" dirty="0">
                <a:latin typeface="Times New Roman" panose="02020603050405020304" pitchFamily="18" charset="0"/>
              </a:rPr>
              <a:t>10-1</a:t>
            </a:r>
            <a:r>
              <a:rPr lang="en-US" altLang="zh-CN" dirty="0">
                <a:latin typeface="Times New Roman" panose="02020603050405020304" pitchFamily="18" charset="0"/>
              </a:rPr>
              <a:t>, </a:t>
            </a:r>
            <a:r>
              <a:rPr lang="en-US" altLang="zh-CN" b="1" dirty="0">
                <a:latin typeface="Times New Roman" panose="02020603050405020304" pitchFamily="18" charset="0"/>
              </a:rPr>
              <a:t>10-2</a:t>
            </a:r>
            <a:endParaRPr lang="zh-CN" altLang="en-US" b="1" dirty="0">
              <a:latin typeface="Times New Roman" panose="02020603050405020304" pitchFamily="18" charset="0"/>
            </a:endParaRPr>
          </a:p>
        </p:txBody>
      </p:sp>
      <p:sp>
        <p:nvSpPr>
          <p:cNvPr id="165892" name="Rectangle 5"/>
          <p:cNvSpPr/>
          <p:nvPr/>
        </p:nvSpPr>
        <p:spPr>
          <a:xfrm>
            <a:off x="1403350" y="908050"/>
            <a:ext cx="5619750" cy="457200"/>
          </a:xfrm>
          <a:prstGeom prst="rect">
            <a:avLst/>
          </a:prstGeom>
          <a:noFill/>
          <a:ln w="9525">
            <a:noFill/>
          </a:ln>
        </p:spPr>
        <p:txBody>
          <a:bodyPr wrap="none">
            <a:spAutoFit/>
          </a:bodyPr>
          <a:p>
            <a:pPr eaLnBrk="1" hangingPunct="1"/>
            <a:r>
              <a:rPr lang="zh-CN" altLang="en-US" b="1" dirty="0">
                <a:latin typeface="Times New Roman" panose="02020603050405020304" pitchFamily="18" charset="0"/>
              </a:rPr>
              <a:t>一、 接触型传感器节点</a:t>
            </a:r>
            <a:r>
              <a:rPr lang="en-US" altLang="zh-CN" b="1" dirty="0">
                <a:latin typeface="Times New Roman" panose="02020603050405020304" pitchFamily="18" charset="0"/>
              </a:rPr>
              <a:t>-----Touch Sensor</a:t>
            </a:r>
            <a:endParaRPr lang="zh-CN" altLang="en-US" b="1" dirty="0">
              <a:latin typeface="Times New Roman" panose="02020603050405020304" pitchFamily="18" charset="0"/>
            </a:endParaRPr>
          </a:p>
        </p:txBody>
      </p:sp>
    </p:spTree>
  </p:cSld>
  <p:clrMapOvr>
    <a:masterClrMapping/>
  </p:clrMapOvr>
  <p:transition>
    <p:random/>
  </p:transition>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6914" name="页脚占位符 3"/>
          <p:cNvSpPr txBox="1">
            <a:spLocks noGrp="1"/>
          </p:cNvSpPr>
          <p:nvPr>
            <p:ph type="ftr" sz="quarter" idx="3"/>
          </p:nvPr>
        </p:nvSpPr>
        <p:spPr>
          <a:xfrm>
            <a:off x="3733800" y="6570663"/>
            <a:ext cx="2590800" cy="280987"/>
          </a:xfrm>
          <a:ln/>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r>
              <a:rPr lang="zh-CN" altLang="en-US" sz="1200" dirty="0">
                <a:solidFill>
                  <a:schemeClr val="folHlink"/>
                </a:solidFill>
              </a:rPr>
              <a:t>《虚拟地理环境及其应用》</a:t>
            </a:r>
            <a:endParaRPr lang="zh-CN" altLang="en-US" sz="1200" dirty="0">
              <a:solidFill>
                <a:schemeClr val="folHlink"/>
              </a:solidFill>
            </a:endParaRPr>
          </a:p>
        </p:txBody>
      </p:sp>
      <p:sp>
        <p:nvSpPr>
          <p:cNvPr id="166915" name="Rectangle 4"/>
          <p:cNvSpPr/>
          <p:nvPr/>
        </p:nvSpPr>
        <p:spPr>
          <a:xfrm>
            <a:off x="827088" y="2133600"/>
            <a:ext cx="7416800" cy="4446588"/>
          </a:xfrm>
          <a:prstGeom prst="rect">
            <a:avLst/>
          </a:prstGeom>
          <a:noFill/>
          <a:ln w="9525">
            <a:noFill/>
          </a:ln>
        </p:spPr>
        <p:txBody>
          <a:bodyPr anchor="ctr" anchorCtr="0">
            <a:spAutoFit/>
          </a:bodyPr>
          <a:p>
            <a:pPr algn="ctr"/>
            <a:r>
              <a:rPr lang="zh-CN" altLang="en-US" sz="2200" b="1" dirty="0">
                <a:latin typeface="宋体" panose="02010600030101010101" pitchFamily="2" charset="-122"/>
              </a:rPr>
              <a:t>说明</a:t>
            </a:r>
            <a:r>
              <a:rPr lang="en-US" altLang="zh-CN" sz="2200" b="1" dirty="0">
                <a:latin typeface="宋体" panose="02010600030101010101" pitchFamily="2" charset="-122"/>
              </a:rPr>
              <a:t>:Plane Sensor</a:t>
            </a:r>
            <a:r>
              <a:rPr lang="zh-CN" altLang="en-US" sz="2200" b="1" dirty="0">
                <a:latin typeface="宋体" panose="02010600030101010101" pitchFamily="2" charset="-122"/>
              </a:rPr>
              <a:t>节点是要在群节点（</a:t>
            </a:r>
            <a:r>
              <a:rPr lang="en-US" altLang="zh-CN" sz="2200" b="1" dirty="0">
                <a:latin typeface="宋体" panose="02010600030101010101" pitchFamily="2" charset="-122"/>
              </a:rPr>
              <a:t>Group</a:t>
            </a:r>
            <a:r>
              <a:rPr lang="zh-CN" altLang="en-US" sz="2200" b="1" dirty="0">
                <a:latin typeface="宋体" panose="02010600030101010101" pitchFamily="2" charset="-122"/>
              </a:rPr>
              <a:t>和</a:t>
            </a:r>
            <a:r>
              <a:rPr lang="en-US" altLang="zh-CN" sz="2200" b="1" dirty="0">
                <a:latin typeface="宋体" panose="02010600030101010101" pitchFamily="2" charset="-122"/>
              </a:rPr>
              <a:t>Transform</a:t>
            </a:r>
            <a:r>
              <a:rPr lang="zh-CN" altLang="en-US" sz="2200" b="1" dirty="0">
                <a:latin typeface="宋体" panose="02010600030101010101" pitchFamily="2" charset="-122"/>
              </a:rPr>
              <a:t>节点等）之下贴附于</a:t>
            </a:r>
            <a:r>
              <a:rPr lang="en-US" altLang="zh-CN" sz="2200" b="1" dirty="0">
                <a:latin typeface="宋体" panose="02010600030101010101" pitchFamily="2" charset="-122"/>
              </a:rPr>
              <a:t>Shape</a:t>
            </a:r>
            <a:r>
              <a:rPr lang="zh-CN" altLang="en-US" sz="2200" b="1" dirty="0">
                <a:latin typeface="宋体" panose="02010600030101010101" pitchFamily="2" charset="-122"/>
              </a:rPr>
              <a:t>节点（也在相同群节点内）。</a:t>
            </a:r>
            <a:r>
              <a:rPr lang="en-US" altLang="zh-CN" sz="2200" b="1" dirty="0">
                <a:latin typeface="宋体" panose="02010600030101010101" pitchFamily="2" charset="-122"/>
              </a:rPr>
              <a:t>Plane Sensor</a:t>
            </a:r>
            <a:r>
              <a:rPr lang="zh-CN" altLang="en-US" sz="2200" b="1" dirty="0">
                <a:latin typeface="宋体" panose="02010600030101010101" pitchFamily="2" charset="-122"/>
              </a:rPr>
              <a:t>节点能感应到观看者的拖动行为，进而改变位置，但是不能改变方位，而且只限于</a:t>
            </a:r>
            <a:r>
              <a:rPr lang="en-US" altLang="zh-CN" sz="2200" b="1" dirty="0">
                <a:latin typeface="宋体" panose="02010600030101010101" pitchFamily="2" charset="-122"/>
              </a:rPr>
              <a:t>X—Y</a:t>
            </a:r>
            <a:r>
              <a:rPr lang="zh-CN" altLang="en-US" sz="2200" b="1" dirty="0">
                <a:latin typeface="宋体" panose="02010600030101010101" pitchFamily="2" charset="-122"/>
              </a:rPr>
              <a:t>平面上。当观看者拖动虚拟对象时，光标会出现一个平面状的光标图，这正是</a:t>
            </a:r>
            <a:r>
              <a:rPr lang="en-US" altLang="zh-CN" sz="2200" b="1" dirty="0">
                <a:latin typeface="宋体" panose="02010600030101010101" pitchFamily="2" charset="-122"/>
              </a:rPr>
              <a:t>Plane Sensor</a:t>
            </a:r>
            <a:r>
              <a:rPr lang="zh-CN" altLang="en-US" sz="2200" b="1" dirty="0">
                <a:latin typeface="宋体" panose="02010600030101010101" pitchFamily="2" charset="-122"/>
              </a:rPr>
              <a:t>节点以</a:t>
            </a:r>
            <a:r>
              <a:rPr lang="en-US" altLang="zh-CN" sz="2200" b="1" dirty="0">
                <a:latin typeface="宋体" panose="02010600030101010101" pitchFamily="2" charset="-122"/>
              </a:rPr>
              <a:t>Plane(</a:t>
            </a:r>
            <a:r>
              <a:rPr lang="zh-CN" altLang="en-US" sz="2200" b="1" dirty="0">
                <a:latin typeface="宋体" panose="02010600030101010101" pitchFamily="2" charset="-122"/>
              </a:rPr>
              <a:t>平面</a:t>
            </a:r>
            <a:r>
              <a:rPr lang="en-US" altLang="zh-CN" sz="2200" b="1" dirty="0">
                <a:latin typeface="宋体" panose="02010600030101010101" pitchFamily="2" charset="-122"/>
              </a:rPr>
              <a:t>)</a:t>
            </a:r>
            <a:r>
              <a:rPr lang="zh-CN" altLang="en-US" sz="2200" b="1" dirty="0">
                <a:latin typeface="宋体" panose="02010600030101010101" pitchFamily="2" charset="-122"/>
              </a:rPr>
              <a:t>开头的意义所在。</a:t>
            </a:r>
            <a:endParaRPr lang="zh-CN" altLang="en-US" sz="2200" b="1" dirty="0">
              <a:latin typeface="宋体" panose="02010600030101010101" pitchFamily="2" charset="-122"/>
            </a:endParaRPr>
          </a:p>
          <a:p>
            <a:r>
              <a:rPr lang="zh-CN" altLang="en-US" sz="2200" b="1" dirty="0">
                <a:latin typeface="宋体" panose="02010600030101010101" pitchFamily="2" charset="-122"/>
              </a:rPr>
              <a:t>字段</a:t>
            </a:r>
            <a:endParaRPr lang="zh-CN" altLang="en-US" sz="2200" b="1" dirty="0">
              <a:latin typeface="宋体" panose="02010600030101010101" pitchFamily="2" charset="-122"/>
            </a:endParaRPr>
          </a:p>
          <a:p>
            <a:r>
              <a:rPr lang="en-US" altLang="zh-CN" sz="2200" b="1" dirty="0">
                <a:latin typeface="宋体" panose="02010600030101010101" pitchFamily="2" charset="-122"/>
              </a:rPr>
              <a:t>autoOffset: TRUE</a:t>
            </a:r>
            <a:r>
              <a:rPr lang="zh-CN" altLang="en-US" sz="2200" b="1" dirty="0">
                <a:latin typeface="宋体" panose="02010600030101010101" pitchFamily="2" charset="-122"/>
              </a:rPr>
              <a:t>表示记录拖曳所移动后的轨迹，并且停在拖曳后的位置，此为默认值，</a:t>
            </a:r>
            <a:r>
              <a:rPr lang="en-US" altLang="zh-CN" sz="2200" b="1" dirty="0">
                <a:latin typeface="宋体" panose="02010600030101010101" pitchFamily="2" charset="-122"/>
              </a:rPr>
              <a:t>FALSE</a:t>
            </a:r>
            <a:r>
              <a:rPr lang="zh-CN" altLang="en-US" sz="2200" b="1" dirty="0">
                <a:latin typeface="宋体" panose="02010600030101010101" pitchFamily="2" charset="-122"/>
              </a:rPr>
              <a:t>表示每当使用者进行一次新的拖曳后，就会自动重新回到默认位置。</a:t>
            </a:r>
            <a:endParaRPr lang="zh-CN" altLang="en-US" sz="2200" b="1" dirty="0">
              <a:latin typeface="宋体" panose="02010600030101010101" pitchFamily="2" charset="-122"/>
            </a:endParaRPr>
          </a:p>
          <a:p>
            <a:r>
              <a:rPr lang="en-US" altLang="zh-CN" sz="2200" b="1" dirty="0">
                <a:latin typeface="宋体" panose="02010600030101010101" pitchFamily="2" charset="-122"/>
              </a:rPr>
              <a:t>enabled: TRUE</a:t>
            </a:r>
            <a:r>
              <a:rPr lang="zh-CN" altLang="en-US" sz="2200" b="1" dirty="0">
                <a:latin typeface="宋体" panose="02010600030101010101" pitchFamily="2" charset="-122"/>
              </a:rPr>
              <a:t>表示传感器目前是打开的，且有默认值。</a:t>
            </a:r>
            <a:endParaRPr lang="zh-CN" altLang="en-US" sz="2200" b="1" dirty="0">
              <a:latin typeface="宋体" panose="02010600030101010101" pitchFamily="2" charset="-122"/>
            </a:endParaRPr>
          </a:p>
          <a:p>
            <a:r>
              <a:rPr lang="en-US" altLang="zh-CN" sz="2200" b="1" dirty="0">
                <a:latin typeface="宋体" panose="02010600030101010101" pitchFamily="2" charset="-122"/>
              </a:rPr>
              <a:t>maxPosition: </a:t>
            </a:r>
            <a:r>
              <a:rPr lang="zh-CN" altLang="en-US" sz="2200" b="1" dirty="0">
                <a:latin typeface="宋体" panose="02010600030101010101" pitchFamily="2" charset="-122"/>
              </a:rPr>
              <a:t>限制移动对象的范围只能在</a:t>
            </a:r>
            <a:r>
              <a:rPr lang="en-US" altLang="zh-CN" sz="2200" b="1" dirty="0">
                <a:latin typeface="宋体" panose="02010600030101010101" pitchFamily="2" charset="-122"/>
              </a:rPr>
              <a:t>XY</a:t>
            </a:r>
            <a:r>
              <a:rPr lang="zh-CN" altLang="en-US" sz="2200" b="1" dirty="0">
                <a:latin typeface="宋体" panose="02010600030101010101" pitchFamily="2" charset="-122"/>
              </a:rPr>
              <a:t>平面上某一点的下方和此点的左半部。默认值（</a:t>
            </a:r>
            <a:r>
              <a:rPr lang="en-US" altLang="zh-CN" sz="2200" b="1" dirty="0">
                <a:latin typeface="宋体" panose="02010600030101010101" pitchFamily="2" charset="-122"/>
              </a:rPr>
              <a:t>-1</a:t>
            </a:r>
            <a:r>
              <a:rPr lang="zh-CN" altLang="en-US" sz="2200" b="1" dirty="0">
                <a:latin typeface="宋体" panose="02010600030101010101" pitchFamily="2" charset="-122"/>
              </a:rPr>
              <a:t>，</a:t>
            </a:r>
            <a:r>
              <a:rPr lang="en-US" altLang="zh-CN" sz="2200" b="1" dirty="0">
                <a:latin typeface="宋体" panose="02010600030101010101" pitchFamily="2" charset="-122"/>
              </a:rPr>
              <a:t>-1</a:t>
            </a:r>
            <a:r>
              <a:rPr lang="zh-CN" altLang="en-US" sz="2200" b="1" dirty="0">
                <a:latin typeface="宋体" panose="02010600030101010101" pitchFamily="2" charset="-122"/>
              </a:rPr>
              <a:t>）。 </a:t>
            </a:r>
            <a:endParaRPr lang="zh-CN" altLang="en-US" sz="2200" b="1" dirty="0">
              <a:latin typeface="宋体" panose="02010600030101010101" pitchFamily="2" charset="-122"/>
            </a:endParaRPr>
          </a:p>
        </p:txBody>
      </p:sp>
      <p:sp>
        <p:nvSpPr>
          <p:cNvPr id="166916" name="Rectangle 5"/>
          <p:cNvSpPr/>
          <p:nvPr/>
        </p:nvSpPr>
        <p:spPr>
          <a:xfrm>
            <a:off x="1403350" y="908050"/>
            <a:ext cx="6027738" cy="457200"/>
          </a:xfrm>
          <a:prstGeom prst="rect">
            <a:avLst/>
          </a:prstGeom>
          <a:noFill/>
          <a:ln w="9525">
            <a:noFill/>
          </a:ln>
        </p:spPr>
        <p:txBody>
          <a:bodyPr wrap="none">
            <a:spAutoFit/>
          </a:bodyPr>
          <a:p>
            <a:pPr eaLnBrk="1" hangingPunct="1"/>
            <a:r>
              <a:rPr lang="zh-CN" altLang="en-US" b="1" dirty="0">
                <a:latin typeface="Times New Roman" panose="02020603050405020304" pitchFamily="18" charset="0"/>
              </a:rPr>
              <a:t>二、 平面移动型传感器节点</a:t>
            </a:r>
            <a:r>
              <a:rPr lang="en-US" altLang="zh-CN" b="1" dirty="0">
                <a:latin typeface="Times New Roman" panose="02020603050405020304" pitchFamily="18" charset="0"/>
              </a:rPr>
              <a:t>----Plane Sensor</a:t>
            </a:r>
            <a:endParaRPr lang="zh-CN" altLang="en-US" b="1" dirty="0">
              <a:latin typeface="Times New Roman" panose="02020603050405020304" pitchFamily="18" charset="0"/>
            </a:endParaRPr>
          </a:p>
        </p:txBody>
      </p:sp>
    </p:spTree>
  </p:cSld>
  <p:clrMapOvr>
    <a:masterClrMapping/>
  </p:clrMapOvr>
  <p:transition>
    <p:random/>
  </p:transition>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7938" name="页脚占位符 3"/>
          <p:cNvSpPr txBox="1">
            <a:spLocks noGrp="1"/>
          </p:cNvSpPr>
          <p:nvPr>
            <p:ph type="ftr" sz="quarter" idx="3"/>
          </p:nvPr>
        </p:nvSpPr>
        <p:spPr>
          <a:xfrm>
            <a:off x="3733800" y="6570663"/>
            <a:ext cx="2590800" cy="280987"/>
          </a:xfrm>
          <a:ln/>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r>
              <a:rPr lang="zh-CN" altLang="en-US" sz="1200" dirty="0">
                <a:solidFill>
                  <a:schemeClr val="folHlink"/>
                </a:solidFill>
              </a:rPr>
              <a:t>《虚拟地理环境及其应用》</a:t>
            </a:r>
            <a:endParaRPr lang="zh-CN" altLang="en-US" sz="1200" dirty="0">
              <a:solidFill>
                <a:schemeClr val="folHlink"/>
              </a:solidFill>
            </a:endParaRPr>
          </a:p>
        </p:txBody>
      </p:sp>
      <p:sp>
        <p:nvSpPr>
          <p:cNvPr id="167939" name="Rectangle 4"/>
          <p:cNvSpPr/>
          <p:nvPr/>
        </p:nvSpPr>
        <p:spPr>
          <a:xfrm>
            <a:off x="684213" y="1792288"/>
            <a:ext cx="8208962" cy="4027487"/>
          </a:xfrm>
          <a:prstGeom prst="rect">
            <a:avLst/>
          </a:prstGeom>
          <a:noFill/>
          <a:ln w="9525">
            <a:noFill/>
          </a:ln>
        </p:spPr>
        <p:txBody>
          <a:bodyPr anchor="ctr" anchorCtr="0">
            <a:spAutoFit/>
          </a:bodyPr>
          <a:p>
            <a:r>
              <a:rPr lang="en-US" altLang="zh-CN" sz="1800" b="1" dirty="0">
                <a:latin typeface="宋体" panose="02010600030101010101" pitchFamily="2" charset="-122"/>
              </a:rPr>
              <a:t>minPosition: </a:t>
            </a:r>
            <a:r>
              <a:rPr lang="zh-CN" altLang="en-US" sz="1800" b="1" dirty="0">
                <a:latin typeface="宋体" panose="02010600030101010101" pitchFamily="2" charset="-122"/>
              </a:rPr>
              <a:t>限制移动对象的范围只能在</a:t>
            </a:r>
            <a:r>
              <a:rPr lang="en-US" altLang="zh-CN" sz="1800" b="1" dirty="0">
                <a:latin typeface="宋体" panose="02010600030101010101" pitchFamily="2" charset="-122"/>
              </a:rPr>
              <a:t>XY</a:t>
            </a:r>
            <a:r>
              <a:rPr lang="zh-CN" altLang="en-US" sz="1800" b="1" dirty="0">
                <a:latin typeface="宋体" panose="02010600030101010101" pitchFamily="2" charset="-122"/>
              </a:rPr>
              <a:t>平面上某一点的上方和此点的右半部。默认值（</a:t>
            </a:r>
            <a:r>
              <a:rPr lang="en-US" altLang="zh-CN" sz="1800" b="1" dirty="0">
                <a:latin typeface="宋体" panose="02010600030101010101" pitchFamily="2" charset="-122"/>
              </a:rPr>
              <a:t>0,0</a:t>
            </a:r>
            <a:r>
              <a:rPr lang="zh-CN" altLang="en-US" sz="1800" b="1" dirty="0">
                <a:latin typeface="宋体" panose="02010600030101010101" pitchFamily="2" charset="-122"/>
              </a:rPr>
              <a:t>）。如果字段的</a:t>
            </a:r>
            <a:r>
              <a:rPr lang="en-US" altLang="zh-CN" sz="1800" b="1" dirty="0">
                <a:latin typeface="宋体" panose="02010600030101010101" pitchFamily="2" charset="-122"/>
              </a:rPr>
              <a:t>X</a:t>
            </a:r>
            <a:r>
              <a:rPr lang="zh-CN" altLang="en-US" sz="1800" b="1" dirty="0">
                <a:latin typeface="宋体" panose="02010600030101010101" pitchFamily="2" charset="-122"/>
              </a:rPr>
              <a:t>分量大于</a:t>
            </a:r>
            <a:r>
              <a:rPr lang="en-US" altLang="zh-CN" sz="1800" b="1" dirty="0">
                <a:latin typeface="宋体" panose="02010600030101010101" pitchFamily="2" charset="-122"/>
              </a:rPr>
              <a:t>maxPosition</a:t>
            </a:r>
            <a:r>
              <a:rPr lang="zh-CN" altLang="en-US" sz="1800" b="1" dirty="0">
                <a:latin typeface="宋体" panose="02010600030101010101" pitchFamily="2" charset="-122"/>
              </a:rPr>
              <a:t>字段的</a:t>
            </a:r>
            <a:r>
              <a:rPr lang="en-US" altLang="zh-CN" sz="1800" b="1" dirty="0">
                <a:latin typeface="宋体" panose="02010600030101010101" pitchFamily="2" charset="-122"/>
              </a:rPr>
              <a:t>X</a:t>
            </a:r>
            <a:r>
              <a:rPr lang="zh-CN" altLang="en-US" sz="1800" b="1" dirty="0">
                <a:latin typeface="宋体" panose="02010600030101010101" pitchFamily="2" charset="-122"/>
              </a:rPr>
              <a:t>分量，或是</a:t>
            </a:r>
            <a:r>
              <a:rPr lang="en-US" altLang="zh-CN" sz="1800" b="1" dirty="0">
                <a:latin typeface="宋体" panose="02010600030101010101" pitchFamily="2" charset="-122"/>
              </a:rPr>
              <a:t>minPosition</a:t>
            </a:r>
            <a:r>
              <a:rPr lang="zh-CN" altLang="en-US" sz="1800" b="1" dirty="0">
                <a:latin typeface="宋体" panose="02010600030101010101" pitchFamily="2" charset="-122"/>
              </a:rPr>
              <a:t>字段的</a:t>
            </a:r>
            <a:r>
              <a:rPr lang="en-US" altLang="zh-CN" sz="1800" b="1" dirty="0">
                <a:latin typeface="宋体" panose="02010600030101010101" pitchFamily="2" charset="-122"/>
              </a:rPr>
              <a:t>Y</a:t>
            </a:r>
            <a:r>
              <a:rPr lang="zh-CN" altLang="en-US" sz="1800" b="1" dirty="0">
                <a:latin typeface="宋体" panose="02010600030101010101" pitchFamily="2" charset="-122"/>
              </a:rPr>
              <a:t>分量大于</a:t>
            </a:r>
            <a:r>
              <a:rPr lang="en-US" altLang="zh-CN" sz="1800" b="1" dirty="0">
                <a:latin typeface="宋体" panose="02010600030101010101" pitchFamily="2" charset="-122"/>
              </a:rPr>
              <a:t>maxPosition</a:t>
            </a:r>
            <a:r>
              <a:rPr lang="zh-CN" altLang="en-US" sz="1800" b="1" dirty="0">
                <a:latin typeface="宋体" panose="02010600030101010101" pitchFamily="2" charset="-122"/>
              </a:rPr>
              <a:t>字段的</a:t>
            </a:r>
            <a:r>
              <a:rPr lang="en-US" altLang="zh-CN" sz="1800" b="1" dirty="0">
                <a:latin typeface="宋体" panose="02010600030101010101" pitchFamily="2" charset="-122"/>
              </a:rPr>
              <a:t>Y</a:t>
            </a:r>
            <a:r>
              <a:rPr lang="zh-CN" altLang="en-US" sz="1800" b="1" dirty="0">
                <a:latin typeface="宋体" panose="02010600030101010101" pitchFamily="2" charset="-122"/>
              </a:rPr>
              <a:t>分量，则移动位置将不会受限制。如果</a:t>
            </a:r>
            <a:r>
              <a:rPr lang="en-US" altLang="zh-CN" sz="1800" b="1" dirty="0">
                <a:latin typeface="宋体" panose="02010600030101010101" pitchFamily="2" charset="-122"/>
              </a:rPr>
              <a:t>minPosition</a:t>
            </a:r>
            <a:r>
              <a:rPr lang="zh-CN" altLang="en-US" sz="1800" b="1" dirty="0">
                <a:latin typeface="宋体" panose="02010600030101010101" pitchFamily="2" charset="-122"/>
              </a:rPr>
              <a:t>字段的其中一个分量</a:t>
            </a:r>
            <a:r>
              <a:rPr lang="en-US" altLang="zh-CN" sz="1800" b="1" dirty="0">
                <a:latin typeface="宋体" panose="02010600030101010101" pitchFamily="2" charset="-122"/>
              </a:rPr>
              <a:t>maxPosition</a:t>
            </a:r>
            <a:r>
              <a:rPr lang="zh-CN" altLang="en-US" sz="1800" b="1" dirty="0">
                <a:latin typeface="宋体" panose="02010600030101010101" pitchFamily="2" charset="-122"/>
              </a:rPr>
              <a:t>字段的对应分量，那么将会被限制在一维的方向上移动，也就是只能在一条直线上移动。</a:t>
            </a:r>
            <a:endParaRPr lang="zh-CN" altLang="en-US" sz="1800" b="1" dirty="0">
              <a:latin typeface="宋体" panose="02010600030101010101" pitchFamily="2" charset="-122"/>
            </a:endParaRPr>
          </a:p>
          <a:p>
            <a:r>
              <a:rPr lang="en-US" altLang="zh-CN" sz="1800" b="1" dirty="0">
                <a:latin typeface="宋体" panose="02010600030101010101" pitchFamily="2" charset="-122"/>
              </a:rPr>
              <a:t>Offset: </a:t>
            </a:r>
            <a:r>
              <a:rPr lang="zh-CN" altLang="en-US" sz="1800" b="1" dirty="0">
                <a:latin typeface="宋体" panose="02010600030101010101" pitchFamily="2" charset="-122"/>
              </a:rPr>
              <a:t>定义每当使用者进行一次新的拖曳时，虚拟能够从默认位置被移动到的最远距离。默认值为（</a:t>
            </a:r>
            <a:r>
              <a:rPr lang="en-US" altLang="zh-CN" sz="1800" b="1" dirty="0">
                <a:latin typeface="宋体" panose="02010600030101010101" pitchFamily="2" charset="-122"/>
              </a:rPr>
              <a:t>0</a:t>
            </a:r>
            <a:r>
              <a:rPr lang="zh-CN" altLang="en-US" sz="1800" b="1" dirty="0">
                <a:latin typeface="宋体" panose="02010600030101010101" pitchFamily="2" charset="-122"/>
              </a:rPr>
              <a:t>，</a:t>
            </a:r>
            <a:r>
              <a:rPr lang="en-US" altLang="zh-CN" sz="1800" b="1" dirty="0">
                <a:latin typeface="宋体" panose="02010600030101010101" pitchFamily="2" charset="-122"/>
              </a:rPr>
              <a:t>0</a:t>
            </a:r>
            <a:r>
              <a:rPr lang="zh-CN" altLang="en-US" sz="1800" b="1" dirty="0">
                <a:latin typeface="宋体" panose="02010600030101010101" pitchFamily="2" charset="-122"/>
              </a:rPr>
              <a:t>，</a:t>
            </a:r>
            <a:r>
              <a:rPr lang="en-US" altLang="zh-CN" sz="1800" b="1" dirty="0">
                <a:latin typeface="宋体" panose="02010600030101010101" pitchFamily="2" charset="-122"/>
              </a:rPr>
              <a:t>0</a:t>
            </a:r>
            <a:r>
              <a:rPr lang="zh-CN" altLang="en-US" sz="1800" b="1" dirty="0">
                <a:latin typeface="宋体" panose="02010600030101010101" pitchFamily="2" charset="-122"/>
              </a:rPr>
              <a:t>）。</a:t>
            </a:r>
            <a:endParaRPr lang="zh-CN" altLang="en-US" sz="1800" b="1" dirty="0">
              <a:latin typeface="宋体" panose="02010600030101010101" pitchFamily="2" charset="-122"/>
            </a:endParaRPr>
          </a:p>
          <a:p>
            <a:r>
              <a:rPr lang="zh-CN" altLang="en-US" sz="1800" b="1" dirty="0">
                <a:latin typeface="宋体" panose="02010600030101010101" pitchFamily="2" charset="-122"/>
              </a:rPr>
              <a:t>事件</a:t>
            </a:r>
            <a:endParaRPr lang="zh-CN" altLang="en-US" sz="1800" b="1" dirty="0">
              <a:latin typeface="宋体" panose="02010600030101010101" pitchFamily="2" charset="-122"/>
            </a:endParaRPr>
          </a:p>
          <a:p>
            <a:r>
              <a:rPr lang="en-US" altLang="zh-CN" sz="1800" b="1" dirty="0">
                <a:latin typeface="宋体" panose="02010600030101010101" pitchFamily="2" charset="-122"/>
              </a:rPr>
              <a:t>isActive: eventOut</a:t>
            </a:r>
            <a:r>
              <a:rPr lang="zh-CN" altLang="en-US" sz="1800" b="1" dirty="0">
                <a:latin typeface="宋体" panose="02010600030101010101" pitchFamily="2" charset="-122"/>
              </a:rPr>
              <a:t>事件，</a:t>
            </a:r>
            <a:r>
              <a:rPr lang="en-US" altLang="zh-CN" sz="1800" b="1" dirty="0">
                <a:latin typeface="宋体" panose="02010600030101010101" pitchFamily="2" charset="-122"/>
              </a:rPr>
              <a:t>TRUE</a:t>
            </a:r>
            <a:r>
              <a:rPr lang="zh-CN" altLang="en-US" sz="1800" b="1" dirty="0">
                <a:latin typeface="宋体" panose="02010600030101010101" pitchFamily="2" charset="-122"/>
              </a:rPr>
              <a:t>表示鼠标键目前是被按着的，</a:t>
            </a:r>
            <a:r>
              <a:rPr lang="en-US" altLang="zh-CN" sz="1800" b="1" dirty="0">
                <a:latin typeface="宋体" panose="02010600030101010101" pitchFamily="2" charset="-122"/>
              </a:rPr>
              <a:t>FALSE</a:t>
            </a:r>
            <a:r>
              <a:rPr lang="zh-CN" altLang="en-US" sz="1800" b="1" dirty="0">
                <a:latin typeface="宋体" panose="02010600030101010101" pitchFamily="2" charset="-122"/>
              </a:rPr>
              <a:t>则相反。这事件只会送出鼠标键是否被按着，但不是处于拖曳状态</a:t>
            </a:r>
            <a:endParaRPr lang="zh-CN" altLang="en-US" sz="1800" b="1" dirty="0">
              <a:latin typeface="宋体" panose="02010600030101010101" pitchFamily="2" charset="-122"/>
            </a:endParaRPr>
          </a:p>
          <a:p>
            <a:r>
              <a:rPr lang="en-US" altLang="zh-CN" sz="1800" b="1" dirty="0">
                <a:latin typeface="宋体" panose="02010600030101010101" pitchFamily="2" charset="-122"/>
              </a:rPr>
              <a:t>trackPoint_changed: eventOut</a:t>
            </a:r>
            <a:r>
              <a:rPr lang="zh-CN" altLang="en-US" sz="1800" b="1" dirty="0">
                <a:latin typeface="宋体" panose="02010600030101010101" pitchFamily="2" charset="-122"/>
              </a:rPr>
              <a:t>事件。表示进行拖曳后，使用者的鼠标在</a:t>
            </a:r>
            <a:r>
              <a:rPr lang="en-US" altLang="zh-CN" sz="1800" b="1" dirty="0">
                <a:latin typeface="宋体" panose="02010600030101010101" pitchFamily="2" charset="-122"/>
              </a:rPr>
              <a:t>X-Y</a:t>
            </a:r>
            <a:r>
              <a:rPr lang="zh-CN" altLang="en-US" sz="1800" b="1" dirty="0">
                <a:latin typeface="宋体" panose="02010600030101010101" pitchFamily="2" charset="-122"/>
              </a:rPr>
              <a:t>平面上的确切位置。可以忽略</a:t>
            </a:r>
            <a:r>
              <a:rPr lang="en-US" altLang="zh-CN" sz="1800" b="1" dirty="0">
                <a:latin typeface="宋体" panose="02010600030101010101" pitchFamily="2" charset="-122"/>
              </a:rPr>
              <a:t>maxPosition</a:t>
            </a:r>
            <a:r>
              <a:rPr lang="zh-CN" altLang="en-US" sz="1800" b="1" dirty="0">
                <a:latin typeface="宋体" panose="02010600030101010101" pitchFamily="2" charset="-122"/>
              </a:rPr>
              <a:t>和</a:t>
            </a:r>
            <a:r>
              <a:rPr lang="en-US" altLang="zh-CN" sz="1800" b="1" dirty="0">
                <a:latin typeface="宋体" panose="02010600030101010101" pitchFamily="2" charset="-122"/>
              </a:rPr>
              <a:t>minPosition</a:t>
            </a:r>
            <a:r>
              <a:rPr lang="zh-CN" altLang="en-US" sz="1800" b="1" dirty="0">
                <a:latin typeface="宋体" panose="02010600030101010101" pitchFamily="2" charset="-122"/>
              </a:rPr>
              <a:t>字段的限制。</a:t>
            </a:r>
            <a:endParaRPr lang="zh-CN" altLang="en-US" sz="1800" b="1" dirty="0">
              <a:latin typeface="宋体" panose="02010600030101010101" pitchFamily="2" charset="-122"/>
            </a:endParaRPr>
          </a:p>
          <a:p>
            <a:r>
              <a:rPr lang="en-US" altLang="zh-CN" sz="1800" b="1" dirty="0">
                <a:latin typeface="宋体" panose="02010600030101010101" pitchFamily="2" charset="-122"/>
              </a:rPr>
              <a:t>Translation_changed: eventOut</a:t>
            </a:r>
            <a:r>
              <a:rPr lang="zh-CN" altLang="en-US" sz="1800" b="1" dirty="0">
                <a:latin typeface="宋体" panose="02010600030101010101" pitchFamily="2" charset="-122"/>
              </a:rPr>
              <a:t>事件。表示在进行拖曳的任意时段，使用者的鼠标在</a:t>
            </a:r>
            <a:r>
              <a:rPr lang="en-US" altLang="zh-CN" sz="1800" b="1" dirty="0">
                <a:latin typeface="宋体" panose="02010600030101010101" pitchFamily="2" charset="-122"/>
              </a:rPr>
              <a:t>X-Y</a:t>
            </a:r>
            <a:r>
              <a:rPr lang="zh-CN" altLang="en-US" sz="1800" b="1" dirty="0">
                <a:latin typeface="宋体" panose="02010600030101010101" pitchFamily="2" charset="-122"/>
              </a:rPr>
              <a:t>平面上的暂时位置。                           </a:t>
            </a:r>
            <a:r>
              <a:rPr lang="zh-CN" altLang="en-US" b="1" dirty="0">
                <a:latin typeface="Times New Roman" panose="02020603050405020304" pitchFamily="18" charset="0"/>
              </a:rPr>
              <a:t>示例 </a:t>
            </a:r>
            <a:r>
              <a:rPr lang="en-US" altLang="zh-CN" b="1" dirty="0">
                <a:latin typeface="Times New Roman" panose="02020603050405020304" pitchFamily="18" charset="0"/>
              </a:rPr>
              <a:t>10-3</a:t>
            </a:r>
            <a:r>
              <a:rPr lang="en-US" altLang="zh-CN" dirty="0">
                <a:latin typeface="Times New Roman" panose="02020603050405020304" pitchFamily="18" charset="0"/>
              </a:rPr>
              <a:t> </a:t>
            </a:r>
            <a:endParaRPr lang="en-US" altLang="zh-CN" dirty="0">
              <a:latin typeface="Times New Roman" panose="02020603050405020304" pitchFamily="18" charset="0"/>
            </a:endParaRPr>
          </a:p>
        </p:txBody>
      </p:sp>
      <p:sp>
        <p:nvSpPr>
          <p:cNvPr id="167940" name="Rectangle 5"/>
          <p:cNvSpPr/>
          <p:nvPr/>
        </p:nvSpPr>
        <p:spPr>
          <a:xfrm>
            <a:off x="1403350" y="908050"/>
            <a:ext cx="5338763" cy="457200"/>
          </a:xfrm>
          <a:prstGeom prst="rect">
            <a:avLst/>
          </a:prstGeom>
          <a:noFill/>
          <a:ln w="9525">
            <a:noFill/>
          </a:ln>
        </p:spPr>
        <p:txBody>
          <a:bodyPr wrap="none">
            <a:spAutoFit/>
          </a:bodyPr>
          <a:p>
            <a:pPr eaLnBrk="1" hangingPunct="1"/>
            <a:r>
              <a:rPr lang="zh-CN" altLang="en-US" b="1" dirty="0">
                <a:latin typeface="Times New Roman" panose="02020603050405020304" pitchFamily="18" charset="0"/>
              </a:rPr>
              <a:t>平面移动型传感器节点</a:t>
            </a:r>
            <a:r>
              <a:rPr lang="en-US" altLang="zh-CN" b="1" dirty="0">
                <a:latin typeface="Times New Roman" panose="02020603050405020304" pitchFamily="18" charset="0"/>
              </a:rPr>
              <a:t>----Plane Sensor</a:t>
            </a:r>
            <a:endParaRPr lang="zh-CN" altLang="en-US" b="1" dirty="0">
              <a:latin typeface="Times New Roman" panose="02020603050405020304" pitchFamily="18" charset="0"/>
            </a:endParaRPr>
          </a:p>
        </p:txBody>
      </p:sp>
    </p:spTree>
  </p:cSld>
  <p:clrMapOvr>
    <a:masterClrMapping/>
  </p:clrMapOvr>
  <p:transition>
    <p:random/>
  </p:transition>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8962" name="页脚占位符 3"/>
          <p:cNvSpPr txBox="1">
            <a:spLocks noGrp="1"/>
          </p:cNvSpPr>
          <p:nvPr>
            <p:ph type="ftr" sz="quarter" idx="3"/>
          </p:nvPr>
        </p:nvSpPr>
        <p:spPr>
          <a:xfrm>
            <a:off x="3733800" y="6570663"/>
            <a:ext cx="2590800" cy="280987"/>
          </a:xfrm>
          <a:ln/>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r>
              <a:rPr lang="zh-CN" altLang="en-US" sz="1200" dirty="0">
                <a:solidFill>
                  <a:schemeClr val="folHlink"/>
                </a:solidFill>
              </a:rPr>
              <a:t>《虚拟地理环境及其应用》</a:t>
            </a:r>
            <a:endParaRPr lang="zh-CN" altLang="en-US" sz="1200" dirty="0">
              <a:solidFill>
                <a:schemeClr val="folHlink"/>
              </a:solidFill>
            </a:endParaRPr>
          </a:p>
        </p:txBody>
      </p:sp>
      <p:sp>
        <p:nvSpPr>
          <p:cNvPr id="168963" name="Rectangle 4"/>
          <p:cNvSpPr/>
          <p:nvPr/>
        </p:nvSpPr>
        <p:spPr>
          <a:xfrm>
            <a:off x="900113" y="2133600"/>
            <a:ext cx="7488237" cy="3776663"/>
          </a:xfrm>
          <a:prstGeom prst="rect">
            <a:avLst/>
          </a:prstGeom>
          <a:noFill/>
          <a:ln w="9525">
            <a:noFill/>
          </a:ln>
        </p:spPr>
        <p:txBody>
          <a:bodyPr anchor="ctr" anchorCtr="0">
            <a:spAutoFit/>
          </a:bodyPr>
          <a:p>
            <a:r>
              <a:rPr lang="zh-CN" altLang="en-US" sz="2200" b="1" dirty="0">
                <a:solidFill>
                  <a:srgbClr val="0033CC"/>
                </a:solidFill>
                <a:latin typeface="宋体" panose="02010600030101010101" pitchFamily="2" charset="-122"/>
              </a:rPr>
              <a:t>    </a:t>
            </a:r>
            <a:endParaRPr lang="zh-CN" altLang="en-US" sz="2200" b="1" dirty="0">
              <a:solidFill>
                <a:srgbClr val="0033CC"/>
              </a:solidFill>
              <a:latin typeface="宋体" panose="02010600030101010101" pitchFamily="2" charset="-122"/>
            </a:endParaRPr>
          </a:p>
          <a:p>
            <a:r>
              <a:rPr lang="zh-CN" altLang="en-US" sz="2200" b="1" dirty="0">
                <a:latin typeface="宋体" panose="02010600030101010101" pitchFamily="2" charset="-122"/>
              </a:rPr>
              <a:t>说明</a:t>
            </a:r>
            <a:r>
              <a:rPr lang="en-US" altLang="zh-CN" sz="2200" b="1" dirty="0">
                <a:latin typeface="宋体" panose="02010600030101010101" pitchFamily="2" charset="-122"/>
              </a:rPr>
              <a:t>:</a:t>
            </a:r>
            <a:r>
              <a:rPr lang="zh-CN" altLang="en-US" sz="2200" b="1" dirty="0">
                <a:latin typeface="宋体" panose="02010600030101010101" pitchFamily="2" charset="-122"/>
              </a:rPr>
              <a:t>是在群节点之下，贴附于</a:t>
            </a:r>
            <a:r>
              <a:rPr lang="en-US" altLang="zh-CN" sz="2200" b="1" dirty="0">
                <a:latin typeface="宋体" panose="02010600030101010101" pitchFamily="2" charset="-122"/>
              </a:rPr>
              <a:t>Shape</a:t>
            </a:r>
            <a:r>
              <a:rPr lang="zh-CN" altLang="en-US" sz="2200" b="1" dirty="0">
                <a:latin typeface="宋体" panose="02010600030101010101" pitchFamily="2" charset="-122"/>
              </a:rPr>
              <a:t>节点（也在相同节点内）。此节点能够感应观看者的拖动动作，可以让被拖动的虚拟对象以</a:t>
            </a:r>
            <a:r>
              <a:rPr lang="en-US" altLang="zh-CN" sz="2200" b="1" dirty="0">
                <a:latin typeface="宋体" panose="02010600030101010101" pitchFamily="2" charset="-122"/>
              </a:rPr>
              <a:t>Y</a:t>
            </a:r>
            <a:r>
              <a:rPr lang="zh-CN" altLang="en-US" sz="2200" b="1" dirty="0">
                <a:latin typeface="宋体" panose="02010600030101010101" pitchFamily="2" charset="-122"/>
              </a:rPr>
              <a:t>轴为旋转，进行方位的改变，但是位置是固定的。当观看者拖动虚拟对象旋转时，光标会出现一个圆柱体的光标图，虚拟对象的旋转轴如圆柱体的中心轴，虚拟对象就是绕这个中心轴被拖动旋转的。</a:t>
            </a:r>
            <a:endParaRPr lang="zh-CN" altLang="en-US" sz="2200" b="1" dirty="0">
              <a:latin typeface="宋体" panose="02010600030101010101" pitchFamily="2" charset="-122"/>
            </a:endParaRPr>
          </a:p>
          <a:p>
            <a:r>
              <a:rPr lang="zh-CN" altLang="en-US" sz="2200" b="1" dirty="0">
                <a:latin typeface="宋体" panose="02010600030101010101" pitchFamily="2" charset="-122"/>
              </a:rPr>
              <a:t>字段：</a:t>
            </a:r>
            <a:endParaRPr lang="zh-CN" altLang="en-US" sz="2200" b="1" dirty="0">
              <a:latin typeface="宋体" panose="02010600030101010101" pitchFamily="2" charset="-122"/>
            </a:endParaRPr>
          </a:p>
          <a:p>
            <a:r>
              <a:rPr lang="en-US" altLang="zh-CN" sz="2200" b="1" dirty="0">
                <a:latin typeface="宋体" panose="02010600030101010101" pitchFamily="2" charset="-122"/>
              </a:rPr>
              <a:t>autoOffset</a:t>
            </a:r>
            <a:r>
              <a:rPr lang="zh-CN" altLang="en-US" sz="2200" b="1" dirty="0">
                <a:latin typeface="宋体" panose="02010600030101010101" pitchFamily="2" charset="-122"/>
              </a:rPr>
              <a:t>：</a:t>
            </a:r>
            <a:r>
              <a:rPr lang="en-US" altLang="zh-CN" sz="2200" b="1" dirty="0">
                <a:latin typeface="宋体" panose="02010600030101010101" pitchFamily="2" charset="-122"/>
              </a:rPr>
              <a:t>TRUE</a:t>
            </a:r>
            <a:r>
              <a:rPr lang="zh-CN" altLang="en-US" sz="2200" b="1" dirty="0">
                <a:latin typeface="宋体" panose="02010600030101010101" pitchFamily="2" charset="-122"/>
              </a:rPr>
              <a:t>表示记录拖曳前后所旋转的轨迹，并且停在拖曳后的方位，此为默认值，</a:t>
            </a:r>
            <a:r>
              <a:rPr lang="en-US" altLang="zh-CN" sz="2200" b="1" dirty="0">
                <a:latin typeface="宋体" panose="02010600030101010101" pitchFamily="2" charset="-122"/>
              </a:rPr>
              <a:t>FALSE</a:t>
            </a:r>
            <a:r>
              <a:rPr lang="zh-CN" altLang="en-US" sz="2200" b="1" dirty="0">
                <a:latin typeface="宋体" panose="02010600030101010101" pitchFamily="2" charset="-122"/>
              </a:rPr>
              <a:t>表示每当用户进行一次新的拖曳后，就会自动重新回到默认方位。</a:t>
            </a:r>
            <a:endParaRPr lang="zh-CN" altLang="en-US" sz="2200" b="1" dirty="0">
              <a:latin typeface="宋体" panose="02010600030101010101" pitchFamily="2" charset="-122"/>
            </a:endParaRPr>
          </a:p>
        </p:txBody>
      </p:sp>
      <p:sp>
        <p:nvSpPr>
          <p:cNvPr id="168964" name="Rectangle 5"/>
          <p:cNvSpPr/>
          <p:nvPr/>
        </p:nvSpPr>
        <p:spPr>
          <a:xfrm>
            <a:off x="1403350" y="836613"/>
            <a:ext cx="6350000" cy="457200"/>
          </a:xfrm>
          <a:prstGeom prst="rect">
            <a:avLst/>
          </a:prstGeom>
          <a:noFill/>
          <a:ln w="9525">
            <a:noFill/>
          </a:ln>
        </p:spPr>
        <p:txBody>
          <a:bodyPr wrap="none">
            <a:spAutoFit/>
          </a:bodyPr>
          <a:p>
            <a:r>
              <a:rPr lang="zh-CN" altLang="en-US" b="1" dirty="0">
                <a:latin typeface="Times New Roman" panose="02020603050405020304" pitchFamily="18" charset="0"/>
              </a:rPr>
              <a:t>三、 单轴旋转型传感器节点</a:t>
            </a:r>
            <a:r>
              <a:rPr lang="en-US" altLang="zh-CN" b="1" dirty="0">
                <a:latin typeface="Times New Roman" panose="02020603050405020304" pitchFamily="18" charset="0"/>
              </a:rPr>
              <a:t>---Cylinder Sensor</a:t>
            </a:r>
            <a:endParaRPr lang="en-US" altLang="zh-CN" b="1" dirty="0">
              <a:latin typeface="Times New Roman" panose="02020603050405020304" pitchFamily="18" charset="0"/>
            </a:endParaRPr>
          </a:p>
        </p:txBody>
      </p:sp>
    </p:spTree>
  </p:cSld>
  <p:clrMapOvr>
    <a:masterClrMapping/>
  </p:clrMapOvr>
  <p:transition>
    <p:random/>
  </p:transition>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9986" name="页脚占位符 3"/>
          <p:cNvSpPr txBox="1">
            <a:spLocks noGrp="1"/>
          </p:cNvSpPr>
          <p:nvPr>
            <p:ph type="ftr" sz="quarter" idx="3"/>
          </p:nvPr>
        </p:nvSpPr>
        <p:spPr>
          <a:xfrm>
            <a:off x="3733800" y="6570663"/>
            <a:ext cx="2590800" cy="280987"/>
          </a:xfrm>
          <a:ln/>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r>
              <a:rPr lang="zh-CN" altLang="en-US" sz="1200" dirty="0">
                <a:solidFill>
                  <a:schemeClr val="folHlink"/>
                </a:solidFill>
              </a:rPr>
              <a:t>《虚拟地理环境及其应用》</a:t>
            </a:r>
            <a:endParaRPr lang="zh-CN" altLang="en-US" sz="1200" dirty="0">
              <a:solidFill>
                <a:schemeClr val="folHlink"/>
              </a:solidFill>
            </a:endParaRPr>
          </a:p>
        </p:txBody>
      </p:sp>
      <p:sp>
        <p:nvSpPr>
          <p:cNvPr id="169987" name="Rectangle 4"/>
          <p:cNvSpPr/>
          <p:nvPr/>
        </p:nvSpPr>
        <p:spPr>
          <a:xfrm>
            <a:off x="684213" y="1989138"/>
            <a:ext cx="8135937" cy="4359275"/>
          </a:xfrm>
          <a:prstGeom prst="rect">
            <a:avLst/>
          </a:prstGeom>
          <a:noFill/>
          <a:ln w="9525">
            <a:noFill/>
          </a:ln>
        </p:spPr>
        <p:txBody>
          <a:bodyPr anchor="ctr" anchorCtr="0">
            <a:spAutoFit/>
          </a:bodyPr>
          <a:p>
            <a:r>
              <a:rPr lang="en-US" altLang="zh-CN" sz="2000" b="1" dirty="0">
                <a:latin typeface="宋体" panose="02010600030101010101" pitchFamily="2" charset="-122"/>
              </a:rPr>
              <a:t>DiskAngle</a:t>
            </a:r>
            <a:r>
              <a:rPr lang="zh-CN" altLang="en-US" sz="2000" b="1" dirty="0">
                <a:latin typeface="宋体" panose="02010600030101010101" pitchFamily="2" charset="-122"/>
              </a:rPr>
              <a:t>：决定传感器的行为是像一个概念性的圆柱体或一个概念性的圆盘。假如使用者在接近圆柱体中心轴的位置单击，则传感器的行为会像是一个圆盘，否则它会像一个圆柱体。当用户移动鼠标至可感知几何体并按下按键时，浏览器产生一个绕监控器局部坐标系统</a:t>
            </a:r>
            <a:r>
              <a:rPr lang="en-US" altLang="zh-CN" sz="2000" b="1" dirty="0">
                <a:latin typeface="宋体" panose="02010600030101010101" pitchFamily="2" charset="-122"/>
              </a:rPr>
              <a:t>y</a:t>
            </a:r>
            <a:r>
              <a:rPr lang="zh-CN" altLang="en-US" sz="2000" b="1" dirty="0">
                <a:latin typeface="宋体" panose="02010600030101010101" pitchFamily="2" charset="-122"/>
              </a:rPr>
              <a:t>轴的虚拟圆柱，这个圆柱的底和测面大小的比例由</a:t>
            </a:r>
            <a:r>
              <a:rPr lang="en-US" altLang="zh-CN" sz="2000" b="1" dirty="0">
                <a:latin typeface="宋体" panose="02010600030101010101" pitchFamily="2" charset="-122"/>
              </a:rPr>
              <a:t>diskAngle</a:t>
            </a:r>
            <a:r>
              <a:rPr lang="zh-CN" altLang="en-US" sz="2000" b="1" dirty="0">
                <a:latin typeface="宋体" panose="02010600030101010101" pitchFamily="2" charset="-122"/>
              </a:rPr>
              <a:t>确定。可以把</a:t>
            </a:r>
            <a:r>
              <a:rPr lang="en-US" altLang="zh-CN" sz="2000" b="1" dirty="0">
                <a:latin typeface="宋体" panose="02010600030101010101" pitchFamily="2" charset="-122"/>
              </a:rPr>
              <a:t>diskAngle</a:t>
            </a:r>
            <a:r>
              <a:rPr lang="zh-CN" altLang="en-US" sz="2000" b="1" dirty="0">
                <a:latin typeface="宋体" panose="02010600030101010101" pitchFamily="2" charset="-122"/>
              </a:rPr>
              <a:t>看做是一个在虚拟圆柱内部的圆锥的顶角，圆锥的底面圆盘即为圆柱的顶面。如果用户点中圆柱的顶或低面，拖曳动作就会被解释为和旋转一个平面圆盘一样。如果用户点中圆柱的侧面部分，拖曳动作就会被解释为旋转这个圆柱。默认值为</a:t>
            </a:r>
            <a:r>
              <a:rPr lang="en-US" altLang="zh-CN" sz="2000" b="1" dirty="0">
                <a:latin typeface="宋体" panose="02010600030101010101" pitchFamily="2" charset="-122"/>
              </a:rPr>
              <a:t>0.262</a:t>
            </a:r>
            <a:r>
              <a:rPr lang="zh-CN" altLang="en-US" sz="2000" b="1" dirty="0">
                <a:latin typeface="宋体" panose="02010600030101010101" pitchFamily="2" charset="-122"/>
              </a:rPr>
              <a:t>弧度。</a:t>
            </a:r>
            <a:endParaRPr lang="zh-CN" altLang="en-US" sz="2000" b="1" dirty="0">
              <a:latin typeface="宋体" panose="02010600030101010101" pitchFamily="2" charset="-122"/>
            </a:endParaRPr>
          </a:p>
          <a:p>
            <a:r>
              <a:rPr lang="en-US" altLang="zh-CN" sz="2000" b="1" dirty="0">
                <a:latin typeface="宋体" panose="02010600030101010101" pitchFamily="2" charset="-122"/>
              </a:rPr>
              <a:t>enabled</a:t>
            </a:r>
            <a:r>
              <a:rPr lang="zh-CN" altLang="en-US" sz="2000" b="1" dirty="0">
                <a:latin typeface="宋体" panose="02010600030101010101" pitchFamily="2" charset="-122"/>
              </a:rPr>
              <a:t>：</a:t>
            </a:r>
            <a:r>
              <a:rPr lang="en-US" altLang="zh-CN" sz="2000" b="1" dirty="0">
                <a:latin typeface="宋体" panose="02010600030101010101" pitchFamily="2" charset="-122"/>
              </a:rPr>
              <a:t>TRUE</a:t>
            </a:r>
            <a:r>
              <a:rPr lang="zh-CN" altLang="en-US" sz="2000" b="1" dirty="0">
                <a:latin typeface="宋体" panose="02010600030101010101" pitchFamily="2" charset="-122"/>
              </a:rPr>
              <a:t>表示目前传感器打开，为默认值。</a:t>
            </a:r>
            <a:endParaRPr lang="zh-CN" altLang="en-US" sz="2000" b="1" dirty="0">
              <a:latin typeface="宋体" panose="02010600030101010101" pitchFamily="2" charset="-122"/>
            </a:endParaRPr>
          </a:p>
          <a:p>
            <a:r>
              <a:rPr lang="en-US" altLang="zh-CN" sz="2000" b="1" dirty="0">
                <a:latin typeface="宋体" panose="02010600030101010101" pitchFamily="2" charset="-122"/>
              </a:rPr>
              <a:t>maxAngle</a:t>
            </a:r>
            <a:r>
              <a:rPr lang="zh-CN" altLang="en-US" sz="2000" b="1" dirty="0">
                <a:latin typeface="宋体" panose="02010600030101010101" pitchFamily="2" charset="-122"/>
              </a:rPr>
              <a:t>：表示旋转所能旋转的最大角度。</a:t>
            </a:r>
            <a:endParaRPr lang="zh-CN" altLang="en-US" sz="2000" b="1" dirty="0">
              <a:latin typeface="宋体" panose="02010600030101010101" pitchFamily="2" charset="-122"/>
            </a:endParaRPr>
          </a:p>
          <a:p>
            <a:r>
              <a:rPr lang="en-US" altLang="zh-CN" sz="2000" b="1" dirty="0">
                <a:latin typeface="宋体" panose="02010600030101010101" pitchFamily="2" charset="-122"/>
              </a:rPr>
              <a:t>minAngle</a:t>
            </a:r>
            <a:r>
              <a:rPr lang="zh-CN" altLang="en-US" sz="2000" b="1" dirty="0">
                <a:latin typeface="宋体" panose="02010600030101010101" pitchFamily="2" charset="-122"/>
              </a:rPr>
              <a:t>：表示旋转所能旋转的最小角度。</a:t>
            </a:r>
            <a:endParaRPr lang="zh-CN" altLang="en-US" sz="2000" b="1" dirty="0">
              <a:latin typeface="宋体" panose="02010600030101010101" pitchFamily="2" charset="-122"/>
            </a:endParaRPr>
          </a:p>
          <a:p>
            <a:r>
              <a:rPr lang="en-US" altLang="zh-CN" sz="2000" b="1" dirty="0">
                <a:latin typeface="宋体" panose="02010600030101010101" pitchFamily="2" charset="-122"/>
              </a:rPr>
              <a:t>Offset</a:t>
            </a:r>
            <a:r>
              <a:rPr lang="zh-CN" altLang="en-US" sz="2000" b="1" dirty="0">
                <a:latin typeface="宋体" panose="02010600030101010101" pitchFamily="2" charset="-122"/>
              </a:rPr>
              <a:t>：定义每当使用者进行一次新的拖曳时，虚拟对象能够从默认位置被转多少弧度，默认值为</a:t>
            </a:r>
            <a:r>
              <a:rPr lang="en-US" altLang="zh-CN" sz="2000" b="1" dirty="0">
                <a:latin typeface="宋体" panose="02010600030101010101" pitchFamily="2" charset="-122"/>
              </a:rPr>
              <a:t>0</a:t>
            </a:r>
            <a:r>
              <a:rPr lang="zh-CN" altLang="en-US" sz="2000" b="1" dirty="0">
                <a:latin typeface="宋体" panose="02010600030101010101" pitchFamily="2" charset="-122"/>
              </a:rPr>
              <a:t>。</a:t>
            </a:r>
            <a:endParaRPr lang="zh-CN" altLang="en-US" sz="2000" b="1" dirty="0">
              <a:latin typeface="宋体" panose="02010600030101010101" pitchFamily="2" charset="-122"/>
            </a:endParaRPr>
          </a:p>
        </p:txBody>
      </p:sp>
      <p:sp>
        <p:nvSpPr>
          <p:cNvPr id="169988" name="Rectangle 5"/>
          <p:cNvSpPr/>
          <p:nvPr/>
        </p:nvSpPr>
        <p:spPr>
          <a:xfrm>
            <a:off x="1403350" y="908050"/>
            <a:ext cx="5661025" cy="457200"/>
          </a:xfrm>
          <a:prstGeom prst="rect">
            <a:avLst/>
          </a:prstGeom>
          <a:noFill/>
          <a:ln w="9525">
            <a:noFill/>
          </a:ln>
        </p:spPr>
        <p:txBody>
          <a:bodyPr wrap="none">
            <a:spAutoFit/>
          </a:bodyPr>
          <a:p>
            <a:r>
              <a:rPr lang="zh-CN" altLang="en-US" b="1" dirty="0">
                <a:latin typeface="Times New Roman" panose="02020603050405020304" pitchFamily="18" charset="0"/>
              </a:rPr>
              <a:t>单轴旋转型传感器节点</a:t>
            </a:r>
            <a:r>
              <a:rPr lang="en-US" altLang="zh-CN" b="1" dirty="0">
                <a:latin typeface="Times New Roman" panose="02020603050405020304" pitchFamily="18" charset="0"/>
              </a:rPr>
              <a:t>---Cylinder Sensor</a:t>
            </a:r>
            <a:endParaRPr lang="en-US" altLang="zh-CN" b="1" dirty="0">
              <a:latin typeface="Times New Roman" panose="02020603050405020304" pitchFamily="18" charset="0"/>
            </a:endParaRPr>
          </a:p>
        </p:txBody>
      </p:sp>
    </p:spTree>
  </p:cSld>
  <p:clrMapOvr>
    <a:masterClrMapping/>
  </p:clrMapOvr>
  <p:transition>
    <p:random/>
  </p:transition>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1010" name="页脚占位符 3"/>
          <p:cNvSpPr txBox="1">
            <a:spLocks noGrp="1"/>
          </p:cNvSpPr>
          <p:nvPr>
            <p:ph type="ftr" sz="quarter" idx="3"/>
          </p:nvPr>
        </p:nvSpPr>
        <p:spPr>
          <a:xfrm>
            <a:off x="3733800" y="6570663"/>
            <a:ext cx="2590800" cy="280987"/>
          </a:xfrm>
          <a:ln/>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r>
              <a:rPr lang="zh-CN" altLang="en-US" sz="1200" dirty="0">
                <a:solidFill>
                  <a:schemeClr val="folHlink"/>
                </a:solidFill>
              </a:rPr>
              <a:t>《虚拟地理环境及其应用》</a:t>
            </a:r>
            <a:endParaRPr lang="zh-CN" altLang="en-US" sz="1200" dirty="0">
              <a:solidFill>
                <a:schemeClr val="folHlink"/>
              </a:solidFill>
            </a:endParaRPr>
          </a:p>
        </p:txBody>
      </p:sp>
      <p:sp>
        <p:nvSpPr>
          <p:cNvPr id="171011" name="Rectangle 4"/>
          <p:cNvSpPr/>
          <p:nvPr/>
        </p:nvSpPr>
        <p:spPr>
          <a:xfrm>
            <a:off x="755650" y="2492375"/>
            <a:ext cx="7704138" cy="3013075"/>
          </a:xfrm>
          <a:prstGeom prst="rect">
            <a:avLst/>
          </a:prstGeom>
          <a:noFill/>
          <a:ln w="9525">
            <a:noFill/>
          </a:ln>
        </p:spPr>
        <p:txBody>
          <a:bodyPr>
            <a:spAutoFit/>
          </a:bodyPr>
          <a:p>
            <a:r>
              <a:rPr lang="zh-CN" altLang="en-US" b="1" dirty="0">
                <a:latin typeface="Times New Roman" panose="02020603050405020304" pitchFamily="18" charset="0"/>
              </a:rPr>
              <a:t>事件</a:t>
            </a:r>
            <a:endParaRPr lang="zh-CN" altLang="en-US" b="1" dirty="0">
              <a:latin typeface="Times New Roman" panose="02020603050405020304" pitchFamily="18" charset="0"/>
            </a:endParaRPr>
          </a:p>
          <a:p>
            <a:r>
              <a:rPr lang="en-US" altLang="zh-CN" b="1" dirty="0">
                <a:latin typeface="Times New Roman" panose="02020603050405020304" pitchFamily="18" charset="0"/>
              </a:rPr>
              <a:t>isActive</a:t>
            </a:r>
            <a:r>
              <a:rPr lang="zh-CN" altLang="en-US" b="1" dirty="0">
                <a:latin typeface="Times New Roman" panose="02020603050405020304" pitchFamily="18" charset="0"/>
              </a:rPr>
              <a:t>：</a:t>
            </a:r>
            <a:endParaRPr lang="zh-CN" altLang="en-US" b="1" dirty="0">
              <a:latin typeface="Times New Roman" panose="02020603050405020304" pitchFamily="18" charset="0"/>
            </a:endParaRPr>
          </a:p>
          <a:p>
            <a:r>
              <a:rPr lang="en-US" altLang="zh-CN" b="1" dirty="0">
                <a:latin typeface="Times New Roman" panose="02020603050405020304" pitchFamily="18" charset="0"/>
              </a:rPr>
              <a:t>rotation_changed</a:t>
            </a:r>
            <a:r>
              <a:rPr lang="zh-CN" altLang="en-US" b="1" dirty="0">
                <a:latin typeface="Times New Roman" panose="02020603050405020304" pitchFamily="18" charset="0"/>
              </a:rPr>
              <a:t>：</a:t>
            </a:r>
            <a:r>
              <a:rPr lang="en-US" altLang="zh-CN" b="1" dirty="0">
                <a:latin typeface="Times New Roman" panose="02020603050405020304" pitchFamily="18" charset="0"/>
              </a:rPr>
              <a:t>eventOut</a:t>
            </a:r>
            <a:r>
              <a:rPr lang="zh-CN" altLang="en-US" b="1" dirty="0">
                <a:latin typeface="Times New Roman" panose="02020603050405020304" pitchFamily="18" charset="0"/>
              </a:rPr>
              <a:t>事件。表示在进行拖曳旋转的任意时段，虚拟对象目前在圆柱体中的方位。</a:t>
            </a:r>
            <a:endParaRPr lang="zh-CN" altLang="en-US" b="1" dirty="0">
              <a:latin typeface="Times New Roman" panose="02020603050405020304" pitchFamily="18" charset="0"/>
            </a:endParaRPr>
          </a:p>
          <a:p>
            <a:r>
              <a:rPr lang="en-US" altLang="zh-CN" b="1" dirty="0">
                <a:latin typeface="Times New Roman" panose="02020603050405020304" pitchFamily="18" charset="0"/>
              </a:rPr>
              <a:t>trackPoint_changed</a:t>
            </a:r>
            <a:r>
              <a:rPr lang="zh-CN" altLang="en-US" b="1" dirty="0">
                <a:latin typeface="Times New Roman" panose="02020603050405020304" pitchFamily="18" charset="0"/>
              </a:rPr>
              <a:t>：</a:t>
            </a:r>
            <a:r>
              <a:rPr lang="en-US" altLang="zh-CN" b="1" dirty="0">
                <a:latin typeface="Times New Roman" panose="02020603050405020304" pitchFamily="18" charset="0"/>
              </a:rPr>
              <a:t>eventOut</a:t>
            </a:r>
            <a:r>
              <a:rPr lang="zh-CN" altLang="en-US" b="1" dirty="0">
                <a:latin typeface="Times New Roman" panose="02020603050405020304" pitchFamily="18" charset="0"/>
              </a:rPr>
              <a:t>事件。在进行拖曳的任意时段，使用者的鼠标在圆柱体表面的位置</a:t>
            </a:r>
            <a:r>
              <a:rPr lang="zh-CN" altLang="en-US" dirty="0">
                <a:latin typeface="Times New Roman" panose="02020603050405020304" pitchFamily="18" charset="0"/>
              </a:rPr>
              <a:t> </a:t>
            </a:r>
            <a:r>
              <a:rPr lang="en-US" altLang="zh-CN" dirty="0">
                <a:latin typeface="Times New Roman" panose="02020603050405020304" pitchFamily="18" charset="0"/>
              </a:rPr>
              <a:t>.</a:t>
            </a:r>
            <a:endParaRPr lang="en-US" altLang="zh-CN" dirty="0">
              <a:latin typeface="Times New Roman" panose="02020603050405020304" pitchFamily="18" charset="0"/>
            </a:endParaRPr>
          </a:p>
          <a:p>
            <a:pPr eaLnBrk="1" hangingPunct="1"/>
            <a:r>
              <a:rPr lang="zh-CN" altLang="en-US" b="1" dirty="0">
                <a:latin typeface="Times New Roman" panose="02020603050405020304" pitchFamily="18" charset="0"/>
              </a:rPr>
              <a:t>示例</a:t>
            </a:r>
            <a:r>
              <a:rPr lang="en-US" altLang="zh-CN" b="1" dirty="0">
                <a:latin typeface="Times New Roman" panose="02020603050405020304" pitchFamily="18" charset="0"/>
              </a:rPr>
              <a:t>10-4</a:t>
            </a:r>
            <a:endParaRPr lang="zh-CN" altLang="en-US" b="1" dirty="0">
              <a:latin typeface="Times New Roman" panose="02020603050405020304" pitchFamily="18" charset="0"/>
            </a:endParaRPr>
          </a:p>
          <a:p>
            <a:endParaRPr lang="en-US" altLang="zh-CN" dirty="0">
              <a:latin typeface="Times New Roman" panose="02020603050405020304" pitchFamily="18" charset="0"/>
            </a:endParaRPr>
          </a:p>
        </p:txBody>
      </p:sp>
      <p:sp>
        <p:nvSpPr>
          <p:cNvPr id="171012" name="Rectangle 5"/>
          <p:cNvSpPr/>
          <p:nvPr/>
        </p:nvSpPr>
        <p:spPr>
          <a:xfrm>
            <a:off x="1403350" y="765175"/>
            <a:ext cx="5661025" cy="457200"/>
          </a:xfrm>
          <a:prstGeom prst="rect">
            <a:avLst/>
          </a:prstGeom>
          <a:noFill/>
          <a:ln w="9525">
            <a:noFill/>
          </a:ln>
        </p:spPr>
        <p:txBody>
          <a:bodyPr wrap="none">
            <a:spAutoFit/>
          </a:bodyPr>
          <a:p>
            <a:r>
              <a:rPr lang="zh-CN" altLang="en-US" b="1" dirty="0">
                <a:latin typeface="Times New Roman" panose="02020603050405020304" pitchFamily="18" charset="0"/>
              </a:rPr>
              <a:t>单轴旋转型传感器节点</a:t>
            </a:r>
            <a:r>
              <a:rPr lang="en-US" altLang="zh-CN" b="1" dirty="0">
                <a:latin typeface="Times New Roman" panose="02020603050405020304" pitchFamily="18" charset="0"/>
              </a:rPr>
              <a:t>---Cylinder Sensor</a:t>
            </a:r>
            <a:endParaRPr lang="en-US" altLang="zh-CN" b="1" dirty="0">
              <a:latin typeface="Times New Roman" panose="02020603050405020304" pitchFamily="18" charset="0"/>
            </a:endParaRPr>
          </a:p>
        </p:txBody>
      </p:sp>
    </p:spTree>
  </p:cSld>
  <p:clrMapOvr>
    <a:masterClrMapping/>
  </p:clrMapOvr>
  <p:transition>
    <p:random/>
  </p:transition>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2034" name="页脚占位符 3"/>
          <p:cNvSpPr txBox="1">
            <a:spLocks noGrp="1"/>
          </p:cNvSpPr>
          <p:nvPr>
            <p:ph type="ftr" sz="quarter" idx="3"/>
          </p:nvPr>
        </p:nvSpPr>
        <p:spPr>
          <a:xfrm>
            <a:off x="3733800" y="6570663"/>
            <a:ext cx="2590800" cy="280987"/>
          </a:xfrm>
          <a:ln/>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r>
              <a:rPr lang="zh-CN" altLang="en-US" sz="1200" dirty="0">
                <a:solidFill>
                  <a:schemeClr val="folHlink"/>
                </a:solidFill>
              </a:rPr>
              <a:t>《虚拟地理环境及其应用》</a:t>
            </a:r>
            <a:endParaRPr lang="zh-CN" altLang="en-US" sz="1200" dirty="0">
              <a:solidFill>
                <a:schemeClr val="folHlink"/>
              </a:solidFill>
            </a:endParaRPr>
          </a:p>
        </p:txBody>
      </p:sp>
      <p:sp>
        <p:nvSpPr>
          <p:cNvPr id="172035" name="Rectangle 4"/>
          <p:cNvSpPr/>
          <p:nvPr/>
        </p:nvSpPr>
        <p:spPr>
          <a:xfrm>
            <a:off x="539750" y="1462088"/>
            <a:ext cx="8239125" cy="3776662"/>
          </a:xfrm>
          <a:prstGeom prst="rect">
            <a:avLst/>
          </a:prstGeom>
          <a:noFill/>
          <a:ln w="9525">
            <a:noFill/>
          </a:ln>
        </p:spPr>
        <p:txBody>
          <a:bodyPr anchor="ctr" anchorCtr="0">
            <a:spAutoFit/>
          </a:bodyPr>
          <a:p>
            <a:r>
              <a:rPr lang="en-US" altLang="zh-CN" sz="2200" b="1" dirty="0">
                <a:solidFill>
                  <a:srgbClr val="0033CC"/>
                </a:solidFill>
                <a:latin typeface="宋体" panose="02010600030101010101" pitchFamily="2" charset="-122"/>
              </a:rPr>
              <a:t>    </a:t>
            </a:r>
            <a:endParaRPr lang="en-US" altLang="zh-CN" sz="2200" b="1" dirty="0">
              <a:solidFill>
                <a:srgbClr val="0033CC"/>
              </a:solidFill>
              <a:latin typeface="宋体" panose="02010600030101010101" pitchFamily="2" charset="-122"/>
            </a:endParaRPr>
          </a:p>
          <a:p>
            <a:r>
              <a:rPr lang="zh-CN" altLang="en-US" sz="2200" b="1" dirty="0">
                <a:latin typeface="宋体" panose="02010600030101010101" pitchFamily="2" charset="-122"/>
              </a:rPr>
              <a:t>说明</a:t>
            </a:r>
            <a:r>
              <a:rPr lang="en-US" altLang="zh-CN" sz="2200" b="1" dirty="0">
                <a:latin typeface="宋体" panose="02010600030101010101" pitchFamily="2" charset="-122"/>
              </a:rPr>
              <a:t>:SphereSensor</a:t>
            </a:r>
            <a:r>
              <a:rPr lang="zh-CN" altLang="en-US" sz="2200" b="1" dirty="0">
                <a:latin typeface="宋体" panose="02010600030101010101" pitchFamily="2" charset="-122"/>
              </a:rPr>
              <a:t>节点将二维的拖动解释为三维空间中绕局部原点的旋转。若在该节点的兄弟几何体处按下鼠标，浏览器会以点击鼠标的点到原点的距离为半径作一个想象中的球。随后的拖动将解释为旋转球体。</a:t>
            </a:r>
            <a:endParaRPr lang="zh-CN" altLang="en-US" sz="2200" b="1" dirty="0">
              <a:latin typeface="宋体" panose="02010600030101010101" pitchFamily="2" charset="-122"/>
            </a:endParaRPr>
          </a:p>
          <a:p>
            <a:r>
              <a:rPr lang="zh-CN" altLang="en-US" sz="2200" b="1" dirty="0">
                <a:latin typeface="宋体" panose="02010600030101010101" pitchFamily="2" charset="-122"/>
              </a:rPr>
              <a:t>    也是要在群节点之下，贴附于</a:t>
            </a:r>
            <a:r>
              <a:rPr lang="en-US" altLang="zh-CN" sz="2200" b="1" dirty="0">
                <a:latin typeface="宋体" panose="02010600030101010101" pitchFamily="2" charset="-122"/>
              </a:rPr>
              <a:t>Shape</a:t>
            </a:r>
            <a:r>
              <a:rPr lang="zh-CN" altLang="en-US" sz="2200" b="1" dirty="0">
                <a:latin typeface="宋体" panose="02010600030101010101" pitchFamily="2" charset="-122"/>
              </a:rPr>
              <a:t>节点。它能够感应到观看者使用鼠标拖动行为，使虚拟对象于没有固定旋转轴的情况下，被拖动任意地旋转，即改变方位，但是不能移动位置。当观看者使用鼠标拖动虚拟对象旋转时，光标会出现一个球状的光标图，意义就是虚拟对象就好像在一个球体中，几何中心位置固定在球心，可以任意地旋转。</a:t>
            </a:r>
            <a:endParaRPr lang="zh-CN" altLang="en-US" sz="2200" b="1" dirty="0">
              <a:latin typeface="宋体" panose="02010600030101010101" pitchFamily="2" charset="-122"/>
            </a:endParaRPr>
          </a:p>
        </p:txBody>
      </p:sp>
      <p:sp>
        <p:nvSpPr>
          <p:cNvPr id="172036" name="Rectangle 5"/>
          <p:cNvSpPr/>
          <p:nvPr/>
        </p:nvSpPr>
        <p:spPr>
          <a:xfrm>
            <a:off x="1331913" y="765175"/>
            <a:ext cx="7272337" cy="457200"/>
          </a:xfrm>
          <a:prstGeom prst="rect">
            <a:avLst/>
          </a:prstGeom>
          <a:noFill/>
          <a:ln w="9525">
            <a:noFill/>
          </a:ln>
        </p:spPr>
        <p:txBody>
          <a:bodyPr>
            <a:spAutoFit/>
          </a:bodyPr>
          <a:p>
            <a:r>
              <a:rPr lang="zh-CN" altLang="en-US" b="1" dirty="0">
                <a:latin typeface="隶书" panose="02010509060101010101" pitchFamily="49" charset="-122"/>
                <a:ea typeface="隶书" panose="02010509060101010101" pitchFamily="49" charset="-122"/>
              </a:rPr>
              <a:t>四、 任意轴旋转型传感器节点</a:t>
            </a:r>
            <a:r>
              <a:rPr lang="en-US" altLang="zh-CN" b="1" dirty="0">
                <a:latin typeface="隶书" panose="02010509060101010101" pitchFamily="49" charset="-122"/>
                <a:ea typeface="隶书" panose="02010509060101010101" pitchFamily="49" charset="-122"/>
              </a:rPr>
              <a:t>------Sphere Sensor</a:t>
            </a:r>
            <a:endParaRPr lang="en-US" altLang="zh-CN" b="1" dirty="0">
              <a:latin typeface="隶书" panose="02010509060101010101" pitchFamily="49" charset="-122"/>
              <a:ea typeface="隶书" panose="02010509060101010101" pitchFamily="49" charset="-122"/>
            </a:endParaRPr>
          </a:p>
        </p:txBody>
      </p:sp>
    </p:spTree>
  </p:cSld>
  <p:clrMapOvr>
    <a:masterClrMapping/>
  </p:clrMapOvr>
  <p:transition>
    <p:random/>
  </p:transition>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3058" name="页脚占位符 3"/>
          <p:cNvSpPr txBox="1">
            <a:spLocks noGrp="1"/>
          </p:cNvSpPr>
          <p:nvPr>
            <p:ph type="ftr" sz="quarter" idx="3"/>
          </p:nvPr>
        </p:nvSpPr>
        <p:spPr>
          <a:xfrm>
            <a:off x="3733800" y="6570663"/>
            <a:ext cx="2590800" cy="280987"/>
          </a:xfrm>
          <a:ln/>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r>
              <a:rPr lang="zh-CN" altLang="en-US" sz="1200" dirty="0">
                <a:solidFill>
                  <a:schemeClr val="folHlink"/>
                </a:solidFill>
              </a:rPr>
              <a:t>《虚拟地理环境及其应用》</a:t>
            </a:r>
            <a:endParaRPr lang="zh-CN" altLang="en-US" sz="1200" dirty="0">
              <a:solidFill>
                <a:schemeClr val="folHlink"/>
              </a:solidFill>
            </a:endParaRPr>
          </a:p>
        </p:txBody>
      </p:sp>
      <p:sp>
        <p:nvSpPr>
          <p:cNvPr id="173059" name="Rectangle 4"/>
          <p:cNvSpPr/>
          <p:nvPr/>
        </p:nvSpPr>
        <p:spPr>
          <a:xfrm>
            <a:off x="684213" y="1757363"/>
            <a:ext cx="7924800" cy="4476750"/>
          </a:xfrm>
          <a:prstGeom prst="rect">
            <a:avLst/>
          </a:prstGeom>
          <a:noFill/>
          <a:ln w="9525">
            <a:noFill/>
          </a:ln>
        </p:spPr>
        <p:txBody>
          <a:bodyPr anchor="ctr" anchorCtr="0">
            <a:spAutoFit/>
          </a:bodyPr>
          <a:p>
            <a:r>
              <a:rPr lang="zh-CN" altLang="en-US" sz="2200" b="1" dirty="0">
                <a:latin typeface="宋体" panose="02010600030101010101" pitchFamily="2" charset="-122"/>
              </a:rPr>
              <a:t>字段</a:t>
            </a:r>
            <a:endParaRPr lang="zh-CN" altLang="en-US" sz="2200" b="1" dirty="0">
              <a:latin typeface="宋体" panose="02010600030101010101" pitchFamily="2" charset="-122"/>
            </a:endParaRPr>
          </a:p>
          <a:p>
            <a:r>
              <a:rPr lang="en-US" altLang="zh-CN" sz="2200" b="1" dirty="0">
                <a:latin typeface="宋体" panose="02010600030101010101" pitchFamily="2" charset="-122"/>
              </a:rPr>
              <a:t>autoOffset</a:t>
            </a:r>
            <a:r>
              <a:rPr lang="zh-CN" altLang="en-US" sz="2200" b="1" dirty="0">
                <a:latin typeface="宋体" panose="02010600030101010101" pitchFamily="2" charset="-122"/>
              </a:rPr>
              <a:t>：</a:t>
            </a:r>
            <a:r>
              <a:rPr lang="en-US" altLang="zh-CN" sz="2200" b="1" dirty="0">
                <a:latin typeface="宋体" panose="02010600030101010101" pitchFamily="2" charset="-122"/>
              </a:rPr>
              <a:t>TRUE</a:t>
            </a:r>
            <a:r>
              <a:rPr lang="zh-CN" altLang="en-US" sz="2200" b="1" dirty="0">
                <a:latin typeface="宋体" panose="02010600030101010101" pitchFamily="2" charset="-122"/>
              </a:rPr>
              <a:t>表示记录拖曳前后所旋转的轨迹，并且停在拖曳后的方位，此为默认值，</a:t>
            </a:r>
            <a:r>
              <a:rPr lang="en-US" altLang="zh-CN" sz="2200" b="1" dirty="0">
                <a:latin typeface="宋体" panose="02010600030101010101" pitchFamily="2" charset="-122"/>
              </a:rPr>
              <a:t>FALSE</a:t>
            </a:r>
            <a:r>
              <a:rPr lang="zh-CN" altLang="en-US" sz="2200" b="1" dirty="0">
                <a:latin typeface="宋体" panose="02010600030101010101" pitchFamily="2" charset="-122"/>
              </a:rPr>
              <a:t>表示每当用户进行一次新的拖曳后，就会自动重新回到默认方位。</a:t>
            </a:r>
            <a:endParaRPr lang="zh-CN" altLang="en-US" sz="2200" b="1" dirty="0">
              <a:latin typeface="宋体" panose="02010600030101010101" pitchFamily="2" charset="-122"/>
            </a:endParaRPr>
          </a:p>
          <a:p>
            <a:r>
              <a:rPr lang="en-US" altLang="zh-CN" sz="2200" b="1" dirty="0">
                <a:latin typeface="宋体" panose="02010600030101010101" pitchFamily="2" charset="-122"/>
              </a:rPr>
              <a:t>enabled</a:t>
            </a:r>
            <a:r>
              <a:rPr lang="zh-CN" altLang="en-US" sz="2200" b="1" dirty="0">
                <a:latin typeface="宋体" panose="02010600030101010101" pitchFamily="2" charset="-122"/>
              </a:rPr>
              <a:t>：</a:t>
            </a:r>
            <a:endParaRPr lang="zh-CN" altLang="en-US" sz="2200" b="1" dirty="0">
              <a:latin typeface="宋体" panose="02010600030101010101" pitchFamily="2" charset="-122"/>
            </a:endParaRPr>
          </a:p>
          <a:p>
            <a:r>
              <a:rPr lang="en-US" altLang="zh-CN" sz="2200" b="1" dirty="0">
                <a:latin typeface="宋体" panose="02010600030101010101" pitchFamily="2" charset="-122"/>
              </a:rPr>
              <a:t>offset</a:t>
            </a:r>
            <a:r>
              <a:rPr lang="zh-CN" altLang="en-US" sz="2200" b="1" dirty="0">
                <a:latin typeface="宋体" panose="02010600030101010101" pitchFamily="2" charset="-122"/>
              </a:rPr>
              <a:t>：定义每当使用者进行一次新的拖曳时，虚拟对象能够从默认位置被转多少角度，默认值为（</a:t>
            </a:r>
            <a:r>
              <a:rPr lang="en-US" altLang="zh-CN" sz="2200" b="1" dirty="0">
                <a:latin typeface="宋体" panose="02010600030101010101" pitchFamily="2" charset="-122"/>
              </a:rPr>
              <a:t>0 1 0 0 </a:t>
            </a:r>
            <a:r>
              <a:rPr lang="zh-CN" altLang="en-US" sz="2200" b="1" dirty="0">
                <a:latin typeface="宋体" panose="02010600030101010101" pitchFamily="2" charset="-122"/>
              </a:rPr>
              <a:t>）。</a:t>
            </a:r>
            <a:endParaRPr lang="zh-CN" altLang="en-US" sz="2200" b="1" dirty="0">
              <a:latin typeface="宋体" panose="02010600030101010101" pitchFamily="2" charset="-122"/>
            </a:endParaRPr>
          </a:p>
          <a:p>
            <a:r>
              <a:rPr lang="zh-CN" altLang="en-US" sz="2200" b="1" dirty="0">
                <a:latin typeface="宋体" panose="02010600030101010101" pitchFamily="2" charset="-122"/>
              </a:rPr>
              <a:t>事件</a:t>
            </a:r>
            <a:endParaRPr lang="zh-CN" altLang="en-US" sz="2200" b="1" dirty="0">
              <a:latin typeface="宋体" panose="02010600030101010101" pitchFamily="2" charset="-122"/>
            </a:endParaRPr>
          </a:p>
          <a:p>
            <a:r>
              <a:rPr lang="en-US" altLang="zh-CN" sz="2200" b="1" dirty="0">
                <a:latin typeface="宋体" panose="02010600030101010101" pitchFamily="2" charset="-122"/>
              </a:rPr>
              <a:t>isActive</a:t>
            </a:r>
            <a:r>
              <a:rPr lang="zh-CN" altLang="en-US" sz="2200" b="1" dirty="0">
                <a:latin typeface="宋体" panose="02010600030101010101" pitchFamily="2" charset="-122"/>
              </a:rPr>
              <a:t>：</a:t>
            </a:r>
            <a:endParaRPr lang="zh-CN" altLang="en-US" sz="2200" b="1" dirty="0">
              <a:latin typeface="宋体" panose="02010600030101010101" pitchFamily="2" charset="-122"/>
            </a:endParaRPr>
          </a:p>
          <a:p>
            <a:r>
              <a:rPr lang="en-US" altLang="zh-CN" sz="2200" b="1" dirty="0">
                <a:latin typeface="宋体" panose="02010600030101010101" pitchFamily="2" charset="-122"/>
              </a:rPr>
              <a:t>trackPoint_changed</a:t>
            </a:r>
            <a:r>
              <a:rPr lang="zh-CN" altLang="en-US" sz="2200" b="1" dirty="0">
                <a:latin typeface="宋体" panose="02010600030101010101" pitchFamily="2" charset="-122"/>
              </a:rPr>
              <a:t>：</a:t>
            </a:r>
            <a:r>
              <a:rPr lang="en-US" altLang="zh-CN" sz="2200" b="1" dirty="0">
                <a:latin typeface="宋体" panose="02010600030101010101" pitchFamily="2" charset="-122"/>
              </a:rPr>
              <a:t>eventOut</a:t>
            </a:r>
            <a:r>
              <a:rPr lang="zh-CN" altLang="en-US" sz="2200" b="1" dirty="0">
                <a:latin typeface="宋体" panose="02010600030101010101" pitchFamily="2" charset="-122"/>
              </a:rPr>
              <a:t>事件，表示在进行拖曳旋转的任意时段，虚拟对象目前于概念体中的方位。</a:t>
            </a:r>
            <a:endParaRPr lang="zh-CN" altLang="en-US" sz="2200" b="1" dirty="0">
              <a:latin typeface="宋体" panose="02010600030101010101" pitchFamily="2" charset="-122"/>
            </a:endParaRPr>
          </a:p>
          <a:p>
            <a:r>
              <a:rPr lang="en-US" altLang="zh-CN" sz="2200" b="1" dirty="0">
                <a:latin typeface="宋体" panose="02010600030101010101" pitchFamily="2" charset="-122"/>
              </a:rPr>
              <a:t>rotation_changed</a:t>
            </a:r>
            <a:r>
              <a:rPr lang="zh-CN" altLang="en-US" sz="2200" b="1" dirty="0">
                <a:latin typeface="宋体" panose="02010600030101010101" pitchFamily="2" charset="-122"/>
              </a:rPr>
              <a:t>：</a:t>
            </a:r>
            <a:r>
              <a:rPr lang="en-US" altLang="zh-CN" sz="2200" b="1" dirty="0">
                <a:latin typeface="宋体" panose="02010600030101010101" pitchFamily="2" charset="-122"/>
              </a:rPr>
              <a:t>eventOut</a:t>
            </a:r>
            <a:r>
              <a:rPr lang="zh-CN" altLang="en-US" sz="2200" b="1" dirty="0">
                <a:latin typeface="宋体" panose="02010600030101010101" pitchFamily="2" charset="-122"/>
              </a:rPr>
              <a:t>事件，表示在进行拖曳旋转的任意时段，使用者的鼠标在概念球体表面的位置。</a:t>
            </a:r>
            <a:r>
              <a:rPr lang="zh-CN" altLang="en-US" b="1" dirty="0">
                <a:latin typeface="Times New Roman" panose="02020603050405020304" pitchFamily="18" charset="0"/>
              </a:rPr>
              <a:t>示例</a:t>
            </a:r>
            <a:r>
              <a:rPr lang="en-US" altLang="zh-CN" b="1" dirty="0">
                <a:latin typeface="Times New Roman" panose="02020603050405020304" pitchFamily="18" charset="0"/>
              </a:rPr>
              <a:t>10-5</a:t>
            </a:r>
            <a:endParaRPr lang="zh-CN" altLang="en-US" sz="2200" b="1" dirty="0">
              <a:latin typeface="宋体" panose="02010600030101010101" pitchFamily="2" charset="-122"/>
            </a:endParaRPr>
          </a:p>
        </p:txBody>
      </p:sp>
    </p:spTree>
  </p:cSld>
  <p:clrMapOvr>
    <a:masterClrMapping/>
  </p:clrMapOvr>
  <p:transition>
    <p:random/>
  </p:transition>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082" name="页脚占位符 3"/>
          <p:cNvSpPr txBox="1">
            <a:spLocks noGrp="1"/>
          </p:cNvSpPr>
          <p:nvPr>
            <p:ph type="ftr" sz="quarter" idx="3"/>
          </p:nvPr>
        </p:nvSpPr>
        <p:spPr>
          <a:xfrm>
            <a:off x="3733800" y="6570663"/>
            <a:ext cx="2590800" cy="280987"/>
          </a:xfrm>
          <a:ln/>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r>
              <a:rPr lang="zh-CN" altLang="en-US" sz="1200" dirty="0">
                <a:solidFill>
                  <a:schemeClr val="folHlink"/>
                </a:solidFill>
              </a:rPr>
              <a:t>《虚拟地理环境及其应用》</a:t>
            </a:r>
            <a:endParaRPr lang="zh-CN" altLang="en-US" sz="1200" dirty="0">
              <a:solidFill>
                <a:schemeClr val="folHlink"/>
              </a:solidFill>
            </a:endParaRPr>
          </a:p>
        </p:txBody>
      </p:sp>
      <p:sp>
        <p:nvSpPr>
          <p:cNvPr id="174083" name="Rectangle 4"/>
          <p:cNvSpPr/>
          <p:nvPr/>
        </p:nvSpPr>
        <p:spPr>
          <a:xfrm>
            <a:off x="1042988" y="2565400"/>
            <a:ext cx="7058025" cy="3471863"/>
          </a:xfrm>
          <a:prstGeom prst="rect">
            <a:avLst/>
          </a:prstGeom>
          <a:noFill/>
          <a:ln w="9525">
            <a:noFill/>
          </a:ln>
        </p:spPr>
        <p:txBody>
          <a:bodyPr anchor="ctr" anchorCtr="0">
            <a:spAutoFit/>
          </a:bodyPr>
          <a:p>
            <a:pPr lvl="1" defTabSz="914400">
              <a:tabLst>
                <a:tab pos="381000" algn="l"/>
              </a:tabLst>
            </a:pPr>
            <a:r>
              <a:rPr lang="zh-CN" altLang="en-US" sz="2200" b="1" dirty="0">
                <a:latin typeface="宋体" panose="02010600030101010101" pitchFamily="2" charset="-122"/>
              </a:rPr>
              <a:t>作用</a:t>
            </a:r>
            <a:r>
              <a:rPr lang="en-US" altLang="zh-CN" sz="2200" b="1" dirty="0">
                <a:latin typeface="宋体" panose="02010600030101010101" pitchFamily="2" charset="-122"/>
              </a:rPr>
              <a:t>:</a:t>
            </a:r>
            <a:r>
              <a:rPr lang="zh-CN" altLang="en-US" sz="2200" b="1" dirty="0">
                <a:latin typeface="宋体" panose="02010600030101010101" pitchFamily="2" charset="-122"/>
              </a:rPr>
              <a:t>是感应观看者的能见度，它也必须使用在群节点之内。这个节点可以通过感应观看者从某个位置和方位能否看见某一个特定的对象或区域，来启动或停止一些动态行为，例如，如果传感 器感应到用户不见某个对象，传感器就会产生事件，例对象自动地靠近。</a:t>
            </a:r>
            <a:endParaRPr lang="zh-CN" altLang="en-US" sz="2200" b="1" dirty="0">
              <a:latin typeface="宋体" panose="02010600030101010101" pitchFamily="2" charset="-122"/>
            </a:endParaRPr>
          </a:p>
          <a:p>
            <a:pPr indent="266700" defTabSz="914400">
              <a:tabLst>
                <a:tab pos="381000" algn="l"/>
              </a:tabLst>
            </a:pPr>
            <a:r>
              <a:rPr lang="zh-CN" altLang="en-US" sz="2200" b="1" dirty="0">
                <a:latin typeface="宋体" panose="02010600030101010101" pitchFamily="2" charset="-122"/>
              </a:rPr>
              <a:t> 当用户浏览时，</a:t>
            </a:r>
            <a:r>
              <a:rPr lang="en-US" altLang="zh-CN" sz="2200" b="1" dirty="0">
                <a:latin typeface="宋体" panose="02010600030101010101" pitchFamily="2" charset="-122"/>
              </a:rPr>
              <a:t>VisibilitySensor</a:t>
            </a:r>
            <a:r>
              <a:rPr lang="zh-CN" altLang="en-US" sz="2200" b="1" dirty="0">
                <a:latin typeface="宋体" panose="02010600030101010101" pitchFamily="2" charset="-122"/>
              </a:rPr>
              <a:t>检查用户是否进入包围盒。当用户进入包围盒的任意一部分时，他输出一个值为</a:t>
            </a:r>
            <a:r>
              <a:rPr lang="en-US" altLang="zh-CN" sz="2200" b="1" dirty="0">
                <a:latin typeface="宋体" panose="02010600030101010101" pitchFamily="2" charset="-122"/>
              </a:rPr>
              <a:t>TURE</a:t>
            </a:r>
            <a:r>
              <a:rPr lang="zh-CN" altLang="en-US" sz="2200" b="1" dirty="0">
                <a:latin typeface="宋体" panose="02010600030101010101" pitchFamily="2" charset="-122"/>
              </a:rPr>
              <a:t>的</a:t>
            </a:r>
            <a:r>
              <a:rPr lang="en-US" altLang="zh-CN" sz="2200" b="1" dirty="0">
                <a:latin typeface="宋体" panose="02010600030101010101" pitchFamily="2" charset="-122"/>
              </a:rPr>
              <a:t>isActive</a:t>
            </a:r>
            <a:r>
              <a:rPr lang="zh-CN" altLang="en-US" sz="2200" b="1" dirty="0">
                <a:latin typeface="宋体" panose="02010600030101010101" pitchFamily="2" charset="-122"/>
              </a:rPr>
              <a:t>事件；当用户退出包围盒时，他输出一个值为</a:t>
            </a:r>
            <a:r>
              <a:rPr lang="en-US" altLang="zh-CN" sz="2200" b="1" dirty="0">
                <a:latin typeface="宋体" panose="02010600030101010101" pitchFamily="2" charset="-122"/>
              </a:rPr>
              <a:t>FALSE</a:t>
            </a:r>
            <a:r>
              <a:rPr lang="zh-CN" altLang="en-US" sz="2200" b="1" dirty="0">
                <a:latin typeface="宋体" panose="02010600030101010101" pitchFamily="2" charset="-122"/>
              </a:rPr>
              <a:t>的</a:t>
            </a:r>
            <a:r>
              <a:rPr lang="en-US" altLang="zh-CN" sz="2200" b="1" dirty="0">
                <a:latin typeface="宋体" panose="02010600030101010101" pitchFamily="2" charset="-122"/>
              </a:rPr>
              <a:t>isActive</a:t>
            </a:r>
            <a:r>
              <a:rPr lang="zh-CN" altLang="en-US" sz="2200" b="1" dirty="0">
                <a:latin typeface="宋体" panose="02010600030101010101" pitchFamily="2" charset="-122"/>
              </a:rPr>
              <a:t>事件。</a:t>
            </a:r>
            <a:r>
              <a:rPr lang="zh-CN" altLang="en-US" dirty="0">
                <a:latin typeface="Times New Roman" panose="02020603050405020304" pitchFamily="18" charset="0"/>
              </a:rPr>
              <a:t> </a:t>
            </a:r>
            <a:endParaRPr lang="zh-CN" altLang="en-US" dirty="0">
              <a:latin typeface="Times New Roman" panose="02020603050405020304" pitchFamily="18" charset="0"/>
            </a:endParaRPr>
          </a:p>
        </p:txBody>
      </p:sp>
      <p:sp>
        <p:nvSpPr>
          <p:cNvPr id="174084" name="Rectangle 6"/>
          <p:cNvSpPr/>
          <p:nvPr/>
        </p:nvSpPr>
        <p:spPr>
          <a:xfrm>
            <a:off x="1403350" y="908050"/>
            <a:ext cx="5694363" cy="457200"/>
          </a:xfrm>
          <a:prstGeom prst="rect">
            <a:avLst/>
          </a:prstGeom>
          <a:noFill/>
          <a:ln w="9525">
            <a:noFill/>
          </a:ln>
        </p:spPr>
        <p:txBody>
          <a:bodyPr wrap="none">
            <a:spAutoFit/>
          </a:bodyPr>
          <a:p>
            <a:r>
              <a:rPr lang="zh-CN" altLang="en-US" b="1" dirty="0">
                <a:latin typeface="Times New Roman" panose="02020603050405020304" pitchFamily="18" charset="0"/>
              </a:rPr>
              <a:t>五、能见度传感器节点</a:t>
            </a:r>
            <a:r>
              <a:rPr lang="en-US" altLang="zh-CN" b="1" dirty="0">
                <a:latin typeface="Times New Roman" panose="02020603050405020304" pitchFamily="18" charset="0"/>
              </a:rPr>
              <a:t>---Visibility Sensor</a:t>
            </a:r>
            <a:endParaRPr lang="en-US" altLang="zh-CN" b="1" dirty="0">
              <a:latin typeface="Times New Roman" panose="02020603050405020304" pitchFamily="18" charset="0"/>
            </a:endParaRPr>
          </a:p>
        </p:txBody>
      </p:sp>
    </p:spTree>
  </p:cSld>
  <p:clrMapOvr>
    <a:masterClrMapping/>
  </p:clrMapOvr>
  <p:transition>
    <p:random/>
  </p:transition>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5106" name="页脚占位符 3"/>
          <p:cNvSpPr txBox="1">
            <a:spLocks noGrp="1"/>
          </p:cNvSpPr>
          <p:nvPr>
            <p:ph type="ftr" sz="quarter" idx="3"/>
          </p:nvPr>
        </p:nvSpPr>
        <p:spPr>
          <a:xfrm>
            <a:off x="3733800" y="6570663"/>
            <a:ext cx="2590800" cy="280987"/>
          </a:xfrm>
          <a:ln/>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r>
              <a:rPr lang="zh-CN" altLang="en-US" sz="1200" dirty="0">
                <a:solidFill>
                  <a:schemeClr val="folHlink"/>
                </a:solidFill>
              </a:rPr>
              <a:t>《虚拟地理环境及其应用》</a:t>
            </a:r>
            <a:endParaRPr lang="zh-CN" altLang="en-US" sz="1200" dirty="0">
              <a:solidFill>
                <a:schemeClr val="folHlink"/>
              </a:solidFill>
            </a:endParaRPr>
          </a:p>
        </p:txBody>
      </p:sp>
      <p:sp>
        <p:nvSpPr>
          <p:cNvPr id="175107" name="Rectangle 4"/>
          <p:cNvSpPr/>
          <p:nvPr/>
        </p:nvSpPr>
        <p:spPr>
          <a:xfrm>
            <a:off x="900113" y="1755775"/>
            <a:ext cx="7488237" cy="4389438"/>
          </a:xfrm>
          <a:prstGeom prst="rect">
            <a:avLst/>
          </a:prstGeom>
          <a:noFill/>
          <a:ln w="9525">
            <a:noFill/>
          </a:ln>
        </p:spPr>
        <p:txBody>
          <a:bodyPr anchor="ctr" anchorCtr="0">
            <a:spAutoFit/>
          </a:bodyPr>
          <a:p>
            <a:r>
              <a:rPr lang="zh-CN" altLang="en-US" sz="2000" b="1" dirty="0">
                <a:latin typeface="宋体" panose="02010600030101010101" pitchFamily="2" charset="-122"/>
              </a:rPr>
              <a:t>字段</a:t>
            </a:r>
            <a:endParaRPr lang="zh-CN" altLang="en-US" sz="2000" b="1" dirty="0">
              <a:latin typeface="宋体" panose="02010600030101010101" pitchFamily="2" charset="-122"/>
            </a:endParaRPr>
          </a:p>
          <a:p>
            <a:r>
              <a:rPr lang="en-US" altLang="zh-CN" sz="2000" b="1" dirty="0">
                <a:latin typeface="宋体" panose="02010600030101010101" pitchFamily="2" charset="-122"/>
              </a:rPr>
              <a:t>center</a:t>
            </a:r>
            <a:r>
              <a:rPr lang="zh-CN" altLang="en-US" sz="2000" b="1" dirty="0">
                <a:latin typeface="宋体" panose="02010600030101010101" pitchFamily="2" charset="-122"/>
              </a:rPr>
              <a:t>：定义限制箱型区域中的几何中心点。若在这个限制箱型区哉内，表示能见度够大，传感 器可以启动一些动态行为，若在这个限制箱型区域外表示能见度不够，传感器必须停止一些动态行为。</a:t>
            </a:r>
            <a:endParaRPr lang="zh-CN" altLang="en-US" sz="2000" b="1" dirty="0">
              <a:latin typeface="宋体" panose="02010600030101010101" pitchFamily="2" charset="-122"/>
            </a:endParaRPr>
          </a:p>
          <a:p>
            <a:r>
              <a:rPr lang="en-US" altLang="zh-CN" sz="2000" b="1" dirty="0">
                <a:latin typeface="宋体" panose="02010600030101010101" pitchFamily="2" charset="-122"/>
              </a:rPr>
              <a:t>Enabled</a:t>
            </a:r>
            <a:r>
              <a:rPr lang="zh-CN" altLang="en-US" sz="2000" b="1" dirty="0">
                <a:latin typeface="宋体" panose="02010600030101010101" pitchFamily="2" charset="-122"/>
              </a:rPr>
              <a:t>：</a:t>
            </a:r>
            <a:r>
              <a:rPr lang="en-US" altLang="zh-CN" sz="2000" b="1" dirty="0">
                <a:latin typeface="宋体" panose="02010600030101010101" pitchFamily="2" charset="-122"/>
              </a:rPr>
              <a:t>TRUE</a:t>
            </a:r>
            <a:r>
              <a:rPr lang="zh-CN" altLang="en-US" sz="2000" b="1" dirty="0">
                <a:latin typeface="宋体" panose="02010600030101010101" pitchFamily="2" charset="-122"/>
              </a:rPr>
              <a:t>表示</a:t>
            </a:r>
            <a:r>
              <a:rPr lang="en-US" altLang="zh-CN" sz="2000" b="1" dirty="0">
                <a:latin typeface="宋体" panose="02010600030101010101" pitchFamily="2" charset="-122"/>
              </a:rPr>
              <a:t>VisibilitySensor</a:t>
            </a:r>
            <a:r>
              <a:rPr lang="zh-CN" altLang="en-US" sz="2000" b="1" dirty="0">
                <a:latin typeface="宋体" panose="02010600030101010101" pitchFamily="2" charset="-122"/>
              </a:rPr>
              <a:t>节点可以感应到能见度的改变，进而送出某些事件为默认值，</a:t>
            </a:r>
            <a:r>
              <a:rPr lang="en-US" altLang="zh-CN" sz="2000" b="1" dirty="0">
                <a:latin typeface="宋体" panose="02010600030101010101" pitchFamily="2" charset="-122"/>
              </a:rPr>
              <a:t>FALSE</a:t>
            </a:r>
            <a:r>
              <a:rPr lang="zh-CN" altLang="en-US" sz="2000" b="1" dirty="0">
                <a:latin typeface="宋体" panose="02010600030101010101" pitchFamily="2" charset="-122"/>
              </a:rPr>
              <a:t>表示</a:t>
            </a:r>
            <a:r>
              <a:rPr lang="en-US" altLang="zh-CN" sz="2000" b="1" dirty="0">
                <a:latin typeface="宋体" panose="02010600030101010101" pitchFamily="2" charset="-122"/>
              </a:rPr>
              <a:t>Visibility</a:t>
            </a:r>
            <a:r>
              <a:rPr lang="zh-CN" altLang="en-US" sz="2000" b="1" dirty="0">
                <a:latin typeface="宋体" panose="02010600030101010101" pitchFamily="2" charset="-122"/>
              </a:rPr>
              <a:t>节点停止感应能见度的功能，将不传送任何事件。</a:t>
            </a:r>
            <a:endParaRPr lang="zh-CN" altLang="en-US" sz="2000" b="1" dirty="0">
              <a:latin typeface="宋体" panose="02010600030101010101" pitchFamily="2" charset="-122"/>
            </a:endParaRPr>
          </a:p>
          <a:p>
            <a:r>
              <a:rPr lang="en-US" altLang="zh-CN" sz="2000" b="1" dirty="0">
                <a:latin typeface="宋体" panose="02010600030101010101" pitchFamily="2" charset="-122"/>
              </a:rPr>
              <a:t>size</a:t>
            </a:r>
            <a:r>
              <a:rPr lang="zh-CN" altLang="en-US" sz="2000" b="1" dirty="0">
                <a:latin typeface="宋体" panose="02010600030101010101" pitchFamily="2" charset="-122"/>
              </a:rPr>
              <a:t>：限制箱型区域的尺寸（</a:t>
            </a:r>
            <a:r>
              <a:rPr lang="en-US" altLang="zh-CN" sz="2000" b="1" dirty="0">
                <a:latin typeface="宋体" panose="02010600030101010101" pitchFamily="2" charset="-122"/>
              </a:rPr>
              <a:t>x y z</a:t>
            </a:r>
            <a:r>
              <a:rPr lang="zh-CN" altLang="en-US" sz="2000" b="1" dirty="0">
                <a:latin typeface="宋体" panose="02010600030101010101" pitchFamily="2" charset="-122"/>
              </a:rPr>
              <a:t>）。</a:t>
            </a:r>
            <a:endParaRPr lang="zh-CN" altLang="en-US" sz="2000" b="1" dirty="0">
              <a:latin typeface="宋体" panose="02010600030101010101" pitchFamily="2" charset="-122"/>
            </a:endParaRPr>
          </a:p>
          <a:p>
            <a:r>
              <a:rPr lang="zh-CN" altLang="en-US" sz="2000" b="1" dirty="0">
                <a:latin typeface="宋体" panose="02010600030101010101" pitchFamily="2" charset="-122"/>
              </a:rPr>
              <a:t>事件</a:t>
            </a:r>
            <a:endParaRPr lang="zh-CN" altLang="en-US" sz="2000" b="1" dirty="0">
              <a:latin typeface="宋体" panose="02010600030101010101" pitchFamily="2" charset="-122"/>
            </a:endParaRPr>
          </a:p>
          <a:p>
            <a:r>
              <a:rPr lang="en-US" altLang="zh-CN" sz="2000" b="1" dirty="0">
                <a:latin typeface="宋体" panose="02010600030101010101" pitchFamily="2" charset="-122"/>
              </a:rPr>
              <a:t>enterTime</a:t>
            </a:r>
            <a:r>
              <a:rPr lang="zh-CN" altLang="en-US" sz="2000" b="1" dirty="0">
                <a:latin typeface="宋体" panose="02010600030101010101" pitchFamily="2" charset="-122"/>
              </a:rPr>
              <a:t>：是一个</a:t>
            </a:r>
            <a:r>
              <a:rPr lang="en-US" altLang="zh-CN" sz="2000" b="1" dirty="0">
                <a:latin typeface="宋体" panose="02010600030101010101" pitchFamily="2" charset="-122"/>
              </a:rPr>
              <a:t>eventOut</a:t>
            </a:r>
            <a:r>
              <a:rPr lang="zh-CN" altLang="en-US" sz="2000" b="1" dirty="0">
                <a:latin typeface="宋体" panose="02010600030101010101" pitchFamily="2" charset="-122"/>
              </a:rPr>
              <a:t>事件。表示</a:t>
            </a:r>
            <a:r>
              <a:rPr lang="en-US" altLang="zh-CN" sz="2000" b="1" dirty="0">
                <a:latin typeface="宋体" panose="02010600030101010101" pitchFamily="2" charset="-122"/>
              </a:rPr>
              <a:t>isActive</a:t>
            </a:r>
            <a:r>
              <a:rPr lang="zh-CN" altLang="en-US" sz="2000" b="1" dirty="0">
                <a:latin typeface="宋体" panose="02010600030101010101" pitchFamily="2" charset="-122"/>
              </a:rPr>
              <a:t>事件为</a:t>
            </a:r>
            <a:r>
              <a:rPr lang="en-US" altLang="zh-CN" sz="2000" b="1" dirty="0">
                <a:latin typeface="宋体" panose="02010600030101010101" pitchFamily="2" charset="-122"/>
              </a:rPr>
              <a:t>TRUE</a:t>
            </a:r>
            <a:r>
              <a:rPr lang="zh-CN" altLang="en-US" sz="2000" b="1" dirty="0">
                <a:latin typeface="宋体" panose="02010600030101010101" pitchFamily="2" charset="-122"/>
              </a:rPr>
              <a:t>的时间。</a:t>
            </a:r>
            <a:endParaRPr lang="zh-CN" altLang="en-US" sz="2000" b="1" dirty="0">
              <a:latin typeface="宋体" panose="02010600030101010101" pitchFamily="2" charset="-122"/>
            </a:endParaRPr>
          </a:p>
          <a:p>
            <a:r>
              <a:rPr lang="en-US" altLang="zh-CN" sz="2000" b="1" dirty="0">
                <a:latin typeface="宋体" panose="02010600030101010101" pitchFamily="2" charset="-122"/>
              </a:rPr>
              <a:t>isActive</a:t>
            </a:r>
            <a:r>
              <a:rPr lang="zh-CN" altLang="en-US" sz="2000" b="1" dirty="0">
                <a:latin typeface="宋体" panose="02010600030101010101" pitchFamily="2" charset="-122"/>
              </a:rPr>
              <a:t>：是一个</a:t>
            </a:r>
            <a:r>
              <a:rPr lang="en-US" altLang="zh-CN" sz="2000" b="1" dirty="0">
                <a:latin typeface="宋体" panose="02010600030101010101" pitchFamily="2" charset="-122"/>
              </a:rPr>
              <a:t>eventOut</a:t>
            </a:r>
            <a:r>
              <a:rPr lang="zh-CN" altLang="en-US" sz="2000" b="1" dirty="0">
                <a:latin typeface="宋体" panose="02010600030101010101" pitchFamily="2" charset="-122"/>
              </a:rPr>
              <a:t>事件。</a:t>
            </a:r>
            <a:r>
              <a:rPr lang="en-US" altLang="zh-CN" sz="2000" b="1" dirty="0">
                <a:latin typeface="宋体" panose="02010600030101010101" pitchFamily="2" charset="-122"/>
              </a:rPr>
              <a:t>TRUE</a:t>
            </a:r>
            <a:r>
              <a:rPr lang="zh-CN" altLang="en-US" sz="2000" b="1" dirty="0">
                <a:latin typeface="宋体" panose="02010600030101010101" pitchFamily="2" charset="-122"/>
              </a:rPr>
              <a:t>表示限制箱型区域是在看得见的地方，</a:t>
            </a:r>
            <a:r>
              <a:rPr lang="en-US" altLang="zh-CN" sz="2000" b="1" dirty="0">
                <a:latin typeface="宋体" panose="02010600030101010101" pitchFamily="2" charset="-122"/>
              </a:rPr>
              <a:t>FALSE</a:t>
            </a:r>
            <a:r>
              <a:rPr lang="zh-CN" altLang="en-US" sz="2000" b="1" dirty="0">
                <a:latin typeface="宋体" panose="02010600030101010101" pitchFamily="2" charset="-122"/>
              </a:rPr>
              <a:t>表示限制箱型区域是在看不见的地方。</a:t>
            </a:r>
            <a:r>
              <a:rPr lang="zh-CN" altLang="en-US" sz="2200" b="1" dirty="0">
                <a:solidFill>
                  <a:srgbClr val="0033CC"/>
                </a:solidFill>
                <a:latin typeface="宋体" panose="02010600030101010101" pitchFamily="2" charset="-122"/>
              </a:rPr>
              <a:t> </a:t>
            </a:r>
            <a:endParaRPr lang="zh-CN" altLang="en-US" sz="2200" b="1" dirty="0">
              <a:solidFill>
                <a:srgbClr val="0033CC"/>
              </a:solidFill>
              <a:latin typeface="宋体" panose="02010600030101010101" pitchFamily="2" charset="-122"/>
            </a:endParaRPr>
          </a:p>
        </p:txBody>
      </p:sp>
      <p:sp>
        <p:nvSpPr>
          <p:cNvPr id="175108" name="Rectangle 5"/>
          <p:cNvSpPr/>
          <p:nvPr/>
        </p:nvSpPr>
        <p:spPr>
          <a:xfrm>
            <a:off x="1331913" y="765175"/>
            <a:ext cx="5081587" cy="457200"/>
          </a:xfrm>
          <a:prstGeom prst="rect">
            <a:avLst/>
          </a:prstGeom>
          <a:noFill/>
          <a:ln w="9525">
            <a:noFill/>
          </a:ln>
        </p:spPr>
        <p:txBody>
          <a:bodyPr wrap="none">
            <a:spAutoFit/>
          </a:bodyPr>
          <a:p>
            <a:r>
              <a:rPr lang="zh-CN" altLang="en-US" b="1" dirty="0">
                <a:latin typeface="Times New Roman" panose="02020603050405020304" pitchFamily="18" charset="0"/>
              </a:rPr>
              <a:t>能见度传感器节点</a:t>
            </a:r>
            <a:r>
              <a:rPr lang="en-US" altLang="zh-CN" b="1" dirty="0">
                <a:latin typeface="Times New Roman" panose="02020603050405020304" pitchFamily="18" charset="0"/>
              </a:rPr>
              <a:t>---Visibility Sensor</a:t>
            </a:r>
            <a:endParaRPr lang="en-US" altLang="zh-CN" b="1" dirty="0">
              <a:latin typeface="Times New Roman" panose="02020603050405020304" pitchFamily="18" charset="0"/>
            </a:endParaRPr>
          </a:p>
        </p:txBody>
      </p:sp>
    </p:spTree>
  </p:cSld>
  <p:clrMapOvr>
    <a:masterClrMapping/>
  </p:clrMapOvr>
  <p:transition>
    <p:random/>
  </p:transition>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6130" name="页脚占位符 3"/>
          <p:cNvSpPr txBox="1">
            <a:spLocks noGrp="1"/>
          </p:cNvSpPr>
          <p:nvPr>
            <p:ph type="ftr" sz="quarter" idx="3"/>
          </p:nvPr>
        </p:nvSpPr>
        <p:spPr>
          <a:xfrm>
            <a:off x="3733800" y="6570663"/>
            <a:ext cx="2590800" cy="280987"/>
          </a:xfrm>
          <a:ln/>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r>
              <a:rPr lang="zh-CN" altLang="en-US" sz="1200" dirty="0">
                <a:solidFill>
                  <a:schemeClr val="folHlink"/>
                </a:solidFill>
              </a:rPr>
              <a:t>《虚拟地理环境及其应用》</a:t>
            </a:r>
            <a:endParaRPr lang="zh-CN" altLang="en-US" sz="1200" dirty="0">
              <a:solidFill>
                <a:schemeClr val="folHlink"/>
              </a:solidFill>
            </a:endParaRPr>
          </a:p>
        </p:txBody>
      </p:sp>
      <p:sp>
        <p:nvSpPr>
          <p:cNvPr id="176131" name="Rectangle 4"/>
          <p:cNvSpPr/>
          <p:nvPr/>
        </p:nvSpPr>
        <p:spPr>
          <a:xfrm>
            <a:off x="684213" y="2060575"/>
            <a:ext cx="8135937" cy="4389438"/>
          </a:xfrm>
          <a:prstGeom prst="rect">
            <a:avLst/>
          </a:prstGeom>
          <a:noFill/>
          <a:ln w="9525">
            <a:noFill/>
          </a:ln>
        </p:spPr>
        <p:txBody>
          <a:bodyPr anchor="ctr" anchorCtr="0">
            <a:spAutoFit/>
          </a:bodyPr>
          <a:p>
            <a:pPr defTabSz="914400">
              <a:tabLst>
                <a:tab pos="381000" algn="l"/>
              </a:tabLst>
            </a:pPr>
            <a:r>
              <a:rPr lang="zh-CN" altLang="en-US" sz="2000" b="1" dirty="0">
                <a:latin typeface="宋体" panose="02010600030101010101" pitchFamily="2" charset="-122"/>
              </a:rPr>
              <a:t>说明</a:t>
            </a:r>
            <a:r>
              <a:rPr lang="en-US" altLang="zh-CN" sz="2000" b="1" dirty="0">
                <a:latin typeface="宋体" panose="02010600030101010101" pitchFamily="2" charset="-122"/>
              </a:rPr>
              <a:t>:</a:t>
            </a:r>
            <a:r>
              <a:rPr lang="zh-CN" altLang="en-US" sz="2000" b="1" dirty="0">
                <a:latin typeface="宋体" panose="02010600030101010101" pitchFamily="2" charset="-122"/>
              </a:rPr>
              <a:t>感应观看者进入和移动于虚拟现实中的一个限制箱型区域。当观看者穿过这限制箱型区域时，可以使用传感器启动某个动态对象，当观看者离开这限制箱型区域时，停止某个动态对象。例如，</a:t>
            </a:r>
            <a:r>
              <a:rPr lang="en-US" altLang="zh-CN" sz="2000" b="1" dirty="0">
                <a:latin typeface="宋体" panose="02010600030101010101" pitchFamily="2" charset="-122"/>
              </a:rPr>
              <a:t>Proximity Sensor</a:t>
            </a:r>
            <a:r>
              <a:rPr lang="zh-CN" altLang="en-US" sz="2000" b="1" dirty="0">
                <a:latin typeface="宋体" panose="02010600030101010101" pitchFamily="2" charset="-122"/>
              </a:rPr>
              <a:t>节点可以应用于控制门的打开和关闭，如同自动门的概念，当观看者要通过自动门时，因为进入了节点所定义 的限制箱型区域，传感器会把门打开，当观看者通过自动门后，因为离开了限制箱型区域，传感器会将门关上。</a:t>
            </a:r>
            <a:endParaRPr lang="zh-CN" altLang="en-US" sz="2000" b="1" dirty="0">
              <a:latin typeface="宋体" panose="02010600030101010101" pitchFamily="2" charset="-122"/>
            </a:endParaRPr>
          </a:p>
          <a:p>
            <a:pPr defTabSz="914400">
              <a:tabLst>
                <a:tab pos="381000" algn="l"/>
              </a:tabLst>
            </a:pPr>
            <a:r>
              <a:rPr lang="en-US" altLang="zh-CN" sz="2000" b="1" dirty="0">
                <a:latin typeface="宋体" panose="02010600030101010101" pitchFamily="2" charset="-122"/>
              </a:rPr>
              <a:t>ProximitySensor</a:t>
            </a:r>
            <a:r>
              <a:rPr lang="zh-CN" altLang="en-US" sz="2000" b="1" dirty="0">
                <a:latin typeface="宋体" panose="02010600030101010101" pitchFamily="2" charset="-122"/>
              </a:rPr>
              <a:t>节点能够在用户进入、退出或在一个方形区域中移动时产生事件。这个区域通过定义一个</a:t>
            </a:r>
            <a:r>
              <a:rPr lang="en-US" altLang="zh-CN" sz="2000" b="1" dirty="0">
                <a:latin typeface="宋体" panose="02010600030101010101" pitchFamily="2" charset="-122"/>
              </a:rPr>
              <a:t>center</a:t>
            </a:r>
            <a:r>
              <a:rPr lang="zh-CN" altLang="en-US" sz="2000" b="1" dirty="0">
                <a:latin typeface="宋体" panose="02010600030101010101" pitchFamily="2" charset="-122"/>
              </a:rPr>
              <a:t>和</a:t>
            </a:r>
            <a:r>
              <a:rPr lang="en-US" altLang="zh-CN" sz="2000" b="1" dirty="0">
                <a:latin typeface="宋体" panose="02010600030101010101" pitchFamily="2" charset="-122"/>
              </a:rPr>
              <a:t>size</a:t>
            </a:r>
            <a:r>
              <a:rPr lang="zh-CN" altLang="en-US" sz="2000" b="1" dirty="0">
                <a:latin typeface="宋体" panose="02010600030101010101" pitchFamily="2" charset="-122"/>
              </a:rPr>
              <a:t>域（像</a:t>
            </a:r>
            <a:r>
              <a:rPr lang="en-US" altLang="zh-CN" sz="2000" b="1" dirty="0">
                <a:latin typeface="宋体" panose="02010600030101010101" pitchFamily="2" charset="-122"/>
              </a:rPr>
              <a:t>Box</a:t>
            </a:r>
            <a:r>
              <a:rPr lang="zh-CN" altLang="en-US" sz="2000" b="1" dirty="0">
                <a:latin typeface="宋体" panose="02010600030101010101" pitchFamily="2" charset="-122"/>
              </a:rPr>
              <a:t>节点那样），给出此区域在各个坐标轴上的位置来确定。注意，每个坐标轴上的长度必须以中心为中点。例如大小是（</a:t>
            </a:r>
            <a:r>
              <a:rPr lang="en-US" altLang="zh-CN" sz="2000" b="1" dirty="0">
                <a:latin typeface="宋体" panose="02010600030101010101" pitchFamily="2" charset="-122"/>
              </a:rPr>
              <a:t>4</a:t>
            </a:r>
            <a:r>
              <a:rPr lang="zh-CN" altLang="en-US" sz="2000" b="1" dirty="0">
                <a:latin typeface="宋体" panose="02010600030101010101" pitchFamily="2" charset="-122"/>
              </a:rPr>
              <a:t>，</a:t>
            </a:r>
            <a:r>
              <a:rPr lang="en-US" altLang="zh-CN" sz="2000" b="1" dirty="0">
                <a:latin typeface="宋体" panose="02010600030101010101" pitchFamily="2" charset="-122"/>
              </a:rPr>
              <a:t>4</a:t>
            </a:r>
            <a:r>
              <a:rPr lang="zh-CN" altLang="en-US" sz="2000" b="1" dirty="0">
                <a:latin typeface="宋体" panose="02010600030101010101" pitchFamily="2" charset="-122"/>
              </a:rPr>
              <a:t>，</a:t>
            </a:r>
            <a:r>
              <a:rPr lang="en-US" altLang="zh-CN" sz="2000" b="1" dirty="0">
                <a:latin typeface="宋体" panose="02010600030101010101" pitchFamily="2" charset="-122"/>
              </a:rPr>
              <a:t>4</a:t>
            </a:r>
            <a:r>
              <a:rPr lang="zh-CN" altLang="en-US" sz="2000" b="1" dirty="0">
                <a:latin typeface="宋体" panose="02010600030101010101" pitchFamily="2" charset="-122"/>
              </a:rPr>
              <a:t>），则</a:t>
            </a:r>
            <a:r>
              <a:rPr lang="en-US" altLang="zh-CN" sz="2000" b="1" dirty="0">
                <a:latin typeface="宋体" panose="02010600030101010101" pitchFamily="2" charset="-122"/>
              </a:rPr>
              <a:t>BoX</a:t>
            </a:r>
            <a:r>
              <a:rPr lang="zh-CN" altLang="en-US" sz="2000" b="1" dirty="0">
                <a:latin typeface="宋体" panose="02010600030101010101" pitchFamily="2" charset="-122"/>
              </a:rPr>
              <a:t>形状的区域从中心向每个方向（上、下、左、右、前、后）的伸展是两个单位而不是四个单位。</a:t>
            </a:r>
            <a:br>
              <a:rPr lang="zh-CN" altLang="en-US" sz="2200" b="1" dirty="0">
                <a:solidFill>
                  <a:srgbClr val="0033CC"/>
                </a:solidFill>
                <a:latin typeface="宋体" panose="02010600030101010101" pitchFamily="2" charset="-122"/>
              </a:rPr>
            </a:br>
            <a:r>
              <a:rPr lang="zh-CN" altLang="en-US" sz="2200" b="1" dirty="0">
                <a:solidFill>
                  <a:srgbClr val="0033CC"/>
                </a:solidFill>
                <a:latin typeface="宋体" panose="02010600030101010101" pitchFamily="2" charset="-122"/>
              </a:rPr>
              <a:t>   </a:t>
            </a:r>
            <a:endParaRPr lang="zh-CN" altLang="en-US" sz="2200" b="1" dirty="0">
              <a:solidFill>
                <a:srgbClr val="0033CC"/>
              </a:solidFill>
              <a:latin typeface="宋体" panose="02010600030101010101" pitchFamily="2" charset="-122"/>
            </a:endParaRPr>
          </a:p>
        </p:txBody>
      </p:sp>
      <p:sp>
        <p:nvSpPr>
          <p:cNvPr id="176132" name="Rectangle 6"/>
          <p:cNvSpPr/>
          <p:nvPr/>
        </p:nvSpPr>
        <p:spPr>
          <a:xfrm>
            <a:off x="1403350" y="887413"/>
            <a:ext cx="6481763" cy="457200"/>
          </a:xfrm>
          <a:prstGeom prst="rect">
            <a:avLst/>
          </a:prstGeom>
          <a:noFill/>
          <a:ln w="9525">
            <a:noFill/>
          </a:ln>
        </p:spPr>
        <p:txBody>
          <a:bodyPr wrap="none">
            <a:spAutoFit/>
          </a:bodyPr>
          <a:p>
            <a:pPr eaLnBrk="1" hangingPunct="1"/>
            <a:r>
              <a:rPr lang="zh-CN" altLang="en-US" b="1" dirty="0">
                <a:latin typeface="隶书" panose="02010509060101010101" pitchFamily="49" charset="-122"/>
                <a:ea typeface="隶书" panose="02010509060101010101" pitchFamily="49" charset="-122"/>
              </a:rPr>
              <a:t>六、亲近度传感器节点</a:t>
            </a:r>
            <a:r>
              <a:rPr lang="en-US" altLang="zh-CN" b="1" dirty="0">
                <a:latin typeface="隶书" panose="02010509060101010101" pitchFamily="49" charset="-122"/>
                <a:ea typeface="隶书" panose="02010509060101010101" pitchFamily="49" charset="-122"/>
              </a:rPr>
              <a:t>-----Proximity Sensor</a:t>
            </a:r>
            <a:endParaRPr lang="zh-CN" altLang="en-US" b="1" dirty="0">
              <a:latin typeface="隶书" panose="02010509060101010101" pitchFamily="49" charset="-122"/>
              <a:ea typeface="隶书" panose="02010509060101010101" pitchFamily="49" charset="-122"/>
            </a:endParaRPr>
          </a:p>
        </p:txBody>
      </p:sp>
    </p:spTree>
  </p:cSld>
  <p:clrMapOvr>
    <a:masterClrMapping/>
  </p:clrMapOvr>
  <p:transition>
    <p:random/>
  </p:transition>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7154" name="页脚占位符 3"/>
          <p:cNvSpPr txBox="1">
            <a:spLocks noGrp="1"/>
          </p:cNvSpPr>
          <p:nvPr>
            <p:ph type="ftr" sz="quarter" idx="3"/>
          </p:nvPr>
        </p:nvSpPr>
        <p:spPr>
          <a:xfrm>
            <a:off x="3733800" y="6570663"/>
            <a:ext cx="2590800" cy="280987"/>
          </a:xfrm>
          <a:ln/>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r>
              <a:rPr lang="zh-CN" altLang="en-US" sz="1200" dirty="0">
                <a:solidFill>
                  <a:schemeClr val="folHlink"/>
                </a:solidFill>
              </a:rPr>
              <a:t>《虚拟地理环境及其应用》</a:t>
            </a:r>
            <a:endParaRPr lang="zh-CN" altLang="en-US" sz="1200" dirty="0">
              <a:solidFill>
                <a:schemeClr val="folHlink"/>
              </a:solidFill>
            </a:endParaRPr>
          </a:p>
        </p:txBody>
      </p:sp>
      <p:sp>
        <p:nvSpPr>
          <p:cNvPr id="177155" name="Rectangle 4"/>
          <p:cNvSpPr/>
          <p:nvPr/>
        </p:nvSpPr>
        <p:spPr>
          <a:xfrm>
            <a:off x="611188" y="1916113"/>
            <a:ext cx="7993062" cy="4419600"/>
          </a:xfrm>
          <a:prstGeom prst="rect">
            <a:avLst/>
          </a:prstGeom>
          <a:noFill/>
          <a:ln w="9525">
            <a:noFill/>
          </a:ln>
        </p:spPr>
        <p:txBody>
          <a:bodyPr>
            <a:spAutoFit/>
          </a:bodyPr>
          <a:p>
            <a:r>
              <a:rPr lang="zh-CN" altLang="en-US" sz="2000" b="1" dirty="0">
                <a:latin typeface="Times New Roman" panose="02020603050405020304" pitchFamily="18" charset="0"/>
              </a:rPr>
              <a:t>        多个传感器的区域可以重叠，每个传感器产生的输出事件都是独立于其它传感器的。一个单独的传感器可被用在多个位置来检测用户的移动。当用户接近其中任何一个区域时都产生事件。 </a:t>
            </a:r>
            <a:endParaRPr lang="zh-CN" altLang="en-US" sz="2000" b="1" dirty="0">
              <a:latin typeface="Times New Roman" panose="02020603050405020304" pitchFamily="18" charset="0"/>
            </a:endParaRPr>
          </a:p>
          <a:p>
            <a:r>
              <a:rPr lang="zh-CN" altLang="en-US" sz="2000" b="1" dirty="0">
                <a:latin typeface="Times New Roman" panose="02020603050405020304" pitchFamily="18" charset="0"/>
              </a:rPr>
              <a:t>        包围整个世界的</a:t>
            </a:r>
            <a:r>
              <a:rPr lang="en-US" altLang="zh-CN" sz="2000" b="1" dirty="0">
                <a:latin typeface="Times New Roman" panose="02020603050405020304" pitchFamily="18" charset="0"/>
              </a:rPr>
              <a:t>ProximitySensor</a:t>
            </a:r>
            <a:r>
              <a:rPr lang="zh-CN" altLang="en-US" sz="2000" b="1" dirty="0">
                <a:latin typeface="Times New Roman" panose="02020603050405020304" pitchFamily="18" charset="0"/>
              </a:rPr>
              <a:t>所设置的</a:t>
            </a:r>
            <a:r>
              <a:rPr lang="en-US" altLang="zh-CN" sz="2000" b="1" dirty="0">
                <a:latin typeface="Times New Roman" panose="02020603050405020304" pitchFamily="18" charset="0"/>
              </a:rPr>
              <a:t>enterTime</a:t>
            </a:r>
            <a:r>
              <a:rPr lang="zh-CN" altLang="en-US" sz="2000" b="1" dirty="0">
                <a:latin typeface="Times New Roman" panose="02020603050405020304" pitchFamily="18" charset="0"/>
              </a:rPr>
              <a:t>值是指用户进入该世界的时刻。一旦世界被载入，传感器立即激活动画。</a:t>
            </a:r>
            <a:br>
              <a:rPr lang="zh-CN" altLang="en-US" sz="2000" b="1" dirty="0">
                <a:latin typeface="Times New Roman" panose="02020603050405020304" pitchFamily="18" charset="0"/>
              </a:rPr>
            </a:br>
            <a:r>
              <a:rPr lang="zh-CN" altLang="en-US" sz="2000" b="1" dirty="0">
                <a:latin typeface="Times New Roman" panose="02020603050405020304" pitchFamily="18" charset="0"/>
              </a:rPr>
              <a:t>        一个</a:t>
            </a:r>
            <a:r>
              <a:rPr lang="en-US" altLang="zh-CN" sz="2000" b="1" dirty="0">
                <a:latin typeface="Times New Roman" panose="02020603050405020304" pitchFamily="18" charset="0"/>
              </a:rPr>
              <a:t>size</a:t>
            </a:r>
            <a:r>
              <a:rPr lang="zh-CN" altLang="en-US" sz="2000" b="1" dirty="0">
                <a:latin typeface="Times New Roman" panose="02020603050405020304" pitchFamily="18" charset="0"/>
              </a:rPr>
              <a:t>域为（</a:t>
            </a:r>
            <a:r>
              <a:rPr lang="en-US" altLang="zh-CN" sz="2000" b="1" dirty="0">
                <a:latin typeface="Times New Roman" panose="02020603050405020304" pitchFamily="18" charset="0"/>
              </a:rPr>
              <a:t>0</a:t>
            </a:r>
            <a:r>
              <a:rPr lang="zh-CN" altLang="en-US" sz="2000" b="1" dirty="0">
                <a:latin typeface="Times New Roman" panose="02020603050405020304" pitchFamily="18" charset="0"/>
              </a:rPr>
              <a:t>，</a:t>
            </a:r>
            <a:r>
              <a:rPr lang="en-US" altLang="zh-CN" sz="2000" b="1" dirty="0">
                <a:latin typeface="Times New Roman" panose="02020603050405020304" pitchFamily="18" charset="0"/>
              </a:rPr>
              <a:t>0</a:t>
            </a:r>
            <a:r>
              <a:rPr lang="zh-CN" altLang="en-US" sz="2000" b="1" dirty="0">
                <a:latin typeface="Times New Roman" panose="02020603050405020304" pitchFamily="18" charset="0"/>
              </a:rPr>
              <a:t>，</a:t>
            </a:r>
            <a:r>
              <a:rPr lang="en-US" altLang="zh-CN" sz="2000" b="1" dirty="0">
                <a:latin typeface="Times New Roman" panose="02020603050405020304" pitchFamily="18" charset="0"/>
              </a:rPr>
              <a:t>0</a:t>
            </a:r>
            <a:r>
              <a:rPr lang="zh-CN" altLang="en-US" sz="2000" b="1" dirty="0">
                <a:latin typeface="Times New Roman" panose="02020603050405020304" pitchFamily="18" charset="0"/>
              </a:rPr>
              <a:t>）的传感器不产生任何事件，相当于将</a:t>
            </a:r>
            <a:r>
              <a:rPr lang="en-US" altLang="zh-CN" sz="2000" b="1" dirty="0">
                <a:latin typeface="Times New Roman" panose="02020603050405020304" pitchFamily="18" charset="0"/>
              </a:rPr>
              <a:t>enabled</a:t>
            </a:r>
            <a:r>
              <a:rPr lang="zh-CN" altLang="en-US" sz="2000" b="1" dirty="0">
                <a:latin typeface="Times New Roman" panose="02020603050405020304" pitchFamily="18" charset="0"/>
              </a:rPr>
              <a:t>域的值设为</a:t>
            </a:r>
            <a:r>
              <a:rPr lang="en-US" altLang="zh-CN" sz="2000" b="1" dirty="0">
                <a:latin typeface="Times New Roman" panose="02020603050405020304" pitchFamily="18" charset="0"/>
              </a:rPr>
              <a:t>FALSE</a:t>
            </a:r>
            <a:r>
              <a:rPr lang="zh-CN" altLang="en-US" sz="2000" b="1" dirty="0">
                <a:latin typeface="Times New Roman" panose="02020603050405020304" pitchFamily="18" charset="0"/>
              </a:rPr>
              <a:t>。</a:t>
            </a:r>
            <a:endParaRPr lang="zh-CN" altLang="en-US" sz="2000" b="1" dirty="0">
              <a:latin typeface="Times New Roman" panose="02020603050405020304" pitchFamily="18" charset="0"/>
            </a:endParaRPr>
          </a:p>
          <a:p>
            <a:r>
              <a:rPr lang="zh-CN" altLang="en-US" sz="2000" b="1" dirty="0">
                <a:latin typeface="Times New Roman" panose="02020603050405020304" pitchFamily="18" charset="0"/>
              </a:rPr>
              <a:t>字段</a:t>
            </a:r>
            <a:endParaRPr lang="zh-CN" altLang="en-US" sz="2000" b="1" dirty="0">
              <a:latin typeface="Times New Roman" panose="02020603050405020304" pitchFamily="18" charset="0"/>
            </a:endParaRPr>
          </a:p>
          <a:p>
            <a:r>
              <a:rPr lang="en-US" altLang="zh-CN" sz="2000" b="1" dirty="0">
                <a:latin typeface="Times New Roman" panose="02020603050405020304" pitchFamily="18" charset="0"/>
              </a:rPr>
              <a:t>center</a:t>
            </a:r>
            <a:r>
              <a:rPr lang="zh-CN" altLang="en-US" sz="2000" b="1" dirty="0">
                <a:latin typeface="Times New Roman" panose="02020603050405020304" pitchFamily="18" charset="0"/>
              </a:rPr>
              <a:t>：定义限制箱型区域中的几何中心点，在这个区域内，传感器会感应观看者的移动行为。</a:t>
            </a:r>
            <a:endParaRPr lang="zh-CN" altLang="en-US" sz="2000" b="1" dirty="0">
              <a:latin typeface="Times New Roman" panose="02020603050405020304" pitchFamily="18" charset="0"/>
            </a:endParaRPr>
          </a:p>
          <a:p>
            <a:r>
              <a:rPr lang="en-US" altLang="zh-CN" sz="2000" b="1" dirty="0">
                <a:latin typeface="Times New Roman" panose="02020603050405020304" pitchFamily="18" charset="0"/>
              </a:rPr>
              <a:t>size</a:t>
            </a:r>
            <a:r>
              <a:rPr lang="zh-CN" altLang="en-US" sz="2000" b="1" dirty="0">
                <a:latin typeface="Times New Roman" panose="02020603050405020304" pitchFamily="18" charset="0"/>
              </a:rPr>
              <a:t>：决定限制箱型区域的尺寸。</a:t>
            </a:r>
            <a:endParaRPr lang="zh-CN" altLang="en-US" sz="2000" b="1" dirty="0">
              <a:latin typeface="Times New Roman" panose="02020603050405020304" pitchFamily="18" charset="0"/>
            </a:endParaRPr>
          </a:p>
          <a:p>
            <a:r>
              <a:rPr lang="en-US" altLang="zh-CN" sz="2000" b="1" dirty="0">
                <a:latin typeface="Times New Roman" panose="02020603050405020304" pitchFamily="18" charset="0"/>
              </a:rPr>
              <a:t>Enabled</a:t>
            </a:r>
            <a:r>
              <a:rPr lang="zh-CN" altLang="en-US" sz="2000" b="1" dirty="0">
                <a:latin typeface="Times New Roman" panose="02020603050405020304" pitchFamily="18" charset="0"/>
              </a:rPr>
              <a:t>：</a:t>
            </a:r>
            <a:endParaRPr lang="zh-CN" altLang="en-US" sz="2000" b="1" dirty="0">
              <a:latin typeface="Times New Roman" panose="02020603050405020304" pitchFamily="18" charset="0"/>
            </a:endParaRPr>
          </a:p>
          <a:p>
            <a:endParaRPr lang="zh-CN" altLang="en-US" sz="2000" b="1" dirty="0">
              <a:latin typeface="Times New Roman" panose="02020603050405020304" pitchFamily="18" charset="0"/>
            </a:endParaRPr>
          </a:p>
          <a:p>
            <a:endParaRPr lang="zh-CN" altLang="en-US" b="1" dirty="0">
              <a:solidFill>
                <a:srgbClr val="0033CC"/>
              </a:solidFill>
              <a:latin typeface="Times New Roman" panose="02020603050405020304" pitchFamily="18" charset="0"/>
            </a:endParaRPr>
          </a:p>
        </p:txBody>
      </p:sp>
      <p:sp>
        <p:nvSpPr>
          <p:cNvPr id="177156" name="Rectangle 5"/>
          <p:cNvSpPr/>
          <p:nvPr/>
        </p:nvSpPr>
        <p:spPr>
          <a:xfrm>
            <a:off x="1403350" y="908050"/>
            <a:ext cx="5402263" cy="457200"/>
          </a:xfrm>
          <a:prstGeom prst="rect">
            <a:avLst/>
          </a:prstGeom>
          <a:noFill/>
          <a:ln w="9525">
            <a:noFill/>
          </a:ln>
        </p:spPr>
        <p:txBody>
          <a:bodyPr wrap="none">
            <a:spAutoFit/>
          </a:bodyPr>
          <a:p>
            <a:pPr eaLnBrk="1" hangingPunct="1"/>
            <a:r>
              <a:rPr lang="zh-CN" altLang="en-US" b="1" dirty="0">
                <a:latin typeface="Times New Roman" panose="02020603050405020304" pitchFamily="18" charset="0"/>
              </a:rPr>
              <a:t>亲近度传感器节点</a:t>
            </a:r>
            <a:r>
              <a:rPr lang="en-US" altLang="zh-CN" b="1" dirty="0">
                <a:latin typeface="Times New Roman" panose="02020603050405020304" pitchFamily="18" charset="0"/>
              </a:rPr>
              <a:t>-----Proximity Sensor</a:t>
            </a:r>
            <a:endParaRPr lang="zh-CN" altLang="en-US" b="1" dirty="0">
              <a:latin typeface="Times New Roman" panose="02020603050405020304" pitchFamily="18" charset="0"/>
            </a:endParaRPr>
          </a:p>
        </p:txBody>
      </p:sp>
    </p:spTree>
  </p:cSld>
  <p:clrMapOvr>
    <a:masterClrMapping/>
  </p:clrMapOvr>
  <p:transition>
    <p:random/>
  </p:transition>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8178" name="页脚占位符 3"/>
          <p:cNvSpPr txBox="1">
            <a:spLocks noGrp="1"/>
          </p:cNvSpPr>
          <p:nvPr>
            <p:ph type="ftr" sz="quarter" idx="3"/>
          </p:nvPr>
        </p:nvSpPr>
        <p:spPr>
          <a:xfrm>
            <a:off x="3733800" y="6570663"/>
            <a:ext cx="2590800" cy="280987"/>
          </a:xfrm>
          <a:ln/>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r>
              <a:rPr lang="zh-CN" altLang="en-US" sz="1200" dirty="0">
                <a:solidFill>
                  <a:schemeClr val="folHlink"/>
                </a:solidFill>
              </a:rPr>
              <a:t>《虚拟地理环境及其应用》</a:t>
            </a:r>
            <a:endParaRPr lang="zh-CN" altLang="en-US" sz="1200" dirty="0">
              <a:solidFill>
                <a:schemeClr val="folHlink"/>
              </a:solidFill>
            </a:endParaRPr>
          </a:p>
        </p:txBody>
      </p:sp>
      <p:sp>
        <p:nvSpPr>
          <p:cNvPr id="178179" name="Rectangle 4"/>
          <p:cNvSpPr/>
          <p:nvPr/>
        </p:nvSpPr>
        <p:spPr>
          <a:xfrm>
            <a:off x="971550" y="2420938"/>
            <a:ext cx="7848600" cy="4108450"/>
          </a:xfrm>
          <a:prstGeom prst="rect">
            <a:avLst/>
          </a:prstGeom>
          <a:noFill/>
          <a:ln w="9525">
            <a:noFill/>
          </a:ln>
        </p:spPr>
        <p:txBody>
          <a:bodyPr>
            <a:spAutoFit/>
          </a:bodyPr>
          <a:p>
            <a:r>
              <a:rPr lang="zh-CN" altLang="en-US" b="1" dirty="0">
                <a:latin typeface="Times New Roman" panose="02020603050405020304" pitchFamily="18" charset="0"/>
              </a:rPr>
              <a:t>事件：</a:t>
            </a:r>
            <a:endParaRPr lang="zh-CN" altLang="en-US" b="1" dirty="0">
              <a:latin typeface="Times New Roman" panose="02020603050405020304" pitchFamily="18" charset="0"/>
            </a:endParaRPr>
          </a:p>
          <a:p>
            <a:r>
              <a:rPr lang="en-US" altLang="zh-CN" b="1" dirty="0">
                <a:latin typeface="Times New Roman" panose="02020603050405020304" pitchFamily="18" charset="0"/>
              </a:rPr>
              <a:t>isActive</a:t>
            </a:r>
            <a:r>
              <a:rPr lang="zh-CN" altLang="en-US" b="1" dirty="0">
                <a:latin typeface="Times New Roman" panose="02020603050405020304" pitchFamily="18" charset="0"/>
              </a:rPr>
              <a:t>：</a:t>
            </a:r>
            <a:endParaRPr lang="zh-CN" altLang="en-US" b="1" dirty="0">
              <a:latin typeface="Times New Roman" panose="02020603050405020304" pitchFamily="18" charset="0"/>
            </a:endParaRPr>
          </a:p>
          <a:p>
            <a:r>
              <a:rPr lang="en-US" altLang="zh-CN" b="1" dirty="0">
                <a:latin typeface="Times New Roman" panose="02020603050405020304" pitchFamily="18" charset="0"/>
              </a:rPr>
              <a:t>position_changed</a:t>
            </a:r>
            <a:r>
              <a:rPr lang="zh-CN" altLang="en-US" b="1" dirty="0">
                <a:latin typeface="Times New Roman" panose="02020603050405020304" pitchFamily="18" charset="0"/>
              </a:rPr>
              <a:t>：是一个</a:t>
            </a:r>
            <a:r>
              <a:rPr lang="en-US" altLang="zh-CN" b="1" dirty="0">
                <a:latin typeface="Times New Roman" panose="02020603050405020304" pitchFamily="18" charset="0"/>
              </a:rPr>
              <a:t>eventOut</a:t>
            </a:r>
            <a:r>
              <a:rPr lang="zh-CN" altLang="en-US" b="1" dirty="0">
                <a:latin typeface="Times New Roman" panose="02020603050405020304" pitchFamily="18" charset="0"/>
              </a:rPr>
              <a:t>事件。表示观看者目前的位置，无论何时只要观看者移入限制箱型区域，位置就会被更新。</a:t>
            </a:r>
            <a:endParaRPr lang="zh-CN" altLang="en-US" b="1" dirty="0">
              <a:latin typeface="Times New Roman" panose="02020603050405020304" pitchFamily="18" charset="0"/>
            </a:endParaRPr>
          </a:p>
          <a:p>
            <a:r>
              <a:rPr lang="en-US" altLang="zh-CN" b="1" dirty="0">
                <a:latin typeface="Times New Roman" panose="02020603050405020304" pitchFamily="18" charset="0"/>
              </a:rPr>
              <a:t>Orientation_changed</a:t>
            </a:r>
            <a:r>
              <a:rPr lang="zh-CN" altLang="en-US" b="1" dirty="0">
                <a:latin typeface="Times New Roman" panose="02020603050405020304" pitchFamily="18" charset="0"/>
              </a:rPr>
              <a:t>：</a:t>
            </a:r>
            <a:r>
              <a:rPr lang="en-US" altLang="zh-CN" b="1" dirty="0">
                <a:latin typeface="Times New Roman" panose="02020603050405020304" pitchFamily="18" charset="0"/>
              </a:rPr>
              <a:t>eventOut</a:t>
            </a:r>
            <a:r>
              <a:rPr lang="zh-CN" altLang="en-US" b="1" dirty="0">
                <a:latin typeface="Times New Roman" panose="02020603050405020304" pitchFamily="18" charset="0"/>
              </a:rPr>
              <a:t>事件。表示观看者目前的方位，无论何时只要观看者移入限制箱型区域，方位就会被更新。</a:t>
            </a:r>
            <a:endParaRPr lang="en-US" altLang="zh-CN" b="1" dirty="0">
              <a:latin typeface="Times New Roman" panose="02020603050405020304" pitchFamily="18" charset="0"/>
            </a:endParaRPr>
          </a:p>
          <a:p>
            <a:r>
              <a:rPr lang="en-US" altLang="zh-CN" b="1" dirty="0">
                <a:latin typeface="Times New Roman" panose="02020603050405020304" pitchFamily="18" charset="0"/>
              </a:rPr>
              <a:t>enterTime</a:t>
            </a:r>
            <a:r>
              <a:rPr lang="zh-CN" altLang="en-US" b="1" dirty="0">
                <a:latin typeface="Times New Roman" panose="02020603050405020304" pitchFamily="18" charset="0"/>
              </a:rPr>
              <a:t>：</a:t>
            </a:r>
            <a:endParaRPr lang="zh-CN" altLang="en-US" b="1" dirty="0">
              <a:latin typeface="Times New Roman" panose="02020603050405020304" pitchFamily="18" charset="0"/>
            </a:endParaRPr>
          </a:p>
          <a:p>
            <a:r>
              <a:rPr lang="en-US" altLang="zh-CN" b="1" dirty="0">
                <a:latin typeface="Times New Roman" panose="02020603050405020304" pitchFamily="18" charset="0"/>
              </a:rPr>
              <a:t>exitTime</a:t>
            </a:r>
            <a:r>
              <a:rPr lang="zh-CN" altLang="en-US" b="1" dirty="0">
                <a:latin typeface="Times New Roman" panose="02020603050405020304" pitchFamily="18" charset="0"/>
              </a:rPr>
              <a:t>：</a:t>
            </a:r>
            <a:endParaRPr lang="zh-CN" altLang="en-US" b="1" dirty="0">
              <a:latin typeface="Times New Roman" panose="02020603050405020304" pitchFamily="18" charset="0"/>
            </a:endParaRPr>
          </a:p>
          <a:p>
            <a:r>
              <a:rPr lang="zh-CN" altLang="en-US" b="1" dirty="0">
                <a:latin typeface="Times New Roman" panose="02020603050405020304" pitchFamily="18" charset="0"/>
              </a:rPr>
              <a:t> 示例   </a:t>
            </a:r>
            <a:r>
              <a:rPr lang="en-US" altLang="zh-CN" b="1" dirty="0">
                <a:latin typeface="Times New Roman" panose="02020603050405020304" pitchFamily="18" charset="0"/>
              </a:rPr>
              <a:t>10.6</a:t>
            </a:r>
            <a:endParaRPr lang="zh-CN" altLang="en-US" b="1" dirty="0">
              <a:latin typeface="Times New Roman" panose="02020603050405020304" pitchFamily="18" charset="0"/>
            </a:endParaRPr>
          </a:p>
        </p:txBody>
      </p:sp>
      <p:sp>
        <p:nvSpPr>
          <p:cNvPr id="178180" name="Rectangle 5"/>
          <p:cNvSpPr/>
          <p:nvPr/>
        </p:nvSpPr>
        <p:spPr>
          <a:xfrm>
            <a:off x="1403350" y="908050"/>
            <a:ext cx="5402263" cy="457200"/>
          </a:xfrm>
          <a:prstGeom prst="rect">
            <a:avLst/>
          </a:prstGeom>
          <a:noFill/>
          <a:ln w="9525">
            <a:noFill/>
          </a:ln>
        </p:spPr>
        <p:txBody>
          <a:bodyPr wrap="none">
            <a:spAutoFit/>
          </a:bodyPr>
          <a:p>
            <a:pPr eaLnBrk="1" hangingPunct="1"/>
            <a:r>
              <a:rPr lang="zh-CN" altLang="en-US" b="1" dirty="0">
                <a:latin typeface="Times New Roman" panose="02020603050405020304" pitchFamily="18" charset="0"/>
              </a:rPr>
              <a:t>亲近度传感器节点</a:t>
            </a:r>
            <a:r>
              <a:rPr lang="en-US" altLang="zh-CN" b="1" dirty="0">
                <a:latin typeface="Times New Roman" panose="02020603050405020304" pitchFamily="18" charset="0"/>
              </a:rPr>
              <a:t>-----Proximity Sensor</a:t>
            </a:r>
            <a:endParaRPr lang="zh-CN" altLang="en-US" b="1" dirty="0">
              <a:latin typeface="Times New Roman" panose="02020603050405020304" pitchFamily="18" charset="0"/>
            </a:endParaRPr>
          </a:p>
        </p:txBody>
      </p:sp>
    </p:spTree>
  </p:cSld>
  <p:clrMapOvr>
    <a:masterClrMapping/>
  </p:clrMapOvr>
  <p:transition>
    <p:push dir="r"/>
  </p:transition>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9202" name="页脚占位符 3"/>
          <p:cNvSpPr txBox="1">
            <a:spLocks noGrp="1"/>
          </p:cNvSpPr>
          <p:nvPr>
            <p:ph type="ftr" sz="quarter" idx="3"/>
          </p:nvPr>
        </p:nvSpPr>
        <p:spPr>
          <a:xfrm>
            <a:off x="3733800" y="6570663"/>
            <a:ext cx="2590800" cy="280987"/>
          </a:xfrm>
          <a:ln/>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r>
              <a:rPr lang="zh-CN" altLang="en-US" sz="1200" dirty="0">
                <a:solidFill>
                  <a:schemeClr val="folHlink"/>
                </a:solidFill>
              </a:rPr>
              <a:t>《虚拟地理环境及其应用》</a:t>
            </a:r>
            <a:endParaRPr lang="zh-CN" altLang="en-US" sz="1200" dirty="0">
              <a:solidFill>
                <a:schemeClr val="folHlink"/>
              </a:solidFill>
            </a:endParaRPr>
          </a:p>
        </p:txBody>
      </p:sp>
      <p:sp>
        <p:nvSpPr>
          <p:cNvPr id="179203" name="Rectangle 4"/>
          <p:cNvSpPr/>
          <p:nvPr/>
        </p:nvSpPr>
        <p:spPr>
          <a:xfrm>
            <a:off x="755650" y="1916113"/>
            <a:ext cx="7924800" cy="4694237"/>
          </a:xfrm>
          <a:prstGeom prst="rect">
            <a:avLst/>
          </a:prstGeom>
          <a:noFill/>
          <a:ln w="9525">
            <a:noFill/>
          </a:ln>
        </p:spPr>
        <p:txBody>
          <a:bodyPr anchor="ctr" anchorCtr="0">
            <a:spAutoFit/>
          </a:bodyPr>
          <a:p>
            <a:pPr defTabSz="914400">
              <a:tabLst>
                <a:tab pos="381000" algn="l"/>
              </a:tabLst>
            </a:pPr>
            <a:r>
              <a:rPr lang="zh-CN" altLang="en-US" sz="2000" b="1" dirty="0">
                <a:latin typeface="Times New Roman" panose="02020603050405020304" pitchFamily="18" charset="0"/>
              </a:rPr>
              <a:t>说明</a:t>
            </a:r>
            <a:r>
              <a:rPr lang="en-US" altLang="zh-CN" sz="2000" b="1" dirty="0">
                <a:latin typeface="Times New Roman" panose="02020603050405020304" pitchFamily="18" charset="0"/>
              </a:rPr>
              <a:t>:</a:t>
            </a:r>
            <a:r>
              <a:rPr lang="zh-CN" altLang="en-US" sz="2000" b="1" dirty="0">
                <a:latin typeface="Times New Roman" panose="02020603050405020304" pitchFamily="18" charset="0"/>
              </a:rPr>
              <a:t>是一个群节点，它类似</a:t>
            </a:r>
            <a:r>
              <a:rPr lang="en-US" altLang="zh-CN" sz="2000" b="1" dirty="0">
                <a:latin typeface="Times New Roman" panose="02020603050405020304" pitchFamily="18" charset="0"/>
              </a:rPr>
              <a:t>Group</a:t>
            </a:r>
            <a:r>
              <a:rPr lang="zh-CN" altLang="en-US" sz="2000" b="1" dirty="0">
                <a:latin typeface="Times New Roman" panose="02020603050405020304" pitchFamily="18" charset="0"/>
              </a:rPr>
              <a:t>节点，可以有多个子节点在</a:t>
            </a:r>
            <a:r>
              <a:rPr lang="en-US" altLang="zh-CN" sz="2000" b="1" dirty="0">
                <a:latin typeface="Times New Roman" panose="02020603050405020304" pitchFamily="18" charset="0"/>
              </a:rPr>
              <a:t>Children</a:t>
            </a:r>
            <a:r>
              <a:rPr lang="zh-CN" altLang="en-US" sz="2000" b="1" dirty="0">
                <a:latin typeface="Times New Roman" panose="02020603050405020304" pitchFamily="18" charset="0"/>
              </a:rPr>
              <a:t>的字段里，但是它又有传感器节点的性质。</a:t>
            </a:r>
            <a:endParaRPr lang="zh-CN" altLang="en-US" sz="2000" b="1" dirty="0">
              <a:latin typeface="Times New Roman" panose="02020603050405020304" pitchFamily="18" charset="0"/>
            </a:endParaRPr>
          </a:p>
          <a:p>
            <a:pPr defTabSz="914400">
              <a:tabLst>
                <a:tab pos="381000" algn="l"/>
              </a:tabLst>
            </a:pPr>
            <a:r>
              <a:rPr lang="zh-CN" altLang="en-US" sz="2000" b="1" dirty="0">
                <a:latin typeface="Times New Roman" panose="02020603050405020304" pitchFamily="18" charset="0"/>
              </a:rPr>
              <a:t>主要功能是感测观看者和虚拟对象非常接近并且几乎要碰撞在一起时的现象，就像一个人跑去撞墙，在他撞到墙之后，一定会有所反应，通常的反应是大叫一声，可以利用此节点去感应观看者撞到某个虚拟对象时，使用</a:t>
            </a:r>
            <a:r>
              <a:rPr lang="en-US" altLang="zh-CN" sz="2000" b="1" dirty="0">
                <a:latin typeface="Times New Roman" panose="02020603050405020304" pitchFamily="18" charset="0"/>
              </a:rPr>
              <a:t>route</a:t>
            </a:r>
            <a:r>
              <a:rPr lang="zh-CN" altLang="en-US" sz="2000" b="1" dirty="0">
                <a:latin typeface="Times New Roman" panose="02020603050405020304" pitchFamily="18" charset="0"/>
              </a:rPr>
              <a:t>提交</a:t>
            </a:r>
            <a:r>
              <a:rPr lang="en-US" altLang="zh-CN" sz="2000" b="1" dirty="0">
                <a:latin typeface="Times New Roman" panose="02020603050405020304" pitchFamily="18" charset="0"/>
              </a:rPr>
              <a:t>eventOut</a:t>
            </a:r>
            <a:r>
              <a:rPr lang="zh-CN" altLang="en-US" sz="2000" b="1" dirty="0">
                <a:latin typeface="Times New Roman" panose="02020603050405020304" pitchFamily="18" charset="0"/>
              </a:rPr>
              <a:t>事件启动一个声音节点，发出声音，让虚拟现实有拟人化的效果。</a:t>
            </a:r>
            <a:endParaRPr lang="zh-CN" altLang="en-US" sz="2000" b="1" dirty="0">
              <a:latin typeface="Times New Roman" panose="02020603050405020304" pitchFamily="18" charset="0"/>
            </a:endParaRPr>
          </a:p>
          <a:p>
            <a:pPr defTabSz="914400">
              <a:tabLst>
                <a:tab pos="381000" algn="l"/>
              </a:tabLst>
            </a:pPr>
            <a:r>
              <a:rPr lang="en-US" altLang="zh-CN" sz="2000" b="1" dirty="0">
                <a:latin typeface="Times New Roman" panose="02020603050405020304" pitchFamily="18" charset="0"/>
              </a:rPr>
              <a:t>Collision</a:t>
            </a:r>
            <a:r>
              <a:rPr lang="zh-CN" altLang="en-US" sz="2000" b="1" dirty="0">
                <a:latin typeface="Times New Roman" panose="02020603050405020304" pitchFamily="18" charset="0"/>
              </a:rPr>
              <a:t>组节点允许对某些物体关闭碰撞检测，或者用一个简单形状的替代物加快检测的速度。</a:t>
            </a:r>
            <a:br>
              <a:rPr lang="zh-CN" altLang="en-US" sz="2000" b="1" dirty="0">
                <a:latin typeface="Times New Roman" panose="02020603050405020304" pitchFamily="18" charset="0"/>
              </a:rPr>
            </a:br>
            <a:r>
              <a:rPr lang="zh-CN" altLang="en-US" sz="2000" b="1" dirty="0">
                <a:latin typeface="Times New Roman" panose="02020603050405020304" pitchFamily="18" charset="0"/>
              </a:rPr>
              <a:t>        缺省的情况下，认为场景中的所有物体都有可能被碰撞。如果在一个场景中没有指定</a:t>
            </a:r>
            <a:r>
              <a:rPr lang="en-US" altLang="zh-CN" sz="2000" b="1" dirty="0">
                <a:latin typeface="Times New Roman" panose="02020603050405020304" pitchFamily="18" charset="0"/>
              </a:rPr>
              <a:t>Collision</a:t>
            </a:r>
            <a:r>
              <a:rPr lang="zh-CN" altLang="en-US" sz="2000" b="1" dirty="0">
                <a:latin typeface="Times New Roman" panose="02020603050405020304" pitchFamily="18" charset="0"/>
              </a:rPr>
              <a:t>节点，在进行浏览时浏览器将检测用户是否要与某个物体发生碰撞。例如，这一检测可以预防用户穿过建筑物的墙壁，或者限制用户浏览场景中的特定区域。当碰撞发生时会有什么反应将由浏览器定义。例如，当用户跑入一物体中，浏览器可能将用户弹出此物体或者简单的停止其运动过程。</a:t>
            </a:r>
            <a:r>
              <a:rPr lang="zh-CN" altLang="en-US" sz="2200" dirty="0">
                <a:latin typeface="Times New Roman" panose="02020603050405020304" pitchFamily="18" charset="0"/>
              </a:rPr>
              <a:t> </a:t>
            </a:r>
            <a:endParaRPr lang="zh-CN" altLang="en-US" sz="2200" dirty="0">
              <a:latin typeface="Times New Roman" panose="02020603050405020304" pitchFamily="18" charset="0"/>
            </a:endParaRPr>
          </a:p>
        </p:txBody>
      </p:sp>
      <p:sp>
        <p:nvSpPr>
          <p:cNvPr id="179204" name="Rectangle 5"/>
          <p:cNvSpPr/>
          <p:nvPr/>
        </p:nvSpPr>
        <p:spPr>
          <a:xfrm>
            <a:off x="1258888" y="765175"/>
            <a:ext cx="5464175" cy="457200"/>
          </a:xfrm>
          <a:prstGeom prst="rect">
            <a:avLst/>
          </a:prstGeom>
          <a:noFill/>
          <a:ln w="9525">
            <a:noFill/>
          </a:ln>
        </p:spPr>
        <p:txBody>
          <a:bodyPr wrap="none">
            <a:spAutoFit/>
          </a:bodyPr>
          <a:p>
            <a:pPr lvl="1"/>
            <a:r>
              <a:rPr lang="zh-CN" altLang="en-US" b="1" dirty="0">
                <a:latin typeface="Times New Roman" panose="02020603050405020304" pitchFamily="18" charset="0"/>
              </a:rPr>
              <a:t>七、碰撞传感器节点</a:t>
            </a:r>
            <a:r>
              <a:rPr lang="en-US" altLang="zh-CN" b="1" dirty="0">
                <a:latin typeface="Times New Roman" panose="02020603050405020304" pitchFamily="18" charset="0"/>
              </a:rPr>
              <a:t>---------Collision</a:t>
            </a:r>
            <a:endParaRPr lang="en-US" altLang="zh-CN" b="1" dirty="0">
              <a:latin typeface="Times New Roman" panose="02020603050405020304" pitchFamily="18" charset="0"/>
            </a:endParaRPr>
          </a:p>
        </p:txBody>
      </p:sp>
    </p:spTree>
  </p:cSld>
  <p:clrMapOvr>
    <a:masterClrMapping/>
  </p:clrMapOvr>
  <p:transition>
    <p:random/>
  </p:transition>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0226" name="页脚占位符 3"/>
          <p:cNvSpPr txBox="1">
            <a:spLocks noGrp="1"/>
          </p:cNvSpPr>
          <p:nvPr>
            <p:ph type="ftr" sz="quarter" idx="3"/>
          </p:nvPr>
        </p:nvSpPr>
        <p:spPr>
          <a:xfrm>
            <a:off x="3733800" y="6570663"/>
            <a:ext cx="2590800" cy="280987"/>
          </a:xfrm>
          <a:ln/>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r>
              <a:rPr lang="zh-CN" altLang="en-US" sz="1200" dirty="0">
                <a:solidFill>
                  <a:schemeClr val="folHlink"/>
                </a:solidFill>
              </a:rPr>
              <a:t>《虚拟地理环境及其应用》</a:t>
            </a:r>
            <a:endParaRPr lang="zh-CN" altLang="en-US" sz="1200" dirty="0">
              <a:solidFill>
                <a:schemeClr val="folHlink"/>
              </a:solidFill>
            </a:endParaRPr>
          </a:p>
        </p:txBody>
      </p:sp>
      <p:sp>
        <p:nvSpPr>
          <p:cNvPr id="180227" name="Rectangle 4"/>
          <p:cNvSpPr/>
          <p:nvPr/>
        </p:nvSpPr>
        <p:spPr>
          <a:xfrm>
            <a:off x="1042988" y="2060575"/>
            <a:ext cx="7742237" cy="4271963"/>
          </a:xfrm>
          <a:prstGeom prst="rect">
            <a:avLst/>
          </a:prstGeom>
          <a:noFill/>
          <a:ln w="9525">
            <a:noFill/>
          </a:ln>
        </p:spPr>
        <p:txBody>
          <a:bodyPr anchor="ctr" anchorCtr="0">
            <a:spAutoFit/>
          </a:bodyPr>
          <a:p>
            <a:r>
              <a:rPr lang="zh-CN" altLang="en-US" sz="1800" b="1" dirty="0">
                <a:latin typeface="Times New Roman" panose="02020603050405020304" pitchFamily="18" charset="0"/>
              </a:rPr>
              <a:t>       由于对任意复杂的几何形体进行碰撞检测的计算量相当大，一个提高运行性能的方法是另外定义一个碰撞代体（</a:t>
            </a:r>
            <a:r>
              <a:rPr lang="en-US" altLang="zh-CN" sz="1800" b="1" dirty="0">
                <a:latin typeface="Times New Roman" panose="02020603050405020304" pitchFamily="18" charset="0"/>
              </a:rPr>
              <a:t>proxy</a:t>
            </a:r>
            <a:r>
              <a:rPr lang="zh-CN" altLang="en-US" sz="1800" b="1" dirty="0">
                <a:latin typeface="Times New Roman" panose="02020603050405020304" pitchFamily="18" charset="0"/>
              </a:rPr>
              <a:t>）完成碰撞检测。这个</a:t>
            </a:r>
            <a:r>
              <a:rPr lang="en-US" altLang="zh-CN" sz="1800" b="1" dirty="0">
                <a:latin typeface="Times New Roman" panose="02020603050405020304" pitchFamily="18" charset="0"/>
              </a:rPr>
              <a:t>proxy</a:t>
            </a:r>
            <a:r>
              <a:rPr lang="zh-CN" altLang="en-US" sz="1800" b="1" dirty="0">
                <a:latin typeface="Times New Roman" panose="02020603050405020304" pitchFamily="18" charset="0"/>
              </a:rPr>
              <a:t>域中定义的代体可以是任意合法的</a:t>
            </a:r>
            <a:r>
              <a:rPr lang="en-US" altLang="zh-CN" sz="1800" b="1" dirty="0">
                <a:latin typeface="Times New Roman" panose="02020603050405020304" pitchFamily="18" charset="0"/>
              </a:rPr>
              <a:t>VRML</a:t>
            </a:r>
            <a:r>
              <a:rPr lang="zh-CN" altLang="en-US" sz="1800" b="1" dirty="0">
                <a:latin typeface="Times New Roman" panose="02020603050405020304" pitchFamily="18" charset="0"/>
              </a:rPr>
              <a:t>组或子节点。在碰撞检测时，仅用代体参与检测，所有</a:t>
            </a:r>
            <a:r>
              <a:rPr lang="en-US" altLang="zh-CN" sz="1800" b="1" dirty="0">
                <a:latin typeface="Times New Roman" panose="02020603050405020304" pitchFamily="18" charset="0"/>
              </a:rPr>
              <a:t>Collision</a:t>
            </a:r>
            <a:r>
              <a:rPr lang="zh-CN" altLang="en-US" sz="1800" b="1" dirty="0">
                <a:latin typeface="Times New Roman" panose="02020603050405020304" pitchFamily="18" charset="0"/>
              </a:rPr>
              <a:t>节点的子节点完全的被忽略掉。一个代体可以简单到时一个包围盒或包围球。</a:t>
            </a:r>
            <a:br>
              <a:rPr lang="zh-CN" altLang="en-US" sz="1800" b="1" dirty="0">
                <a:latin typeface="Times New Roman" panose="02020603050405020304" pitchFamily="18" charset="0"/>
              </a:rPr>
            </a:br>
            <a:r>
              <a:rPr lang="zh-CN" altLang="en-US" sz="1800" b="1" dirty="0">
                <a:latin typeface="Times New Roman" panose="02020603050405020304" pitchFamily="18" charset="0"/>
              </a:rPr>
              <a:t>        如果</a:t>
            </a:r>
            <a:r>
              <a:rPr lang="en-US" altLang="zh-CN" sz="1800" b="1" dirty="0">
                <a:latin typeface="Times New Roman" panose="02020603050405020304" pitchFamily="18" charset="0"/>
              </a:rPr>
              <a:t>children</a:t>
            </a:r>
            <a:r>
              <a:rPr lang="zh-CN" altLang="en-US" sz="1800" b="1" dirty="0">
                <a:latin typeface="Times New Roman" panose="02020603050405020304" pitchFamily="18" charset="0"/>
              </a:rPr>
              <a:t>域为空，</a:t>
            </a:r>
            <a:r>
              <a:rPr lang="en-US" altLang="zh-CN" sz="1800" b="1" dirty="0">
                <a:latin typeface="Times New Roman" panose="02020603050405020304" pitchFamily="18" charset="0"/>
              </a:rPr>
              <a:t>collide</a:t>
            </a:r>
            <a:r>
              <a:rPr lang="zh-CN" altLang="en-US" sz="1800" b="1" dirty="0">
                <a:latin typeface="Times New Roman" panose="02020603050405020304" pitchFamily="18" charset="0"/>
              </a:rPr>
              <a:t>域为</a:t>
            </a:r>
            <a:r>
              <a:rPr lang="en-US" altLang="zh-CN" sz="1800" b="1" dirty="0">
                <a:latin typeface="Times New Roman" panose="02020603050405020304" pitchFamily="18" charset="0"/>
              </a:rPr>
              <a:t>TRUE</a:t>
            </a:r>
            <a:r>
              <a:rPr lang="zh-CN" altLang="en-US" sz="1800" b="1" dirty="0">
                <a:latin typeface="Times New Roman" panose="02020603050405020304" pitchFamily="18" charset="0"/>
              </a:rPr>
              <a:t>，且已指定一个代体，那么尽管什么也没有显示，碰撞检测仍将针对代体进行。这是一种针对不可见几何形体进行的碰撞检测。</a:t>
            </a:r>
            <a:br>
              <a:rPr lang="zh-CN" altLang="en-US" sz="1800" b="1" dirty="0">
                <a:latin typeface="Times New Roman" panose="02020603050405020304" pitchFamily="18" charset="0"/>
              </a:rPr>
            </a:br>
            <a:r>
              <a:rPr lang="zh-CN" altLang="en-US" sz="1800" b="1" dirty="0">
                <a:latin typeface="Times New Roman" panose="02020603050405020304" pitchFamily="18" charset="0"/>
              </a:rPr>
              <a:t>  </a:t>
            </a:r>
            <a:r>
              <a:rPr lang="en-US" altLang="zh-CN" sz="1800" b="1" dirty="0">
                <a:latin typeface="Times New Roman" panose="02020603050405020304" pitchFamily="18" charset="0"/>
              </a:rPr>
              <a:t>proxy</a:t>
            </a:r>
            <a:r>
              <a:rPr lang="zh-CN" altLang="en-US" sz="1800" b="1" dirty="0">
                <a:latin typeface="Times New Roman" panose="02020603050405020304" pitchFamily="18" charset="0"/>
              </a:rPr>
              <a:t>和</a:t>
            </a:r>
            <a:r>
              <a:rPr lang="en-US" altLang="zh-CN" sz="1800" b="1" dirty="0">
                <a:latin typeface="Times New Roman" panose="02020603050405020304" pitchFamily="18" charset="0"/>
              </a:rPr>
              <a:t>children</a:t>
            </a:r>
            <a:r>
              <a:rPr lang="zh-CN" altLang="en-US" sz="1800" b="1" dirty="0">
                <a:latin typeface="Times New Roman" panose="02020603050405020304" pitchFamily="18" charset="0"/>
              </a:rPr>
              <a:t>可以包含嵌套的</a:t>
            </a:r>
            <a:r>
              <a:rPr lang="en-US" altLang="zh-CN" sz="1800" b="1" dirty="0">
                <a:latin typeface="Times New Roman" panose="02020603050405020304" pitchFamily="18" charset="0"/>
              </a:rPr>
              <a:t>Collision</a:t>
            </a:r>
            <a:r>
              <a:rPr lang="zh-CN" altLang="en-US" sz="1800" b="1" dirty="0">
                <a:latin typeface="Times New Roman" panose="02020603050405020304" pitchFamily="18" charset="0"/>
              </a:rPr>
              <a:t>节点。如果一个子</a:t>
            </a:r>
            <a:r>
              <a:rPr lang="en-US" altLang="zh-CN" sz="1800" b="1" dirty="0">
                <a:latin typeface="Times New Roman" panose="02020603050405020304" pitchFamily="18" charset="0"/>
              </a:rPr>
              <a:t>Collision</a:t>
            </a:r>
            <a:r>
              <a:rPr lang="zh-CN" altLang="en-US" sz="1800" b="1" dirty="0">
                <a:latin typeface="Times New Roman" panose="02020603050405020304" pitchFamily="18" charset="0"/>
              </a:rPr>
              <a:t>节点检测到一次碰撞并且发出一个</a:t>
            </a:r>
            <a:r>
              <a:rPr lang="en-US" altLang="zh-CN" sz="1800" b="1" dirty="0">
                <a:latin typeface="Times New Roman" panose="02020603050405020304" pitchFamily="18" charset="0"/>
              </a:rPr>
              <a:t>Collision</a:t>
            </a:r>
            <a:r>
              <a:rPr lang="zh-CN" altLang="en-US" sz="1800" b="1" dirty="0">
                <a:latin typeface="Times New Roman" panose="02020603050405020304" pitchFamily="18" charset="0"/>
              </a:rPr>
              <a:t>输出事件，它的所有的父</a:t>
            </a:r>
            <a:r>
              <a:rPr lang="en-US" altLang="zh-CN" sz="1800" b="1" dirty="0">
                <a:latin typeface="Times New Roman" panose="02020603050405020304" pitchFamily="18" charset="0"/>
              </a:rPr>
              <a:t>Collision</a:t>
            </a:r>
            <a:r>
              <a:rPr lang="zh-CN" altLang="en-US" sz="1800" b="1" dirty="0">
                <a:latin typeface="Times New Roman" panose="02020603050405020304" pitchFamily="18" charset="0"/>
              </a:rPr>
              <a:t>节点也会发出一个与它的</a:t>
            </a:r>
            <a:r>
              <a:rPr lang="en-US" altLang="zh-CN" sz="1800" b="1" dirty="0">
                <a:latin typeface="Times New Roman" panose="02020603050405020304" pitchFamily="18" charset="0"/>
              </a:rPr>
              <a:t>collideTime</a:t>
            </a:r>
            <a:r>
              <a:rPr lang="zh-CN" altLang="en-US" sz="1800" b="1" dirty="0">
                <a:latin typeface="Times New Roman" panose="02020603050405020304" pitchFamily="18" charset="0"/>
              </a:rPr>
              <a:t>值相同的</a:t>
            </a:r>
            <a:r>
              <a:rPr lang="en-US" altLang="zh-CN" sz="1800" b="1" dirty="0">
                <a:latin typeface="Times New Roman" panose="02020603050405020304" pitchFamily="18" charset="0"/>
              </a:rPr>
              <a:t>collision</a:t>
            </a:r>
            <a:r>
              <a:rPr lang="zh-CN" altLang="en-US" sz="1800" b="1" dirty="0">
                <a:latin typeface="Times New Roman" panose="02020603050405020304" pitchFamily="18" charset="0"/>
              </a:rPr>
              <a:t>输出事件。</a:t>
            </a:r>
            <a:br>
              <a:rPr lang="zh-CN" altLang="en-US" sz="1800" b="1" dirty="0">
                <a:latin typeface="Times New Roman" panose="02020603050405020304" pitchFamily="18" charset="0"/>
              </a:rPr>
            </a:br>
            <a:r>
              <a:rPr lang="zh-CN" altLang="en-US" sz="1800" b="1" dirty="0">
                <a:latin typeface="Times New Roman" panose="02020603050405020304" pitchFamily="18" charset="0"/>
              </a:rPr>
              <a:t>        如果</a:t>
            </a:r>
            <a:r>
              <a:rPr lang="en-US" altLang="zh-CN" sz="1800" b="1" dirty="0">
                <a:latin typeface="Times New Roman" panose="02020603050405020304" pitchFamily="18" charset="0"/>
              </a:rPr>
              <a:t>collide</a:t>
            </a:r>
            <a:r>
              <a:rPr lang="zh-CN" altLang="en-US" sz="1800" b="1" dirty="0">
                <a:latin typeface="Times New Roman" panose="02020603050405020304" pitchFamily="18" charset="0"/>
              </a:rPr>
              <a:t>的值为</a:t>
            </a:r>
            <a:r>
              <a:rPr lang="en-US" altLang="zh-CN" sz="1800" b="1" dirty="0">
                <a:latin typeface="Times New Roman" panose="02020603050405020304" pitchFamily="18" charset="0"/>
              </a:rPr>
              <a:t>FALSE,</a:t>
            </a:r>
            <a:r>
              <a:rPr lang="zh-CN" altLang="en-US" sz="1800" b="1" dirty="0">
                <a:latin typeface="Times New Roman" panose="02020603050405020304" pitchFamily="18" charset="0"/>
              </a:rPr>
              <a:t>将不会对本节点的子节点、碰撞代体或本节点的任何深层子节点进行碰撞检测。如果一个场景中的根节点是一个</a:t>
            </a:r>
            <a:r>
              <a:rPr lang="en-US" altLang="zh-CN" sz="1800" b="1" dirty="0">
                <a:latin typeface="Times New Roman" panose="02020603050405020304" pitchFamily="18" charset="0"/>
              </a:rPr>
              <a:t>collide</a:t>
            </a:r>
            <a:r>
              <a:rPr lang="zh-CN" altLang="en-US" sz="1800" b="1" dirty="0">
                <a:latin typeface="Times New Roman" panose="02020603050405020304" pitchFamily="18" charset="0"/>
              </a:rPr>
              <a:t>域被设为</a:t>
            </a:r>
            <a:r>
              <a:rPr lang="en-US" altLang="zh-CN" sz="1800" b="1" dirty="0">
                <a:latin typeface="Times New Roman" panose="02020603050405020304" pitchFamily="18" charset="0"/>
              </a:rPr>
              <a:t>FALSE</a:t>
            </a:r>
            <a:r>
              <a:rPr lang="zh-CN" altLang="en-US" sz="1800" b="1" dirty="0">
                <a:latin typeface="Times New Roman" panose="02020603050405020304" pitchFamily="18" charset="0"/>
              </a:rPr>
              <a:t>的</a:t>
            </a:r>
            <a:r>
              <a:rPr lang="en-US" altLang="zh-CN" sz="1800" b="1" dirty="0">
                <a:latin typeface="Times New Roman" panose="02020603050405020304" pitchFamily="18" charset="0"/>
              </a:rPr>
              <a:t>Collision</a:t>
            </a:r>
            <a:r>
              <a:rPr lang="zh-CN" altLang="en-US" sz="1800" b="1" dirty="0">
                <a:latin typeface="Times New Roman" panose="02020603050405020304" pitchFamily="18" charset="0"/>
              </a:rPr>
              <a:t>节点，那么不管深层</a:t>
            </a:r>
            <a:r>
              <a:rPr lang="en-US" altLang="zh-CN" sz="1800" b="1" dirty="0">
                <a:latin typeface="Times New Roman" panose="02020603050405020304" pitchFamily="18" charset="0"/>
              </a:rPr>
              <a:t>Collision</a:t>
            </a:r>
            <a:r>
              <a:rPr lang="zh-CN" altLang="en-US" sz="1800" b="1" dirty="0">
                <a:latin typeface="Times New Roman" panose="02020603050405020304" pitchFamily="18" charset="0"/>
              </a:rPr>
              <a:t>节点的</a:t>
            </a:r>
            <a:r>
              <a:rPr lang="en-US" altLang="zh-CN" sz="1800" b="1" dirty="0">
                <a:latin typeface="Times New Roman" panose="02020603050405020304" pitchFamily="18" charset="0"/>
              </a:rPr>
              <a:t>collide</a:t>
            </a:r>
            <a:r>
              <a:rPr lang="zh-CN" altLang="en-US" sz="1800" b="1" dirty="0">
                <a:latin typeface="Times New Roman" panose="02020603050405020304" pitchFamily="18" charset="0"/>
              </a:rPr>
              <a:t>域是否设为</a:t>
            </a:r>
            <a:r>
              <a:rPr lang="en-US" altLang="zh-CN" sz="1800" b="1" dirty="0">
                <a:latin typeface="Times New Roman" panose="02020603050405020304" pitchFamily="18" charset="0"/>
              </a:rPr>
              <a:t>TRUE</a:t>
            </a:r>
            <a:r>
              <a:rPr lang="zh-CN" altLang="en-US" sz="1800" b="1" dirty="0">
                <a:latin typeface="Times New Roman" panose="02020603050405020304" pitchFamily="18" charset="0"/>
              </a:rPr>
              <a:t>，整个场景都不会进行碰撞检测。</a:t>
            </a:r>
            <a:r>
              <a:rPr lang="zh-CN" altLang="en-US" sz="2200" dirty="0">
                <a:latin typeface="Times New Roman" panose="02020603050405020304" pitchFamily="18" charset="0"/>
              </a:rPr>
              <a:t> </a:t>
            </a:r>
            <a:endParaRPr lang="zh-CN" altLang="en-US" sz="2200" dirty="0">
              <a:latin typeface="Times New Roman" panose="02020603050405020304" pitchFamily="18" charset="0"/>
            </a:endParaRPr>
          </a:p>
        </p:txBody>
      </p:sp>
      <p:sp>
        <p:nvSpPr>
          <p:cNvPr id="180228" name="Rectangle 5"/>
          <p:cNvSpPr/>
          <p:nvPr/>
        </p:nvSpPr>
        <p:spPr>
          <a:xfrm>
            <a:off x="1403350" y="836613"/>
            <a:ext cx="4851400" cy="457200"/>
          </a:xfrm>
          <a:prstGeom prst="rect">
            <a:avLst/>
          </a:prstGeom>
          <a:noFill/>
          <a:ln w="9525">
            <a:noFill/>
          </a:ln>
        </p:spPr>
        <p:txBody>
          <a:bodyPr wrap="none">
            <a:spAutoFit/>
          </a:bodyPr>
          <a:p>
            <a:pPr lvl="1"/>
            <a:r>
              <a:rPr lang="zh-CN" altLang="en-US" b="1" dirty="0">
                <a:latin typeface="Times New Roman" panose="02020603050405020304" pitchFamily="18" charset="0"/>
              </a:rPr>
              <a:t>碰撞传感器节点</a:t>
            </a:r>
            <a:r>
              <a:rPr lang="en-US" altLang="zh-CN" b="1" dirty="0">
                <a:latin typeface="Times New Roman" panose="02020603050405020304" pitchFamily="18" charset="0"/>
              </a:rPr>
              <a:t>---------Collision</a:t>
            </a:r>
            <a:endParaRPr lang="en-US" altLang="zh-CN" b="1" dirty="0">
              <a:latin typeface="Times New Roman" panose="02020603050405020304" pitchFamily="18" charset="0"/>
            </a:endParaRPr>
          </a:p>
        </p:txBody>
      </p:sp>
    </p:spTree>
  </p:cSld>
  <p:clrMapOvr>
    <a:masterClrMapping/>
  </p:clrMapOvr>
  <p:transition>
    <p:random/>
  </p:transition>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1250" name="页脚占位符 3"/>
          <p:cNvSpPr txBox="1">
            <a:spLocks noGrp="1"/>
          </p:cNvSpPr>
          <p:nvPr>
            <p:ph type="ftr" sz="quarter" idx="3"/>
          </p:nvPr>
        </p:nvSpPr>
        <p:spPr>
          <a:xfrm>
            <a:off x="3733800" y="6570663"/>
            <a:ext cx="2590800" cy="280987"/>
          </a:xfrm>
          <a:ln/>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r>
              <a:rPr lang="zh-CN" altLang="en-US" sz="1200" dirty="0">
                <a:solidFill>
                  <a:schemeClr val="folHlink"/>
                </a:solidFill>
              </a:rPr>
              <a:t>《虚拟地理环境及其应用》</a:t>
            </a:r>
            <a:endParaRPr lang="zh-CN" altLang="en-US" sz="1200" dirty="0">
              <a:solidFill>
                <a:schemeClr val="folHlink"/>
              </a:solidFill>
            </a:endParaRPr>
          </a:p>
        </p:txBody>
      </p:sp>
      <p:sp>
        <p:nvSpPr>
          <p:cNvPr id="181251" name="Rectangle 4"/>
          <p:cNvSpPr/>
          <p:nvPr/>
        </p:nvSpPr>
        <p:spPr>
          <a:xfrm>
            <a:off x="827088" y="1989138"/>
            <a:ext cx="7481887" cy="4359275"/>
          </a:xfrm>
          <a:prstGeom prst="rect">
            <a:avLst/>
          </a:prstGeom>
          <a:noFill/>
          <a:ln w="9525">
            <a:noFill/>
          </a:ln>
        </p:spPr>
        <p:txBody>
          <a:bodyPr anchor="ctr" anchorCtr="0">
            <a:spAutoFit/>
          </a:bodyPr>
          <a:p>
            <a:r>
              <a:rPr lang="zh-CN" altLang="en-US" sz="2000" b="1" dirty="0">
                <a:latin typeface="Times New Roman" panose="02020603050405020304" pitchFamily="18" charset="0"/>
              </a:rPr>
              <a:t>字段：</a:t>
            </a:r>
            <a:endParaRPr lang="zh-CN" altLang="en-US" sz="2000" b="1" dirty="0">
              <a:latin typeface="Times New Roman" panose="02020603050405020304" pitchFamily="18" charset="0"/>
            </a:endParaRPr>
          </a:p>
          <a:p>
            <a:r>
              <a:rPr lang="en-US" altLang="zh-CN" sz="2000" b="1" dirty="0">
                <a:latin typeface="Times New Roman" panose="02020603050405020304" pitchFamily="18" charset="0"/>
              </a:rPr>
              <a:t>children</a:t>
            </a:r>
            <a:r>
              <a:rPr lang="zh-CN" altLang="en-US" sz="2000" b="1" dirty="0">
                <a:latin typeface="Times New Roman" panose="02020603050405020304" pitchFamily="18" charset="0"/>
              </a:rPr>
              <a:t>：放的主要是要被</a:t>
            </a:r>
            <a:r>
              <a:rPr lang="en-US" altLang="zh-CN" sz="2000" b="1" dirty="0">
                <a:latin typeface="Times New Roman" panose="02020603050405020304" pitchFamily="18" charset="0"/>
              </a:rPr>
              <a:t>Collision</a:t>
            </a:r>
            <a:r>
              <a:rPr lang="zh-CN" altLang="en-US" sz="2000" b="1" dirty="0">
                <a:latin typeface="Times New Roman" panose="02020603050405020304" pitchFamily="18" charset="0"/>
              </a:rPr>
              <a:t>节点感应的对象（子节点）。如果已经有代理对象（</a:t>
            </a:r>
            <a:r>
              <a:rPr lang="en-US" altLang="zh-CN" sz="2000" b="1" dirty="0">
                <a:latin typeface="Times New Roman" panose="02020603050405020304" pitchFamily="18" charset="0"/>
              </a:rPr>
              <a:t>proxy object</a:t>
            </a:r>
            <a:r>
              <a:rPr lang="zh-CN" altLang="en-US" sz="2000" b="1" dirty="0">
                <a:latin typeface="Times New Roman" panose="02020603050405020304" pitchFamily="18" charset="0"/>
              </a:rPr>
              <a:t>）支持，</a:t>
            </a:r>
            <a:r>
              <a:rPr lang="en-US" altLang="zh-CN" sz="2000" b="1" dirty="0">
                <a:latin typeface="Times New Roman" panose="02020603050405020304" pitchFamily="18" charset="0"/>
              </a:rPr>
              <a:t>Collision</a:t>
            </a:r>
            <a:r>
              <a:rPr lang="zh-CN" altLang="en-US" sz="2000" b="1" dirty="0">
                <a:latin typeface="Times New Roman" panose="02020603050405020304" pitchFamily="18" charset="0"/>
              </a:rPr>
              <a:t>节点将只对代理对象而不会去感应该字段里的对象。</a:t>
            </a:r>
            <a:endParaRPr lang="zh-CN" altLang="en-US" sz="2000" b="1" dirty="0">
              <a:latin typeface="Times New Roman" panose="02020603050405020304" pitchFamily="18" charset="0"/>
            </a:endParaRPr>
          </a:p>
          <a:p>
            <a:r>
              <a:rPr lang="en-US" altLang="zh-CN" sz="2000" b="1" dirty="0">
                <a:latin typeface="Times New Roman" panose="02020603050405020304" pitchFamily="18" charset="0"/>
              </a:rPr>
              <a:t>Collide</a:t>
            </a:r>
            <a:r>
              <a:rPr lang="zh-CN" altLang="en-US" sz="2000" b="1" dirty="0">
                <a:latin typeface="Times New Roman" panose="02020603050405020304" pitchFamily="18" charset="0"/>
              </a:rPr>
              <a:t>：</a:t>
            </a:r>
            <a:r>
              <a:rPr lang="en-US" altLang="zh-CN" sz="2000" b="1" dirty="0">
                <a:latin typeface="Times New Roman" panose="02020603050405020304" pitchFamily="18" charset="0"/>
              </a:rPr>
              <a:t>TRUE</a:t>
            </a:r>
            <a:r>
              <a:rPr lang="zh-CN" altLang="en-US" sz="2000" b="1" dirty="0">
                <a:latin typeface="Times New Roman" panose="02020603050405020304" pitchFamily="18" charset="0"/>
              </a:rPr>
              <a:t>表示要感应</a:t>
            </a:r>
            <a:r>
              <a:rPr lang="en-US" altLang="zh-CN" sz="2000" b="1" dirty="0">
                <a:latin typeface="Times New Roman" panose="02020603050405020304" pitchFamily="18" charset="0"/>
              </a:rPr>
              <a:t>children</a:t>
            </a:r>
            <a:r>
              <a:rPr lang="zh-CN" altLang="en-US" sz="2000" b="1" dirty="0">
                <a:latin typeface="Times New Roman" panose="02020603050405020304" pitchFamily="18" charset="0"/>
              </a:rPr>
              <a:t>字段中的子节点，为默认值。</a:t>
            </a:r>
            <a:endParaRPr lang="zh-CN" altLang="en-US" sz="2000" b="1" dirty="0">
              <a:latin typeface="Times New Roman" panose="02020603050405020304" pitchFamily="18" charset="0"/>
            </a:endParaRPr>
          </a:p>
          <a:p>
            <a:r>
              <a:rPr lang="en-US" altLang="zh-CN" sz="2000" b="1" dirty="0">
                <a:latin typeface="Times New Roman" panose="02020603050405020304" pitchFamily="18" charset="0"/>
              </a:rPr>
              <a:t>bboxCenter</a:t>
            </a:r>
            <a:r>
              <a:rPr lang="zh-CN" altLang="en-US" sz="2000" b="1" dirty="0">
                <a:latin typeface="Times New Roman" panose="02020603050405020304" pitchFamily="18" charset="0"/>
              </a:rPr>
              <a:t>：定义限制箱型的几何中心位置。限制箱型围绕在</a:t>
            </a:r>
            <a:r>
              <a:rPr lang="en-US" altLang="zh-CN" sz="2000" b="1" dirty="0">
                <a:latin typeface="Times New Roman" panose="02020603050405020304" pitchFamily="18" charset="0"/>
              </a:rPr>
              <a:t>children</a:t>
            </a:r>
            <a:r>
              <a:rPr lang="zh-CN" altLang="en-US" sz="2000" b="1" dirty="0">
                <a:latin typeface="Times New Roman" panose="02020603050405020304" pitchFamily="18" charset="0"/>
              </a:rPr>
              <a:t>字段中子节点的四周，默认值为（</a:t>
            </a:r>
            <a:r>
              <a:rPr lang="en-US" altLang="zh-CN" sz="2000" b="1" dirty="0">
                <a:latin typeface="Times New Roman" panose="02020603050405020304" pitchFamily="18" charset="0"/>
              </a:rPr>
              <a:t>0 0 0 </a:t>
            </a:r>
            <a:r>
              <a:rPr lang="zh-CN" altLang="en-US" sz="2000" b="1" dirty="0">
                <a:latin typeface="Times New Roman" panose="02020603050405020304" pitchFamily="18" charset="0"/>
              </a:rPr>
              <a:t>）。</a:t>
            </a:r>
            <a:endParaRPr lang="zh-CN" altLang="en-US" sz="2000" b="1" dirty="0">
              <a:latin typeface="Times New Roman" panose="02020603050405020304" pitchFamily="18" charset="0"/>
            </a:endParaRPr>
          </a:p>
          <a:p>
            <a:r>
              <a:rPr lang="en-US" altLang="zh-CN" sz="2000" b="1" dirty="0">
                <a:latin typeface="Times New Roman" panose="02020603050405020304" pitchFamily="18" charset="0"/>
              </a:rPr>
              <a:t>bboxSize</a:t>
            </a:r>
            <a:r>
              <a:rPr lang="zh-CN" altLang="en-US" sz="2000" b="1" dirty="0">
                <a:latin typeface="Times New Roman" panose="02020603050405020304" pitchFamily="18" charset="0"/>
              </a:rPr>
              <a:t>：定义限制箱型的尺寸。限制箱型围绕在</a:t>
            </a:r>
            <a:r>
              <a:rPr lang="en-US" altLang="zh-CN" sz="2000" b="1" dirty="0">
                <a:latin typeface="Times New Roman" panose="02020603050405020304" pitchFamily="18" charset="0"/>
              </a:rPr>
              <a:t>children</a:t>
            </a:r>
            <a:r>
              <a:rPr lang="zh-CN" altLang="en-US" sz="2000" b="1" dirty="0">
                <a:latin typeface="Times New Roman" panose="02020603050405020304" pitchFamily="18" charset="0"/>
              </a:rPr>
              <a:t>字段中子节点的四周，默认值为（</a:t>
            </a:r>
            <a:r>
              <a:rPr lang="en-US" altLang="zh-CN" sz="2000" b="1" dirty="0">
                <a:latin typeface="Times New Roman" panose="02020603050405020304" pitchFamily="18" charset="0"/>
              </a:rPr>
              <a:t>-1 -1 - 1</a:t>
            </a:r>
            <a:r>
              <a:rPr lang="zh-CN" altLang="en-US" sz="2000" b="1" dirty="0">
                <a:latin typeface="Times New Roman" panose="02020603050405020304" pitchFamily="18" charset="0"/>
              </a:rPr>
              <a:t>）。</a:t>
            </a:r>
            <a:endParaRPr lang="zh-CN" altLang="en-US" sz="2000" b="1" dirty="0">
              <a:latin typeface="Times New Roman" panose="02020603050405020304" pitchFamily="18" charset="0"/>
            </a:endParaRPr>
          </a:p>
          <a:p>
            <a:r>
              <a:rPr lang="zh-CN" altLang="en-US" sz="2000" b="1" dirty="0">
                <a:latin typeface="Times New Roman" panose="02020603050405020304" pitchFamily="18" charset="0"/>
              </a:rPr>
              <a:t>事件</a:t>
            </a:r>
            <a:endParaRPr lang="zh-CN" altLang="en-US" sz="2000" b="1" dirty="0">
              <a:latin typeface="Times New Roman" panose="02020603050405020304" pitchFamily="18" charset="0"/>
            </a:endParaRPr>
          </a:p>
          <a:p>
            <a:r>
              <a:rPr lang="en-US" altLang="zh-CN" sz="2000" b="1" dirty="0">
                <a:latin typeface="Times New Roman" panose="02020603050405020304" pitchFamily="18" charset="0"/>
              </a:rPr>
              <a:t>addChildren</a:t>
            </a:r>
            <a:r>
              <a:rPr lang="zh-CN" altLang="en-US" sz="2000" b="1" dirty="0">
                <a:latin typeface="Times New Roman" panose="02020603050405020304" pitchFamily="18" charset="0"/>
              </a:rPr>
              <a:t>：</a:t>
            </a:r>
            <a:endParaRPr lang="zh-CN" altLang="en-US" sz="2000" b="1" dirty="0">
              <a:latin typeface="Times New Roman" panose="02020603050405020304" pitchFamily="18" charset="0"/>
            </a:endParaRPr>
          </a:p>
          <a:p>
            <a:r>
              <a:rPr lang="en-US" altLang="zh-CN" sz="2000" b="1" dirty="0">
                <a:latin typeface="Times New Roman" panose="02020603050405020304" pitchFamily="18" charset="0"/>
              </a:rPr>
              <a:t>removeChildren</a:t>
            </a:r>
            <a:r>
              <a:rPr lang="zh-CN" altLang="en-US" sz="2000" b="1" dirty="0">
                <a:latin typeface="Times New Roman" panose="02020603050405020304" pitchFamily="18" charset="0"/>
              </a:rPr>
              <a:t>：</a:t>
            </a:r>
            <a:endParaRPr lang="zh-CN" altLang="en-US" sz="2000" b="1" dirty="0">
              <a:latin typeface="Times New Roman" panose="02020603050405020304" pitchFamily="18" charset="0"/>
            </a:endParaRPr>
          </a:p>
          <a:p>
            <a:r>
              <a:rPr lang="en-US" altLang="zh-CN" sz="2000" b="1" dirty="0">
                <a:latin typeface="Times New Roman" panose="02020603050405020304" pitchFamily="18" charset="0"/>
              </a:rPr>
              <a:t>collideTime</a:t>
            </a:r>
            <a:r>
              <a:rPr lang="zh-CN" altLang="en-US" sz="2000" b="1" dirty="0">
                <a:latin typeface="Times New Roman" panose="02020603050405020304" pitchFamily="18" charset="0"/>
              </a:rPr>
              <a:t>：</a:t>
            </a:r>
            <a:endParaRPr lang="zh-CN" altLang="en-US" sz="2000" b="1" dirty="0">
              <a:latin typeface="Times New Roman" panose="02020603050405020304" pitchFamily="18" charset="0"/>
            </a:endParaRPr>
          </a:p>
          <a:p>
            <a:endParaRPr lang="zh-CN" altLang="en-US" sz="2000" b="1" dirty="0">
              <a:latin typeface="Times New Roman" panose="02020603050405020304" pitchFamily="18" charset="0"/>
            </a:endParaRPr>
          </a:p>
        </p:txBody>
      </p:sp>
      <p:sp>
        <p:nvSpPr>
          <p:cNvPr id="181252" name="Rectangle 5"/>
          <p:cNvSpPr/>
          <p:nvPr/>
        </p:nvSpPr>
        <p:spPr>
          <a:xfrm>
            <a:off x="1476375" y="836613"/>
            <a:ext cx="4851400" cy="457200"/>
          </a:xfrm>
          <a:prstGeom prst="rect">
            <a:avLst/>
          </a:prstGeom>
          <a:noFill/>
          <a:ln w="9525">
            <a:noFill/>
          </a:ln>
        </p:spPr>
        <p:txBody>
          <a:bodyPr wrap="none">
            <a:spAutoFit/>
          </a:bodyPr>
          <a:p>
            <a:pPr lvl="1"/>
            <a:r>
              <a:rPr lang="zh-CN" altLang="en-US" b="1" dirty="0">
                <a:latin typeface="Times New Roman" panose="02020603050405020304" pitchFamily="18" charset="0"/>
              </a:rPr>
              <a:t>碰撞传感器节点</a:t>
            </a:r>
            <a:r>
              <a:rPr lang="en-US" altLang="zh-CN" b="1" dirty="0">
                <a:latin typeface="Times New Roman" panose="02020603050405020304" pitchFamily="18" charset="0"/>
              </a:rPr>
              <a:t>---------Collision</a:t>
            </a:r>
            <a:endParaRPr lang="en-US" altLang="zh-CN" b="1" dirty="0">
              <a:latin typeface="Times New Roman" panose="02020603050405020304" pitchFamily="18" charset="0"/>
            </a:endParaRPr>
          </a:p>
        </p:txBody>
      </p:sp>
    </p:spTree>
  </p:cSld>
  <p:clrMapOvr>
    <a:masterClrMapping/>
  </p:clrMapOvr>
  <p:transition>
    <p:random/>
  </p:transition>
</p:sld>
</file>

<file path=ppt/theme/theme1.xml><?xml version="1.0" encoding="utf-8"?>
<a:theme xmlns:a="http://schemas.openxmlformats.org/drawingml/2006/main" name="Straight Edge">
  <a:themeElements>
    <a:clrScheme name="Straight Edge 2">
      <a:dk1>
        <a:srgbClr val="003366"/>
      </a:dk1>
      <a:lt1>
        <a:srgbClr val="FFFFFF"/>
      </a:lt1>
      <a:dk2>
        <a:srgbClr val="003366"/>
      </a:dk2>
      <a:lt2>
        <a:srgbClr val="E3E2C7"/>
      </a:lt2>
      <a:accent1>
        <a:srgbClr val="CCCC99"/>
      </a:accent1>
      <a:accent2>
        <a:srgbClr val="003366"/>
      </a:accent2>
      <a:accent3>
        <a:srgbClr val="FFFFFF"/>
      </a:accent3>
      <a:accent4>
        <a:srgbClr val="002A56"/>
      </a:accent4>
      <a:accent5>
        <a:srgbClr val="E2E2CA"/>
      </a:accent5>
      <a:accent6>
        <a:srgbClr val="002D5C"/>
      </a:accent6>
      <a:hlink>
        <a:srgbClr val="003366"/>
      </a:hlink>
      <a:folHlink>
        <a:srgbClr val="800000"/>
      </a:folHlink>
    </a:clrScheme>
    <a:fontScheme name="Straight Edge">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Straight Edge 1">
        <a:dk1>
          <a:srgbClr val="008080"/>
        </a:dk1>
        <a:lt1>
          <a:srgbClr val="FFFFCC"/>
        </a:lt1>
        <a:dk2>
          <a:srgbClr val="009999"/>
        </a:dk2>
        <a:lt2>
          <a:srgbClr val="FFFF99"/>
        </a:lt2>
        <a:accent1>
          <a:srgbClr val="336699"/>
        </a:accent1>
        <a:accent2>
          <a:srgbClr val="FFFF99"/>
        </a:accent2>
        <a:accent3>
          <a:srgbClr val="AACACA"/>
        </a:accent3>
        <a:accent4>
          <a:srgbClr val="DADAAE"/>
        </a:accent4>
        <a:accent5>
          <a:srgbClr val="ADB8CA"/>
        </a:accent5>
        <a:accent6>
          <a:srgbClr val="E7E78A"/>
        </a:accent6>
        <a:hlink>
          <a:srgbClr val="FFFFCC"/>
        </a:hlink>
        <a:folHlink>
          <a:srgbClr val="DDDDDD"/>
        </a:folHlink>
      </a:clrScheme>
      <a:clrMap bg1="dk2" tx1="lt1" bg2="dk1" tx2="lt2" accent1="accent1" accent2="accent2" accent3="accent3" accent4="accent4" accent5="accent5" accent6="accent6" hlink="hlink" folHlink="folHlink"/>
    </a:extraClrScheme>
    <a:extraClrScheme>
      <a:clrScheme name="Straight Edge 2">
        <a:dk1>
          <a:srgbClr val="003366"/>
        </a:dk1>
        <a:lt1>
          <a:srgbClr val="FFFFFF"/>
        </a:lt1>
        <a:dk2>
          <a:srgbClr val="003366"/>
        </a:dk2>
        <a:lt2>
          <a:srgbClr val="E3E2C7"/>
        </a:lt2>
        <a:accent1>
          <a:srgbClr val="CCCC99"/>
        </a:accent1>
        <a:accent2>
          <a:srgbClr val="003366"/>
        </a:accent2>
        <a:accent3>
          <a:srgbClr val="FFFFFF"/>
        </a:accent3>
        <a:accent4>
          <a:srgbClr val="002A56"/>
        </a:accent4>
        <a:accent5>
          <a:srgbClr val="E2E2CA"/>
        </a:accent5>
        <a:accent6>
          <a:srgbClr val="002D5C"/>
        </a:accent6>
        <a:hlink>
          <a:srgbClr val="003366"/>
        </a:hlink>
        <a:folHlink>
          <a:srgbClr val="800000"/>
        </a:folHlink>
      </a:clrScheme>
      <a:clrMap bg1="lt1" tx1="dk1" bg2="lt2" tx2="dk2" accent1="accent1" accent2="accent2" accent3="accent3" accent4="accent4" accent5="accent5" accent6="accent6" hlink="hlink" folHlink="folHlink"/>
    </a:extraClrScheme>
    <a:extraClrScheme>
      <a:clrScheme name="Straight Edge 3">
        <a:dk1>
          <a:srgbClr val="000000"/>
        </a:dk1>
        <a:lt1>
          <a:srgbClr val="FFFFFF"/>
        </a:lt1>
        <a:dk2>
          <a:srgbClr val="000000"/>
        </a:dk2>
        <a:lt2>
          <a:srgbClr val="DDDDDD"/>
        </a:lt2>
        <a:accent1>
          <a:srgbClr val="DDDDDD"/>
        </a:accent1>
        <a:accent2>
          <a:srgbClr val="333333"/>
        </a:accent2>
        <a:accent3>
          <a:srgbClr val="FFFFFF"/>
        </a:accent3>
        <a:accent4>
          <a:srgbClr val="000000"/>
        </a:accent4>
        <a:accent5>
          <a:srgbClr val="EBEBEB"/>
        </a:accent5>
        <a:accent6>
          <a:srgbClr val="2D2D2D"/>
        </a:accent6>
        <a:hlink>
          <a:srgbClr val="808080"/>
        </a:hlink>
        <a:folHlink>
          <a:srgbClr val="808080"/>
        </a:folHlink>
      </a:clrScheme>
      <a:clrMap bg1="lt1" tx1="dk1" bg2="lt2" tx2="dk2" accent1="accent1" accent2="accent2" accent3="accent3" accent4="accent4" accent5="accent5" accent6="accent6" hlink="hlink" folHlink="folHlink"/>
    </a:extraClrScheme>
    <a:extraClrScheme>
      <a:clrScheme name="Straight Edge 4">
        <a:dk1>
          <a:srgbClr val="5F5F5F"/>
        </a:dk1>
        <a:lt1>
          <a:srgbClr val="FFFFFF"/>
        </a:lt1>
        <a:dk2>
          <a:srgbClr val="003366"/>
        </a:dk2>
        <a:lt2>
          <a:srgbClr val="FFFFFF"/>
        </a:lt2>
        <a:accent1>
          <a:srgbClr val="7E003F"/>
        </a:accent1>
        <a:accent2>
          <a:srgbClr val="DDDDDD"/>
        </a:accent2>
        <a:accent3>
          <a:srgbClr val="AAADB8"/>
        </a:accent3>
        <a:accent4>
          <a:srgbClr val="DADADA"/>
        </a:accent4>
        <a:accent5>
          <a:srgbClr val="C0AAAF"/>
        </a:accent5>
        <a:accent6>
          <a:srgbClr val="C8C8C8"/>
        </a:accent6>
        <a:hlink>
          <a:srgbClr val="969696"/>
        </a:hlink>
        <a:folHlink>
          <a:srgbClr val="DDDDDD"/>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cean">
  <a:themeElements>
    <a:clrScheme name="Ocean 1">
      <a:dk1>
        <a:srgbClr val="010199"/>
      </a:dk1>
      <a:lt1>
        <a:srgbClr val="FFFFFF"/>
      </a:lt1>
      <a:dk2>
        <a:srgbClr val="000099"/>
      </a:dk2>
      <a:lt2>
        <a:srgbClr val="FFFFFF"/>
      </a:lt2>
      <a:accent1>
        <a:srgbClr val="33CCCC"/>
      </a:accent1>
      <a:accent2>
        <a:srgbClr val="00C600"/>
      </a:accent2>
      <a:accent3>
        <a:srgbClr val="AAAACA"/>
      </a:accent3>
      <a:accent4>
        <a:srgbClr val="DADADA"/>
      </a:accent4>
      <a:accent5>
        <a:srgbClr val="ADE2E2"/>
      </a:accent5>
      <a:accent6>
        <a:srgbClr val="00B300"/>
      </a:accent6>
      <a:hlink>
        <a:srgbClr val="FFCC00"/>
      </a:hlink>
      <a:folHlink>
        <a:srgbClr val="6699FF"/>
      </a:folHlink>
    </a:clrScheme>
    <a:fontScheme name="Ocean">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Ocean 1">
        <a:dk1>
          <a:srgbClr val="010199"/>
        </a:dk1>
        <a:lt1>
          <a:srgbClr val="FFFFFF"/>
        </a:lt1>
        <a:dk2>
          <a:srgbClr val="000099"/>
        </a:dk2>
        <a:lt2>
          <a:srgbClr val="FFFFFF"/>
        </a:lt2>
        <a:accent1>
          <a:srgbClr val="33CCCC"/>
        </a:accent1>
        <a:accent2>
          <a:srgbClr val="00C600"/>
        </a:accent2>
        <a:accent3>
          <a:srgbClr val="AAAACA"/>
        </a:accent3>
        <a:accent4>
          <a:srgbClr val="DADADA"/>
        </a:accent4>
        <a:accent5>
          <a:srgbClr val="ADE2E2"/>
        </a:accent5>
        <a:accent6>
          <a:srgbClr val="00B300"/>
        </a:accent6>
        <a:hlink>
          <a:srgbClr val="FFCC00"/>
        </a:hlink>
        <a:folHlink>
          <a:srgbClr val="6699FF"/>
        </a:folHlink>
      </a:clrScheme>
      <a:clrMap bg1="dk2" tx1="lt1" bg2="dk1" tx2="lt2" accent1="accent1" accent2="accent2" accent3="accent3" accent4="accent4" accent5="accent5" accent6="accent6" hlink="hlink" folHlink="folHlink"/>
    </a:extraClrScheme>
    <a:extraClrScheme>
      <a:clrScheme name="Ocean 2">
        <a:dk1>
          <a:srgbClr val="000066"/>
        </a:dk1>
        <a:lt1>
          <a:srgbClr val="FFFFFF"/>
        </a:lt1>
        <a:dk2>
          <a:srgbClr val="5D93FF"/>
        </a:dk2>
        <a:lt2>
          <a:srgbClr val="FFFFFF"/>
        </a:lt2>
        <a:accent1>
          <a:srgbClr val="6666FF"/>
        </a:accent1>
        <a:accent2>
          <a:srgbClr val="9999FF"/>
        </a:accent2>
        <a:accent3>
          <a:srgbClr val="B6C8FF"/>
        </a:accent3>
        <a:accent4>
          <a:srgbClr val="DADADA"/>
        </a:accent4>
        <a:accent5>
          <a:srgbClr val="B8B8FF"/>
        </a:accent5>
        <a:accent6>
          <a:srgbClr val="8A8AE7"/>
        </a:accent6>
        <a:hlink>
          <a:srgbClr val="FF3300"/>
        </a:hlink>
        <a:folHlink>
          <a:srgbClr val="FF9900"/>
        </a:folHlink>
      </a:clrScheme>
      <a:clrMap bg1="dk2" tx1="lt1" bg2="dk1" tx2="lt2" accent1="accent1" accent2="accent2" accent3="accent3" accent4="accent4" accent5="accent5" accent6="accent6" hlink="hlink" folHlink="folHlink"/>
    </a:extraClrScheme>
    <a:extraClrScheme>
      <a:clrScheme name="Ocean 3">
        <a:dk1>
          <a:srgbClr val="000000"/>
        </a:dk1>
        <a:lt1>
          <a:srgbClr val="FFFFFF"/>
        </a:lt1>
        <a:dk2>
          <a:srgbClr val="572E88"/>
        </a:dk2>
        <a:lt2>
          <a:srgbClr val="FFFFFF"/>
        </a:lt2>
        <a:accent1>
          <a:srgbClr val="FF6600"/>
        </a:accent1>
        <a:accent2>
          <a:srgbClr val="FFCC00"/>
        </a:accent2>
        <a:accent3>
          <a:srgbClr val="B4ADC3"/>
        </a:accent3>
        <a:accent4>
          <a:srgbClr val="DADADA"/>
        </a:accent4>
        <a:accent5>
          <a:srgbClr val="FFB8AA"/>
        </a:accent5>
        <a:accent6>
          <a:srgbClr val="E7B900"/>
        </a:accent6>
        <a:hlink>
          <a:srgbClr val="33CCCC"/>
        </a:hlink>
        <a:folHlink>
          <a:srgbClr val="36CC64"/>
        </a:folHlink>
      </a:clrScheme>
      <a:clrMap bg1="dk2" tx1="lt1" bg2="dk1" tx2="lt2" accent1="accent1" accent2="accent2" accent3="accent3" accent4="accent4" accent5="accent5" accent6="accent6" hlink="hlink" folHlink="folHlink"/>
    </a:extraClrScheme>
    <a:extraClrScheme>
      <a:clrScheme name="Ocean 4">
        <a:dk1>
          <a:srgbClr val="003366"/>
        </a:dk1>
        <a:lt1>
          <a:srgbClr val="FFFFFF"/>
        </a:lt1>
        <a:dk2>
          <a:srgbClr val="666699"/>
        </a:dk2>
        <a:lt2>
          <a:srgbClr val="FFFFFF"/>
        </a:lt2>
        <a:accent1>
          <a:srgbClr val="9966FF"/>
        </a:accent1>
        <a:accent2>
          <a:srgbClr val="00CC66"/>
        </a:accent2>
        <a:accent3>
          <a:srgbClr val="B8B8CA"/>
        </a:accent3>
        <a:accent4>
          <a:srgbClr val="DADADA"/>
        </a:accent4>
        <a:accent5>
          <a:srgbClr val="CAB8FF"/>
        </a:accent5>
        <a:accent6>
          <a:srgbClr val="00B95C"/>
        </a:accent6>
        <a:hlink>
          <a:srgbClr val="65C8FF"/>
        </a:hlink>
        <a:folHlink>
          <a:srgbClr val="FFCC99"/>
        </a:folHlink>
      </a:clrScheme>
      <a:clrMap bg1="dk2" tx1="lt1" bg2="dk1" tx2="lt2" accent1="accent1" accent2="accent2" accent3="accent3" accent4="accent4" accent5="accent5" accent6="accent6" hlink="hlink" folHlink="folHlink"/>
    </a:extraClrScheme>
    <a:extraClrScheme>
      <a:clrScheme name="Ocean 5">
        <a:dk1>
          <a:srgbClr val="000000"/>
        </a:dk1>
        <a:lt1>
          <a:srgbClr val="FFFFFF"/>
        </a:lt1>
        <a:dk2>
          <a:srgbClr val="336600"/>
        </a:dk2>
        <a:lt2>
          <a:srgbClr val="FFFFFF"/>
        </a:lt2>
        <a:accent1>
          <a:srgbClr val="B7C533"/>
        </a:accent1>
        <a:accent2>
          <a:srgbClr val="CCCCFF"/>
        </a:accent2>
        <a:accent3>
          <a:srgbClr val="ADB8AA"/>
        </a:accent3>
        <a:accent4>
          <a:srgbClr val="DADADA"/>
        </a:accent4>
        <a:accent5>
          <a:srgbClr val="D8DFAD"/>
        </a:accent5>
        <a:accent6>
          <a:srgbClr val="B9B9E7"/>
        </a:accent6>
        <a:hlink>
          <a:srgbClr val="FFFFCC"/>
        </a:hlink>
        <a:folHlink>
          <a:srgbClr val="FF9900"/>
        </a:folHlink>
      </a:clrScheme>
      <a:clrMap bg1="dk2" tx1="lt1" bg2="dk1" tx2="lt2" accent1="accent1" accent2="accent2" accent3="accent3" accent4="accent4" accent5="accent5" accent6="accent6" hlink="hlink" folHlink="folHlink"/>
    </a:extraClrScheme>
    <a:extraClrScheme>
      <a:clrScheme name="Ocean 6">
        <a:dk1>
          <a:srgbClr val="000000"/>
        </a:dk1>
        <a:lt1>
          <a:srgbClr val="FFFFFF"/>
        </a:lt1>
        <a:dk2>
          <a:srgbClr val="006B80"/>
        </a:dk2>
        <a:lt2>
          <a:srgbClr val="C1CB75"/>
        </a:lt2>
        <a:accent1>
          <a:srgbClr val="6F8406"/>
        </a:accent1>
        <a:accent2>
          <a:srgbClr val="D9E288"/>
        </a:accent2>
        <a:accent3>
          <a:srgbClr val="AABAC0"/>
        </a:accent3>
        <a:accent4>
          <a:srgbClr val="DADADA"/>
        </a:accent4>
        <a:accent5>
          <a:srgbClr val="BBC2AA"/>
        </a:accent5>
        <a:accent6>
          <a:srgbClr val="C4CD7B"/>
        </a:accent6>
        <a:hlink>
          <a:srgbClr val="00CC00"/>
        </a:hlink>
        <a:folHlink>
          <a:srgbClr val="C0FF73"/>
        </a:folHlink>
      </a:clrScheme>
      <a:clrMap bg1="dk2" tx1="lt1" bg2="dk1" tx2="lt2" accent1="accent1" accent2="accent2" accent3="accent3" accent4="accent4" accent5="accent5" accent6="accent6" hlink="hlink" folHlink="folHlink"/>
    </a:extraClrScheme>
    <a:extraClrScheme>
      <a:clrScheme name="Ocean 7">
        <a:dk1>
          <a:srgbClr val="5F5F5F"/>
        </a:dk1>
        <a:lt1>
          <a:srgbClr val="FFFFFF"/>
        </a:lt1>
        <a:dk2>
          <a:srgbClr val="FF6600"/>
        </a:dk2>
        <a:lt2>
          <a:srgbClr val="FFFFFF"/>
        </a:lt2>
        <a:accent1>
          <a:srgbClr val="CC6600"/>
        </a:accent1>
        <a:accent2>
          <a:srgbClr val="FF6600"/>
        </a:accent2>
        <a:accent3>
          <a:srgbClr val="FFB8AA"/>
        </a:accent3>
        <a:accent4>
          <a:srgbClr val="DADADA"/>
        </a:accent4>
        <a:accent5>
          <a:srgbClr val="E2B8AA"/>
        </a:accent5>
        <a:accent6>
          <a:srgbClr val="E75C00"/>
        </a:accent6>
        <a:hlink>
          <a:srgbClr val="FFFF99"/>
        </a:hlink>
        <a:folHlink>
          <a:srgbClr val="FFCC99"/>
        </a:folHlink>
      </a:clrScheme>
      <a:clrMap bg1="dk2" tx1="lt1" bg2="dk1" tx2="lt2" accent1="accent1" accent2="accent2" accent3="accent3" accent4="accent4" accent5="accent5" accent6="accent6" hlink="hlink" folHlink="folHlink"/>
    </a:extraClrScheme>
    <a:extraClrScheme>
      <a:clrScheme name="Ocean 8">
        <a:dk1>
          <a:srgbClr val="000000"/>
        </a:dk1>
        <a:lt1>
          <a:srgbClr val="FFFFFF"/>
        </a:lt1>
        <a:dk2>
          <a:srgbClr val="FFBA2F"/>
        </a:dk2>
        <a:lt2>
          <a:srgbClr val="A50021"/>
        </a:lt2>
        <a:accent1>
          <a:srgbClr val="FF6600"/>
        </a:accent1>
        <a:accent2>
          <a:srgbClr val="CC6600"/>
        </a:accent2>
        <a:accent3>
          <a:srgbClr val="FFD9AD"/>
        </a:accent3>
        <a:accent4>
          <a:srgbClr val="DADADA"/>
        </a:accent4>
        <a:accent5>
          <a:srgbClr val="FFB8AA"/>
        </a:accent5>
        <a:accent6>
          <a:srgbClr val="B95C00"/>
        </a:accent6>
        <a:hlink>
          <a:srgbClr val="663300"/>
        </a:hlink>
        <a:folHlink>
          <a:srgbClr val="CC990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C:\Program Files\Microsoft Office\Templates\Presentation Designs\Bold Stripes.pot</Template>
  <TotalTime>0</TotalTime>
  <Words>46701</Words>
  <Application>WPS 演示</Application>
  <PresentationFormat>全屏显示(4:3)</PresentationFormat>
  <Paragraphs>1616</Paragraphs>
  <Slides>139</Slides>
  <Notes>0</Notes>
  <HiddenSlides>0</HiddenSlides>
  <MMClips>1</MMClips>
  <ScaleCrop>false</ScaleCrop>
  <HeadingPairs>
    <vt:vector size="6" baseType="variant">
      <vt:variant>
        <vt:lpstr>已用的字体</vt:lpstr>
      </vt:variant>
      <vt:variant>
        <vt:i4>15</vt:i4>
      </vt:variant>
      <vt:variant>
        <vt:lpstr>主题</vt:lpstr>
      </vt:variant>
      <vt:variant>
        <vt:i4>3</vt:i4>
      </vt:variant>
      <vt:variant>
        <vt:lpstr>幻灯片标题</vt:lpstr>
      </vt:variant>
      <vt:variant>
        <vt:i4>139</vt:i4>
      </vt:variant>
    </vt:vector>
  </HeadingPairs>
  <TitlesOfParts>
    <vt:vector size="157" baseType="lpstr">
      <vt:lpstr>Arial</vt:lpstr>
      <vt:lpstr>宋体</vt:lpstr>
      <vt:lpstr>Wingdings</vt:lpstr>
      <vt:lpstr>Times New Roman</vt:lpstr>
      <vt:lpstr>等线</vt:lpstr>
      <vt:lpstr>Tahoma</vt:lpstr>
      <vt:lpstr>华文彩云</vt:lpstr>
      <vt:lpstr>隶书</vt:lpstr>
      <vt:lpstr>Wingdings 2</vt:lpstr>
      <vt:lpstr>黑体</vt:lpstr>
      <vt:lpstr>Arial Black</vt:lpstr>
      <vt:lpstr>Basemic Times</vt:lpstr>
      <vt:lpstr>ESRI AMFM Electric</vt:lpstr>
      <vt:lpstr>微软雅黑</vt:lpstr>
      <vt:lpstr>Arial Unicode MS</vt:lpstr>
      <vt:lpstr>Straight Edge</vt:lpstr>
      <vt:lpstr>Ocean</vt:lpstr>
      <vt:lpstr>默认设计模板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D &amp; D Enterprises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Diane Cunningham</dc:creator>
  <cp:lastModifiedBy>许愿</cp:lastModifiedBy>
  <cp:revision>32</cp:revision>
  <dcterms:created xsi:type="dcterms:W3CDTF">1999-05-29T21:28:20Z</dcterms:created>
  <dcterms:modified xsi:type="dcterms:W3CDTF">2026-05-25T16:04:28Z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83A8B6B655894F07A8D5C734D095C9E1_13</vt:lpwstr>
  </property>
  <property fmtid="{D5CDD505-2E9C-101B-9397-08002B2CF9AE}" pid="3" name="KSOProductBuildVer">
    <vt:lpwstr>2052-12.1.0.26375</vt:lpwstr>
  </property>
</Properties>
</file>