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8"/>
  </p:notesMasterIdLst>
  <p:handoutMasterIdLst>
    <p:handoutMasterId r:id="rId30"/>
  </p:handoutMasterIdLst>
  <p:sldIdLst>
    <p:sldId id="256" r:id="rId4"/>
    <p:sldId id="260" r:id="rId5"/>
    <p:sldId id="298" r:id="rId6"/>
    <p:sldId id="301" r:id="rId7"/>
    <p:sldId id="299" r:id="rId9"/>
    <p:sldId id="303" r:id="rId10"/>
    <p:sldId id="302" r:id="rId11"/>
    <p:sldId id="304" r:id="rId12"/>
    <p:sldId id="305" r:id="rId13"/>
    <p:sldId id="263" r:id="rId14"/>
    <p:sldId id="306" r:id="rId15"/>
    <p:sldId id="307" r:id="rId16"/>
    <p:sldId id="309" r:id="rId17"/>
    <p:sldId id="311" r:id="rId18"/>
    <p:sldId id="310" r:id="rId19"/>
    <p:sldId id="313" r:id="rId20"/>
    <p:sldId id="315" r:id="rId21"/>
    <p:sldId id="316" r:id="rId22"/>
    <p:sldId id="317" r:id="rId23"/>
    <p:sldId id="319" r:id="rId24"/>
    <p:sldId id="267" r:id="rId25"/>
    <p:sldId id="270" r:id="rId26"/>
    <p:sldId id="272" r:id="rId27"/>
    <p:sldId id="320" r:id="rId28"/>
    <p:sldId id="275" r:id="rId29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64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6FDD92-9225-4A66-BE31-D4CA97522642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441" autoAdjust="0"/>
  </p:normalViewPr>
  <p:slideViewPr>
    <p:cSldViewPr snapToGrid="0" showGuides="1">
      <p:cViewPr>
        <p:scale>
          <a:sx n="90" d="100"/>
          <a:sy n="90" d="100"/>
        </p:scale>
        <p:origin x="-1392" y="-660"/>
      </p:cViewPr>
      <p:guideLst>
        <p:guide orient="horz" pos="20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347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模板来自于： 第一PPT https://www.1ppt.com/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模板来自于： 第一PPT https://www.1ppt.com/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0D6DCAD-30AC-4EDA-B76B-3D16FCFAC0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8E4D-AAB5-4477-9727-AD862CD2D2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32D3C-E368-46D8-9C67-0B216637F4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28E4D-AAB5-4477-9727-AD862CD2D2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32D3C-E368-46D8-9C67-0B216637F4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6.jpe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83.xml"/><Relationship Id="rId41" Type="http://schemas.openxmlformats.org/officeDocument/2006/relationships/tags" Target="../tags/tag82.xml"/><Relationship Id="rId40" Type="http://schemas.openxmlformats.org/officeDocument/2006/relationships/tags" Target="../tags/tag81.xml"/><Relationship Id="rId4" Type="http://schemas.openxmlformats.org/officeDocument/2006/relationships/tags" Target="../tags/tag46.xml"/><Relationship Id="rId39" Type="http://schemas.openxmlformats.org/officeDocument/2006/relationships/tags" Target="../tags/tag80.xml"/><Relationship Id="rId38" Type="http://schemas.openxmlformats.org/officeDocument/2006/relationships/image" Target="../media/image8.jpeg"/><Relationship Id="rId37" Type="http://schemas.openxmlformats.org/officeDocument/2006/relationships/tags" Target="../tags/tag79.xml"/><Relationship Id="rId36" Type="http://schemas.openxmlformats.org/officeDocument/2006/relationships/tags" Target="../tags/tag78.xml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tags" Target="../tags/tag45.xml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132.xml"/><Relationship Id="rId43" Type="http://schemas.openxmlformats.org/officeDocument/2006/relationships/tags" Target="../tags/tag131.xml"/><Relationship Id="rId42" Type="http://schemas.openxmlformats.org/officeDocument/2006/relationships/tags" Target="../tags/tag130.xml"/><Relationship Id="rId41" Type="http://schemas.openxmlformats.org/officeDocument/2006/relationships/tags" Target="../tags/tag129.xml"/><Relationship Id="rId40" Type="http://schemas.openxmlformats.org/officeDocument/2006/relationships/tags" Target="../tags/tag128.xml"/><Relationship Id="rId4" Type="http://schemas.openxmlformats.org/officeDocument/2006/relationships/tags" Target="../tags/tag93.xml"/><Relationship Id="rId39" Type="http://schemas.openxmlformats.org/officeDocument/2006/relationships/tags" Target="../tags/tag127.xml"/><Relationship Id="rId38" Type="http://schemas.openxmlformats.org/officeDocument/2006/relationships/image" Target="../media/image9.webp"/><Relationship Id="rId37" Type="http://schemas.openxmlformats.org/officeDocument/2006/relationships/tags" Target="../tags/tag126.xml"/><Relationship Id="rId36" Type="http://schemas.openxmlformats.org/officeDocument/2006/relationships/tags" Target="../tags/tag125.xml"/><Relationship Id="rId35" Type="http://schemas.openxmlformats.org/officeDocument/2006/relationships/tags" Target="../tags/tag124.xml"/><Relationship Id="rId34" Type="http://schemas.openxmlformats.org/officeDocument/2006/relationships/tags" Target="../tags/tag123.xml"/><Relationship Id="rId33" Type="http://schemas.openxmlformats.org/officeDocument/2006/relationships/tags" Target="../tags/tag122.xml"/><Relationship Id="rId32" Type="http://schemas.openxmlformats.org/officeDocument/2006/relationships/tags" Target="../tags/tag121.xml"/><Relationship Id="rId31" Type="http://schemas.openxmlformats.org/officeDocument/2006/relationships/tags" Target="../tags/tag120.xml"/><Relationship Id="rId30" Type="http://schemas.openxmlformats.org/officeDocument/2006/relationships/tags" Target="../tags/tag119.xml"/><Relationship Id="rId3" Type="http://schemas.openxmlformats.org/officeDocument/2006/relationships/tags" Target="../tags/tag92.xml"/><Relationship Id="rId29" Type="http://schemas.openxmlformats.org/officeDocument/2006/relationships/tags" Target="../tags/tag118.xml"/><Relationship Id="rId28" Type="http://schemas.openxmlformats.org/officeDocument/2006/relationships/tags" Target="../tags/tag117.xml"/><Relationship Id="rId27" Type="http://schemas.openxmlformats.org/officeDocument/2006/relationships/tags" Target="../tags/tag116.xml"/><Relationship Id="rId26" Type="http://schemas.openxmlformats.org/officeDocument/2006/relationships/tags" Target="../tags/tag115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1" Type="http://schemas.openxmlformats.org/officeDocument/2006/relationships/slideLayout" Target="../slideLayouts/slideLayout2.xml"/><Relationship Id="rId40" Type="http://schemas.openxmlformats.org/officeDocument/2006/relationships/tags" Target="../tags/tag172.xml"/><Relationship Id="rId4" Type="http://schemas.openxmlformats.org/officeDocument/2006/relationships/tags" Target="../tags/tag136.xml"/><Relationship Id="rId39" Type="http://schemas.openxmlformats.org/officeDocument/2006/relationships/tags" Target="../tags/tag171.xml"/><Relationship Id="rId38" Type="http://schemas.openxmlformats.org/officeDocument/2006/relationships/tags" Target="../tags/tag170.xml"/><Relationship Id="rId37" Type="http://schemas.openxmlformats.org/officeDocument/2006/relationships/tags" Target="../tags/tag169.xml"/><Relationship Id="rId36" Type="http://schemas.openxmlformats.org/officeDocument/2006/relationships/tags" Target="../tags/tag168.xml"/><Relationship Id="rId35" Type="http://schemas.openxmlformats.org/officeDocument/2006/relationships/tags" Target="../tags/tag167.xml"/><Relationship Id="rId34" Type="http://schemas.openxmlformats.org/officeDocument/2006/relationships/tags" Target="../tags/tag166.xml"/><Relationship Id="rId33" Type="http://schemas.openxmlformats.org/officeDocument/2006/relationships/tags" Target="../tags/tag165.xml"/><Relationship Id="rId32" Type="http://schemas.openxmlformats.org/officeDocument/2006/relationships/tags" Target="../tags/tag164.xml"/><Relationship Id="rId31" Type="http://schemas.openxmlformats.org/officeDocument/2006/relationships/tags" Target="../tags/tag163.xml"/><Relationship Id="rId30" Type="http://schemas.openxmlformats.org/officeDocument/2006/relationships/tags" Target="../tags/tag162.xml"/><Relationship Id="rId3" Type="http://schemas.openxmlformats.org/officeDocument/2006/relationships/tags" Target="../tags/tag135.xml"/><Relationship Id="rId29" Type="http://schemas.openxmlformats.org/officeDocument/2006/relationships/tags" Target="../tags/tag161.xml"/><Relationship Id="rId28" Type="http://schemas.openxmlformats.org/officeDocument/2006/relationships/tags" Target="../tags/tag160.xml"/><Relationship Id="rId27" Type="http://schemas.openxmlformats.org/officeDocument/2006/relationships/tags" Target="../tags/tag159.xml"/><Relationship Id="rId26" Type="http://schemas.openxmlformats.org/officeDocument/2006/relationships/tags" Target="../tags/tag158.xml"/><Relationship Id="rId25" Type="http://schemas.openxmlformats.org/officeDocument/2006/relationships/tags" Target="../tags/tag157.xml"/><Relationship Id="rId24" Type="http://schemas.openxmlformats.org/officeDocument/2006/relationships/tags" Target="../tags/tag156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tags" Target="../tags/tag174.xml"/><Relationship Id="rId19" Type="http://schemas.openxmlformats.org/officeDocument/2006/relationships/tags" Target="../tags/tag191.xml"/><Relationship Id="rId18" Type="http://schemas.openxmlformats.org/officeDocument/2006/relationships/tags" Target="../tags/tag190.xml"/><Relationship Id="rId17" Type="http://schemas.openxmlformats.org/officeDocument/2006/relationships/tags" Target="../tags/tag189.xml"/><Relationship Id="rId16" Type="http://schemas.openxmlformats.org/officeDocument/2006/relationships/tags" Target="../tags/tag188.xml"/><Relationship Id="rId15" Type="http://schemas.openxmlformats.org/officeDocument/2006/relationships/tags" Target="../tags/tag187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tags" Target="../tags/tag1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20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25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99" Type="http://schemas.openxmlformats.org/officeDocument/2006/relationships/tags" Target="../tags/tag324.xml"/><Relationship Id="rId98" Type="http://schemas.openxmlformats.org/officeDocument/2006/relationships/tags" Target="../tags/tag323.xml"/><Relationship Id="rId97" Type="http://schemas.openxmlformats.org/officeDocument/2006/relationships/tags" Target="../tags/tag322.xml"/><Relationship Id="rId96" Type="http://schemas.openxmlformats.org/officeDocument/2006/relationships/tags" Target="../tags/tag321.xml"/><Relationship Id="rId95" Type="http://schemas.openxmlformats.org/officeDocument/2006/relationships/tags" Target="../tags/tag320.xml"/><Relationship Id="rId94" Type="http://schemas.openxmlformats.org/officeDocument/2006/relationships/tags" Target="../tags/tag319.xml"/><Relationship Id="rId93" Type="http://schemas.openxmlformats.org/officeDocument/2006/relationships/tags" Target="../tags/tag318.xml"/><Relationship Id="rId92" Type="http://schemas.openxmlformats.org/officeDocument/2006/relationships/tags" Target="../tags/tag317.xml"/><Relationship Id="rId91" Type="http://schemas.openxmlformats.org/officeDocument/2006/relationships/tags" Target="../tags/tag316.xml"/><Relationship Id="rId90" Type="http://schemas.openxmlformats.org/officeDocument/2006/relationships/tags" Target="../tags/tag315.xml"/><Relationship Id="rId9" Type="http://schemas.openxmlformats.org/officeDocument/2006/relationships/tags" Target="../tags/tag234.xml"/><Relationship Id="rId89" Type="http://schemas.openxmlformats.org/officeDocument/2006/relationships/tags" Target="../tags/tag314.xml"/><Relationship Id="rId88" Type="http://schemas.openxmlformats.org/officeDocument/2006/relationships/tags" Target="../tags/tag313.xml"/><Relationship Id="rId87" Type="http://schemas.openxmlformats.org/officeDocument/2006/relationships/tags" Target="../tags/tag312.xml"/><Relationship Id="rId86" Type="http://schemas.openxmlformats.org/officeDocument/2006/relationships/tags" Target="../tags/tag311.xml"/><Relationship Id="rId85" Type="http://schemas.openxmlformats.org/officeDocument/2006/relationships/tags" Target="../tags/tag310.xml"/><Relationship Id="rId84" Type="http://schemas.openxmlformats.org/officeDocument/2006/relationships/tags" Target="../tags/tag309.xml"/><Relationship Id="rId83" Type="http://schemas.openxmlformats.org/officeDocument/2006/relationships/tags" Target="../tags/tag308.xml"/><Relationship Id="rId82" Type="http://schemas.openxmlformats.org/officeDocument/2006/relationships/tags" Target="../tags/tag307.xml"/><Relationship Id="rId81" Type="http://schemas.openxmlformats.org/officeDocument/2006/relationships/tags" Target="../tags/tag306.xml"/><Relationship Id="rId80" Type="http://schemas.openxmlformats.org/officeDocument/2006/relationships/tags" Target="../tags/tag305.xml"/><Relationship Id="rId8" Type="http://schemas.openxmlformats.org/officeDocument/2006/relationships/tags" Target="../tags/tag233.xml"/><Relationship Id="rId79" Type="http://schemas.openxmlformats.org/officeDocument/2006/relationships/tags" Target="../tags/tag304.xml"/><Relationship Id="rId78" Type="http://schemas.openxmlformats.org/officeDocument/2006/relationships/tags" Target="../tags/tag303.xml"/><Relationship Id="rId77" Type="http://schemas.openxmlformats.org/officeDocument/2006/relationships/tags" Target="../tags/tag302.xml"/><Relationship Id="rId76" Type="http://schemas.openxmlformats.org/officeDocument/2006/relationships/tags" Target="../tags/tag301.xml"/><Relationship Id="rId75" Type="http://schemas.openxmlformats.org/officeDocument/2006/relationships/tags" Target="../tags/tag300.xml"/><Relationship Id="rId74" Type="http://schemas.openxmlformats.org/officeDocument/2006/relationships/tags" Target="../tags/tag299.xml"/><Relationship Id="rId73" Type="http://schemas.openxmlformats.org/officeDocument/2006/relationships/tags" Target="../tags/tag298.xml"/><Relationship Id="rId72" Type="http://schemas.openxmlformats.org/officeDocument/2006/relationships/tags" Target="../tags/tag297.xml"/><Relationship Id="rId71" Type="http://schemas.openxmlformats.org/officeDocument/2006/relationships/tags" Target="../tags/tag296.xml"/><Relationship Id="rId70" Type="http://schemas.openxmlformats.org/officeDocument/2006/relationships/tags" Target="../tags/tag295.xml"/><Relationship Id="rId7" Type="http://schemas.openxmlformats.org/officeDocument/2006/relationships/tags" Target="../tags/tag232.xml"/><Relationship Id="rId69" Type="http://schemas.openxmlformats.org/officeDocument/2006/relationships/tags" Target="../tags/tag294.xml"/><Relationship Id="rId68" Type="http://schemas.openxmlformats.org/officeDocument/2006/relationships/tags" Target="../tags/tag293.xml"/><Relationship Id="rId67" Type="http://schemas.openxmlformats.org/officeDocument/2006/relationships/tags" Target="../tags/tag292.xml"/><Relationship Id="rId66" Type="http://schemas.openxmlformats.org/officeDocument/2006/relationships/tags" Target="../tags/tag291.xml"/><Relationship Id="rId65" Type="http://schemas.openxmlformats.org/officeDocument/2006/relationships/tags" Target="../tags/tag290.xml"/><Relationship Id="rId64" Type="http://schemas.openxmlformats.org/officeDocument/2006/relationships/tags" Target="../tags/tag289.xml"/><Relationship Id="rId63" Type="http://schemas.openxmlformats.org/officeDocument/2006/relationships/tags" Target="../tags/tag288.xml"/><Relationship Id="rId62" Type="http://schemas.openxmlformats.org/officeDocument/2006/relationships/tags" Target="../tags/tag287.xml"/><Relationship Id="rId61" Type="http://schemas.openxmlformats.org/officeDocument/2006/relationships/tags" Target="../tags/tag286.xml"/><Relationship Id="rId60" Type="http://schemas.openxmlformats.org/officeDocument/2006/relationships/tags" Target="../tags/tag285.xml"/><Relationship Id="rId6" Type="http://schemas.openxmlformats.org/officeDocument/2006/relationships/tags" Target="../tags/tag231.xml"/><Relationship Id="rId59" Type="http://schemas.openxmlformats.org/officeDocument/2006/relationships/tags" Target="../tags/tag284.xml"/><Relationship Id="rId58" Type="http://schemas.openxmlformats.org/officeDocument/2006/relationships/tags" Target="../tags/tag283.xml"/><Relationship Id="rId57" Type="http://schemas.openxmlformats.org/officeDocument/2006/relationships/tags" Target="../tags/tag282.xml"/><Relationship Id="rId56" Type="http://schemas.openxmlformats.org/officeDocument/2006/relationships/tags" Target="../tags/tag281.xml"/><Relationship Id="rId55" Type="http://schemas.openxmlformats.org/officeDocument/2006/relationships/tags" Target="../tags/tag280.xml"/><Relationship Id="rId54" Type="http://schemas.openxmlformats.org/officeDocument/2006/relationships/tags" Target="../tags/tag279.xml"/><Relationship Id="rId53" Type="http://schemas.openxmlformats.org/officeDocument/2006/relationships/tags" Target="../tags/tag278.xml"/><Relationship Id="rId52" Type="http://schemas.openxmlformats.org/officeDocument/2006/relationships/tags" Target="../tags/tag277.xml"/><Relationship Id="rId51" Type="http://schemas.openxmlformats.org/officeDocument/2006/relationships/tags" Target="../tags/tag276.xml"/><Relationship Id="rId50" Type="http://schemas.openxmlformats.org/officeDocument/2006/relationships/tags" Target="../tags/tag275.xml"/><Relationship Id="rId5" Type="http://schemas.openxmlformats.org/officeDocument/2006/relationships/tags" Target="../tags/tag230.xml"/><Relationship Id="rId49" Type="http://schemas.openxmlformats.org/officeDocument/2006/relationships/tags" Target="../tags/tag274.xml"/><Relationship Id="rId48" Type="http://schemas.openxmlformats.org/officeDocument/2006/relationships/tags" Target="../tags/tag273.xml"/><Relationship Id="rId47" Type="http://schemas.openxmlformats.org/officeDocument/2006/relationships/tags" Target="../tags/tag272.xml"/><Relationship Id="rId46" Type="http://schemas.openxmlformats.org/officeDocument/2006/relationships/tags" Target="../tags/tag271.xml"/><Relationship Id="rId45" Type="http://schemas.openxmlformats.org/officeDocument/2006/relationships/tags" Target="../tags/tag270.xml"/><Relationship Id="rId44" Type="http://schemas.openxmlformats.org/officeDocument/2006/relationships/tags" Target="../tags/tag269.xml"/><Relationship Id="rId43" Type="http://schemas.openxmlformats.org/officeDocument/2006/relationships/tags" Target="../tags/tag268.xml"/><Relationship Id="rId42" Type="http://schemas.openxmlformats.org/officeDocument/2006/relationships/tags" Target="../tags/tag267.xml"/><Relationship Id="rId41" Type="http://schemas.openxmlformats.org/officeDocument/2006/relationships/tags" Target="../tags/tag266.xml"/><Relationship Id="rId40" Type="http://schemas.openxmlformats.org/officeDocument/2006/relationships/tags" Target="../tags/tag265.xml"/><Relationship Id="rId4" Type="http://schemas.openxmlformats.org/officeDocument/2006/relationships/tags" Target="../tags/tag229.xml"/><Relationship Id="rId39" Type="http://schemas.openxmlformats.org/officeDocument/2006/relationships/tags" Target="../tags/tag264.xml"/><Relationship Id="rId38" Type="http://schemas.openxmlformats.org/officeDocument/2006/relationships/tags" Target="../tags/tag263.xml"/><Relationship Id="rId37" Type="http://schemas.openxmlformats.org/officeDocument/2006/relationships/tags" Target="../tags/tag262.xml"/><Relationship Id="rId36" Type="http://schemas.openxmlformats.org/officeDocument/2006/relationships/tags" Target="../tags/tag261.xml"/><Relationship Id="rId35" Type="http://schemas.openxmlformats.org/officeDocument/2006/relationships/tags" Target="../tags/tag260.xml"/><Relationship Id="rId34" Type="http://schemas.openxmlformats.org/officeDocument/2006/relationships/tags" Target="../tags/tag259.xml"/><Relationship Id="rId33" Type="http://schemas.openxmlformats.org/officeDocument/2006/relationships/tags" Target="../tags/tag258.xml"/><Relationship Id="rId32" Type="http://schemas.openxmlformats.org/officeDocument/2006/relationships/tags" Target="../tags/tag257.xml"/><Relationship Id="rId31" Type="http://schemas.openxmlformats.org/officeDocument/2006/relationships/tags" Target="../tags/tag256.xml"/><Relationship Id="rId30" Type="http://schemas.openxmlformats.org/officeDocument/2006/relationships/tags" Target="../tags/tag255.xml"/><Relationship Id="rId3" Type="http://schemas.openxmlformats.org/officeDocument/2006/relationships/tags" Target="../tags/tag228.xml"/><Relationship Id="rId29" Type="http://schemas.openxmlformats.org/officeDocument/2006/relationships/tags" Target="../tags/tag254.xml"/><Relationship Id="rId28" Type="http://schemas.openxmlformats.org/officeDocument/2006/relationships/tags" Target="../tags/tag253.xml"/><Relationship Id="rId27" Type="http://schemas.openxmlformats.org/officeDocument/2006/relationships/tags" Target="../tags/tag252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tags" Target="../tags/tag245.xml"/><Relationship Id="rId2" Type="http://schemas.openxmlformats.org/officeDocument/2006/relationships/tags" Target="../tags/tag227.xml"/><Relationship Id="rId19" Type="http://schemas.openxmlformats.org/officeDocument/2006/relationships/tags" Target="../tags/tag244.xml"/><Relationship Id="rId18" Type="http://schemas.openxmlformats.org/officeDocument/2006/relationships/tags" Target="../tags/tag243.xml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2" Type="http://schemas.openxmlformats.org/officeDocument/2006/relationships/slideLayout" Target="../slideLayouts/slideLayout2.xml"/><Relationship Id="rId121" Type="http://schemas.openxmlformats.org/officeDocument/2006/relationships/tags" Target="../tags/tag346.xml"/><Relationship Id="rId120" Type="http://schemas.openxmlformats.org/officeDocument/2006/relationships/tags" Target="../tags/tag345.xml"/><Relationship Id="rId12" Type="http://schemas.openxmlformats.org/officeDocument/2006/relationships/tags" Target="../tags/tag237.xml"/><Relationship Id="rId119" Type="http://schemas.openxmlformats.org/officeDocument/2006/relationships/tags" Target="../tags/tag344.xml"/><Relationship Id="rId118" Type="http://schemas.openxmlformats.org/officeDocument/2006/relationships/tags" Target="../tags/tag343.xml"/><Relationship Id="rId117" Type="http://schemas.openxmlformats.org/officeDocument/2006/relationships/tags" Target="../tags/tag342.xml"/><Relationship Id="rId116" Type="http://schemas.openxmlformats.org/officeDocument/2006/relationships/tags" Target="../tags/tag341.xml"/><Relationship Id="rId115" Type="http://schemas.openxmlformats.org/officeDocument/2006/relationships/tags" Target="../tags/tag340.xml"/><Relationship Id="rId114" Type="http://schemas.openxmlformats.org/officeDocument/2006/relationships/tags" Target="../tags/tag339.xml"/><Relationship Id="rId113" Type="http://schemas.openxmlformats.org/officeDocument/2006/relationships/tags" Target="../tags/tag338.xml"/><Relationship Id="rId112" Type="http://schemas.openxmlformats.org/officeDocument/2006/relationships/tags" Target="../tags/tag337.xml"/><Relationship Id="rId111" Type="http://schemas.openxmlformats.org/officeDocument/2006/relationships/tags" Target="../tags/tag336.xml"/><Relationship Id="rId110" Type="http://schemas.openxmlformats.org/officeDocument/2006/relationships/tags" Target="../tags/tag335.xml"/><Relationship Id="rId11" Type="http://schemas.openxmlformats.org/officeDocument/2006/relationships/tags" Target="../tags/tag236.xml"/><Relationship Id="rId109" Type="http://schemas.openxmlformats.org/officeDocument/2006/relationships/tags" Target="../tags/tag334.xml"/><Relationship Id="rId108" Type="http://schemas.openxmlformats.org/officeDocument/2006/relationships/tags" Target="../tags/tag333.xml"/><Relationship Id="rId107" Type="http://schemas.openxmlformats.org/officeDocument/2006/relationships/tags" Target="../tags/tag332.xml"/><Relationship Id="rId106" Type="http://schemas.openxmlformats.org/officeDocument/2006/relationships/tags" Target="../tags/tag331.xml"/><Relationship Id="rId105" Type="http://schemas.openxmlformats.org/officeDocument/2006/relationships/tags" Target="../tags/tag330.xml"/><Relationship Id="rId104" Type="http://schemas.openxmlformats.org/officeDocument/2006/relationships/tags" Target="../tags/tag329.xml"/><Relationship Id="rId103" Type="http://schemas.openxmlformats.org/officeDocument/2006/relationships/tags" Target="../tags/tag328.xml"/><Relationship Id="rId102" Type="http://schemas.openxmlformats.org/officeDocument/2006/relationships/tags" Target="../tags/tag327.xml"/><Relationship Id="rId101" Type="http://schemas.openxmlformats.org/officeDocument/2006/relationships/tags" Target="../tags/tag326.xml"/><Relationship Id="rId100" Type="http://schemas.openxmlformats.org/officeDocument/2006/relationships/tags" Target="../tags/tag325.xml"/><Relationship Id="rId10" Type="http://schemas.openxmlformats.org/officeDocument/2006/relationships/tags" Target="../tags/tag235.xml"/><Relationship Id="rId1" Type="http://schemas.openxmlformats.org/officeDocument/2006/relationships/tags" Target="../tags/tag2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3D5841"/>
          </a:solidFill>
        </p:spPr>
      </p:pic>
      <p:sp>
        <p:nvSpPr>
          <p:cNvPr id="9" name="文本框 8"/>
          <p:cNvSpPr txBox="1"/>
          <p:nvPr/>
        </p:nvSpPr>
        <p:spPr>
          <a:xfrm>
            <a:off x="720090" y="559435"/>
            <a:ext cx="107518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长时间序列叶面积指数产品的不一致性</a:t>
            </a:r>
            <a:endParaRPr lang="zh-CN" altLang="en-US" sz="4000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54075" y="1508641"/>
            <a:ext cx="2809875" cy="381000"/>
            <a:chOff x="1019175" y="1714500"/>
            <a:chExt cx="2809875" cy="342900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019175" y="1714500"/>
              <a:ext cx="2809875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019175" y="2057400"/>
              <a:ext cx="2809875" cy="0"/>
            </a:xfrm>
            <a:prstGeom prst="line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1173162" y="1529834"/>
            <a:ext cx="217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环境遥感课程汇报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153212" y="5929699"/>
            <a:ext cx="1913154" cy="4610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汇报小组：第</a:t>
            </a:r>
            <a:r>
              <a:rPr lang="en-US" altLang="zh-CN" sz="1600" b="1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</a:t>
            </a:r>
            <a:endParaRPr lang="zh-CN" altLang="en-US" sz="1600" b="1" dirty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2740358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748400" y="3697383"/>
            <a:ext cx="3288938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研究背景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748400" y="4012140"/>
            <a:ext cx="433109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的重要性与面临问题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748400" y="5061201"/>
            <a:ext cx="3288938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主要结果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748400" y="5375958"/>
            <a:ext cx="433109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趋势、年际波动与不确定性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463400" y="3697383"/>
            <a:ext cx="3288938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数据与方法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7463400" y="4012140"/>
            <a:ext cx="433109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产品的比较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463400" y="5061201"/>
            <a:ext cx="3288938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讨论与启示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463400" y="5375958"/>
            <a:ext cx="4331090" cy="41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一致性与兼容性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934699" y="1695450"/>
            <a:ext cx="929523" cy="1733550"/>
          </a:xfrm>
          <a:prstGeom prst="rect">
            <a:avLst/>
          </a:prstGeom>
          <a:solidFill>
            <a:schemeClr val="bg1"/>
          </a:solidFill>
          <a:ln>
            <a:solidFill>
              <a:srgbClr val="3D58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3D5841"/>
                </a:solidFill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3600" b="1" dirty="0">
              <a:solidFill>
                <a:srgbClr val="3D584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26465" y="3737738"/>
            <a:ext cx="101636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>
                <a:solidFill>
                  <a:srgbClr val="3F564F"/>
                </a:solidFill>
                <a:latin typeface="微软雅黑" panose="020B0503020204020204" pitchFamily="34" charset="-122"/>
                <a:ea typeface="汉仪细中圆简" panose="02010609000101010101" pitchFamily="49" charset="-122"/>
                <a:cs typeface="David" panose="020E0502060401010101" pitchFamily="34" charset="-79"/>
              </a:rPr>
              <a:t>01</a:t>
            </a:r>
            <a:endParaRPr lang="zh-CN" altLang="en-US" sz="4800">
              <a:solidFill>
                <a:srgbClr val="3F564F"/>
              </a:solidFill>
              <a:latin typeface="微软雅黑" panose="020B0503020204020204" pitchFamily="34" charset="-122"/>
              <a:ea typeface="汉仪细中圆简" panose="02010609000101010101" pitchFamily="49" charset="-122"/>
              <a:cs typeface="David" panose="020E0502060401010101" pitchFamily="34" charset="-79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603365" y="3737738"/>
            <a:ext cx="101636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>
                <a:solidFill>
                  <a:srgbClr val="3F564F"/>
                </a:solidFill>
                <a:latin typeface="微软雅黑" panose="020B0503020204020204" pitchFamily="34" charset="-122"/>
                <a:ea typeface="汉仪细中圆简" panose="02010609000101010101" pitchFamily="49" charset="-122"/>
                <a:cs typeface="David" panose="020E0502060401010101" pitchFamily="34" charset="-79"/>
              </a:rPr>
              <a:t>02</a:t>
            </a:r>
            <a:endParaRPr lang="zh-CN" altLang="en-US" sz="4800">
              <a:solidFill>
                <a:srgbClr val="3F564F"/>
              </a:solidFill>
              <a:latin typeface="微软雅黑" panose="020B0503020204020204" pitchFamily="34" charset="-122"/>
              <a:ea typeface="汉仪细中圆简" panose="02010609000101010101" pitchFamily="49" charset="-122"/>
              <a:cs typeface="David" panose="020E0502060401010101" pitchFamily="34" charset="-79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930394" y="5120689"/>
            <a:ext cx="101636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>
                <a:solidFill>
                  <a:srgbClr val="3F564F"/>
                </a:solidFill>
                <a:latin typeface="微软雅黑" panose="020B0503020204020204" pitchFamily="34" charset="-122"/>
                <a:ea typeface="汉仪细中圆简" panose="02010609000101010101" pitchFamily="49" charset="-122"/>
                <a:cs typeface="David" panose="020E0502060401010101" pitchFamily="34" charset="-79"/>
              </a:rPr>
              <a:t>03</a:t>
            </a:r>
            <a:endParaRPr lang="zh-CN" altLang="en-US" sz="4800">
              <a:solidFill>
                <a:srgbClr val="3F564F"/>
              </a:solidFill>
              <a:latin typeface="微软雅黑" panose="020B0503020204020204" pitchFamily="34" charset="-122"/>
              <a:ea typeface="汉仪细中圆简" panose="02010609000101010101" pitchFamily="49" charset="-122"/>
              <a:cs typeface="David" panose="020E0502060401010101" pitchFamily="34" charset="-79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6607294" y="5120689"/>
            <a:ext cx="101636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>
                <a:solidFill>
                  <a:srgbClr val="3F564F"/>
                </a:solidFill>
                <a:latin typeface="微软雅黑" panose="020B0503020204020204" pitchFamily="34" charset="-122"/>
                <a:ea typeface="汉仪细中圆简" panose="02010609000101010101" pitchFamily="49" charset="-122"/>
                <a:cs typeface="David" panose="020E0502060401010101" pitchFamily="34" charset="-79"/>
              </a:rPr>
              <a:t>04</a:t>
            </a:r>
            <a:endParaRPr lang="zh-CN" altLang="en-US" sz="4800">
              <a:solidFill>
                <a:srgbClr val="3F564F"/>
              </a:solidFill>
              <a:latin typeface="微软雅黑" panose="020B0503020204020204" pitchFamily="34" charset="-122"/>
              <a:ea typeface="汉仪细中圆简" panose="02010609000101010101" pitchFamily="49" charset="-122"/>
              <a:cs typeface="David" panose="020E0502060401010101" pitchFamily="34" charset="-79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5722121" y="380998"/>
            <a:ext cx="6156533" cy="61565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2200" y="837565"/>
            <a:ext cx="415925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>
                <a:solidFill>
                  <a:srgbClr val="3F564F"/>
                </a:solidFill>
                <a:latin typeface="微软雅黑" panose="020B0503020204020204" pitchFamily="34" charset="-122"/>
              </a:rPr>
              <a:t>01</a:t>
            </a:r>
            <a:endParaRPr lang="zh-CN" altLang="en-US" sz="23900" b="1">
              <a:solidFill>
                <a:srgbClr val="3F56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9535" y="2982482"/>
            <a:ext cx="3823790" cy="2042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7365" y="3679825"/>
            <a:ext cx="4744720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是刻画植被冠层结构和叶片量的重要指标，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>
              <a:lnSpc>
                <a:spcPct val="130000"/>
              </a:lnSpc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也是研究光合作用、蒸腾和碳循环的关键变量。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6961" y="3028890"/>
            <a:ext cx="3288938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pPr algn="ctr"/>
            <a:r>
              <a:rPr lang="zh-CN" altLang="en-US" b="1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研究背景</a:t>
            </a:r>
            <a:endParaRPr lang="zh-CN" altLang="en-US" b="1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6654753" y="1317880"/>
            <a:ext cx="5274973" cy="500519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0116" y="224896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标题解读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>
            <a:off x="836268" y="2728123"/>
            <a:ext cx="641069" cy="641069"/>
          </a:xfrm>
          <a:prstGeom prst="ellipse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arget_12642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988171" y="2880985"/>
            <a:ext cx="337262" cy="335345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836268" y="4087639"/>
            <a:ext cx="641069" cy="641069"/>
          </a:xfrm>
          <a:prstGeom prst="ellipse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arget_12642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952330" y="4276553"/>
            <a:ext cx="408945" cy="263242"/>
          </a:xfrm>
          <a:custGeom>
            <a:avLst/>
            <a:gdLst>
              <a:gd name="connsiteX0" fmla="*/ 143953 w 607639"/>
              <a:gd name="connsiteY0" fmla="*/ 239428 h 391144"/>
              <a:gd name="connsiteX1" fmla="*/ 223838 w 607639"/>
              <a:gd name="connsiteY1" fmla="*/ 239428 h 391144"/>
              <a:gd name="connsiteX2" fmla="*/ 239851 w 607639"/>
              <a:gd name="connsiteY2" fmla="*/ 239428 h 391144"/>
              <a:gd name="connsiteX3" fmla="*/ 239851 w 607639"/>
              <a:gd name="connsiteY3" fmla="*/ 287271 h 391144"/>
              <a:gd name="connsiteX4" fmla="*/ 223838 w 607639"/>
              <a:gd name="connsiteY4" fmla="*/ 287271 h 391144"/>
              <a:gd name="connsiteX5" fmla="*/ 143953 w 607639"/>
              <a:gd name="connsiteY5" fmla="*/ 287271 h 391144"/>
              <a:gd name="connsiteX6" fmla="*/ 143953 w 607639"/>
              <a:gd name="connsiteY6" fmla="*/ 167593 h 391144"/>
              <a:gd name="connsiteX7" fmla="*/ 239851 w 607639"/>
              <a:gd name="connsiteY7" fmla="*/ 167593 h 391144"/>
              <a:gd name="connsiteX8" fmla="*/ 239851 w 607639"/>
              <a:gd name="connsiteY8" fmla="*/ 215507 h 391144"/>
              <a:gd name="connsiteX9" fmla="*/ 143953 w 607639"/>
              <a:gd name="connsiteY9" fmla="*/ 215507 h 391144"/>
              <a:gd name="connsiteX10" fmla="*/ 415772 w 607639"/>
              <a:gd name="connsiteY10" fmla="*/ 143601 h 391144"/>
              <a:gd name="connsiteX11" fmla="*/ 463686 w 607639"/>
              <a:gd name="connsiteY11" fmla="*/ 143601 h 391144"/>
              <a:gd name="connsiteX12" fmla="*/ 463686 w 607639"/>
              <a:gd name="connsiteY12" fmla="*/ 287272 h 391144"/>
              <a:gd name="connsiteX13" fmla="*/ 415772 w 607639"/>
              <a:gd name="connsiteY13" fmla="*/ 287272 h 391144"/>
              <a:gd name="connsiteX14" fmla="*/ 287836 w 607639"/>
              <a:gd name="connsiteY14" fmla="*/ 143601 h 391144"/>
              <a:gd name="connsiteX15" fmla="*/ 335820 w 607639"/>
              <a:gd name="connsiteY15" fmla="*/ 143601 h 391144"/>
              <a:gd name="connsiteX16" fmla="*/ 335820 w 607639"/>
              <a:gd name="connsiteY16" fmla="*/ 287272 h 391144"/>
              <a:gd name="connsiteX17" fmla="*/ 287836 w 607639"/>
              <a:gd name="connsiteY17" fmla="*/ 287272 h 391144"/>
              <a:gd name="connsiteX18" fmla="*/ 351769 w 607639"/>
              <a:gd name="connsiteY18" fmla="*/ 95757 h 391144"/>
              <a:gd name="connsiteX19" fmla="*/ 399683 w 607639"/>
              <a:gd name="connsiteY19" fmla="*/ 95757 h 391144"/>
              <a:gd name="connsiteX20" fmla="*/ 399683 w 607639"/>
              <a:gd name="connsiteY20" fmla="*/ 287271 h 391144"/>
              <a:gd name="connsiteX21" fmla="*/ 351769 w 607639"/>
              <a:gd name="connsiteY21" fmla="*/ 287271 h 391144"/>
              <a:gd name="connsiteX22" fmla="*/ 95948 w 607639"/>
              <a:gd name="connsiteY22" fmla="*/ 47904 h 391144"/>
              <a:gd name="connsiteX23" fmla="*/ 95948 w 607639"/>
              <a:gd name="connsiteY23" fmla="*/ 343240 h 391144"/>
              <a:gd name="connsiteX24" fmla="*/ 511691 w 607639"/>
              <a:gd name="connsiteY24" fmla="*/ 343240 h 391144"/>
              <a:gd name="connsiteX25" fmla="*/ 511691 w 607639"/>
              <a:gd name="connsiteY25" fmla="*/ 47904 h 391144"/>
              <a:gd name="connsiteX26" fmla="*/ 47974 w 607639"/>
              <a:gd name="connsiteY26" fmla="*/ 0 h 391144"/>
              <a:gd name="connsiteX27" fmla="*/ 559665 w 607639"/>
              <a:gd name="connsiteY27" fmla="*/ 0 h 391144"/>
              <a:gd name="connsiteX28" fmla="*/ 559665 w 607639"/>
              <a:gd name="connsiteY28" fmla="*/ 343240 h 391144"/>
              <a:gd name="connsiteX29" fmla="*/ 607639 w 607639"/>
              <a:gd name="connsiteY29" fmla="*/ 343240 h 391144"/>
              <a:gd name="connsiteX30" fmla="*/ 607639 w 607639"/>
              <a:gd name="connsiteY30" fmla="*/ 391144 h 391144"/>
              <a:gd name="connsiteX31" fmla="*/ 0 w 607639"/>
              <a:gd name="connsiteY31" fmla="*/ 391144 h 391144"/>
              <a:gd name="connsiteX32" fmla="*/ 0 w 607639"/>
              <a:gd name="connsiteY32" fmla="*/ 343240 h 391144"/>
              <a:gd name="connsiteX33" fmla="*/ 47974 w 607639"/>
              <a:gd name="connsiteY33" fmla="*/ 343240 h 39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639" h="391144">
                <a:moveTo>
                  <a:pt x="143953" y="239428"/>
                </a:moveTo>
                <a:lnTo>
                  <a:pt x="223838" y="239428"/>
                </a:lnTo>
                <a:lnTo>
                  <a:pt x="239851" y="239428"/>
                </a:lnTo>
                <a:lnTo>
                  <a:pt x="239851" y="287271"/>
                </a:lnTo>
                <a:lnTo>
                  <a:pt x="223838" y="287271"/>
                </a:lnTo>
                <a:lnTo>
                  <a:pt x="143953" y="287271"/>
                </a:lnTo>
                <a:close/>
                <a:moveTo>
                  <a:pt x="143953" y="167593"/>
                </a:moveTo>
                <a:lnTo>
                  <a:pt x="239851" y="167593"/>
                </a:lnTo>
                <a:lnTo>
                  <a:pt x="239851" y="215507"/>
                </a:lnTo>
                <a:lnTo>
                  <a:pt x="143953" y="215507"/>
                </a:lnTo>
                <a:close/>
                <a:moveTo>
                  <a:pt x="415772" y="143601"/>
                </a:moveTo>
                <a:lnTo>
                  <a:pt x="463686" y="143601"/>
                </a:lnTo>
                <a:lnTo>
                  <a:pt x="463686" y="287272"/>
                </a:lnTo>
                <a:lnTo>
                  <a:pt x="415772" y="287272"/>
                </a:lnTo>
                <a:close/>
                <a:moveTo>
                  <a:pt x="287836" y="143601"/>
                </a:moveTo>
                <a:lnTo>
                  <a:pt x="335820" y="143601"/>
                </a:lnTo>
                <a:lnTo>
                  <a:pt x="335820" y="287272"/>
                </a:lnTo>
                <a:lnTo>
                  <a:pt x="287836" y="287272"/>
                </a:lnTo>
                <a:close/>
                <a:moveTo>
                  <a:pt x="351769" y="95757"/>
                </a:moveTo>
                <a:lnTo>
                  <a:pt x="399683" y="95757"/>
                </a:lnTo>
                <a:lnTo>
                  <a:pt x="399683" y="287271"/>
                </a:lnTo>
                <a:lnTo>
                  <a:pt x="351769" y="287271"/>
                </a:lnTo>
                <a:close/>
                <a:moveTo>
                  <a:pt x="95948" y="47904"/>
                </a:moveTo>
                <a:lnTo>
                  <a:pt x="95948" y="343240"/>
                </a:lnTo>
                <a:lnTo>
                  <a:pt x="511691" y="343240"/>
                </a:lnTo>
                <a:lnTo>
                  <a:pt x="511691" y="47904"/>
                </a:lnTo>
                <a:close/>
                <a:moveTo>
                  <a:pt x="47974" y="0"/>
                </a:moveTo>
                <a:lnTo>
                  <a:pt x="559665" y="0"/>
                </a:lnTo>
                <a:lnTo>
                  <a:pt x="559665" y="343240"/>
                </a:lnTo>
                <a:lnTo>
                  <a:pt x="607639" y="343240"/>
                </a:lnTo>
                <a:lnTo>
                  <a:pt x="607639" y="391144"/>
                </a:lnTo>
                <a:lnTo>
                  <a:pt x="0" y="391144"/>
                </a:lnTo>
                <a:lnTo>
                  <a:pt x="0" y="343240"/>
                </a:lnTo>
                <a:lnTo>
                  <a:pt x="47974" y="343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6"/>
            </p:custDataLst>
          </p:nvPr>
        </p:nvSpPr>
        <p:spPr>
          <a:xfrm>
            <a:off x="836268" y="5410867"/>
            <a:ext cx="641069" cy="641069"/>
          </a:xfrm>
          <a:prstGeom prst="ellipse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arget_12642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988171" y="5563729"/>
            <a:ext cx="337262" cy="335345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836295" y="1299210"/>
            <a:ext cx="5818505" cy="808355"/>
            <a:chOff x="1317" y="2046"/>
            <a:chExt cx="9163" cy="1273"/>
          </a:xfrm>
        </p:grpSpPr>
        <p:sp>
          <p:nvSpPr>
            <p:cNvPr id="4" name="椭圆 3"/>
            <p:cNvSpPr/>
            <p:nvPr>
              <p:custDataLst>
                <p:tags r:id="rId8"/>
              </p:custDataLst>
            </p:nvPr>
          </p:nvSpPr>
          <p:spPr>
            <a:xfrm>
              <a:off x="1317" y="2309"/>
              <a:ext cx="1010" cy="1010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arget_126420"/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>
              <a:off x="1556" y="2549"/>
              <a:ext cx="531" cy="53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13" name="文本框 12"/>
            <p:cNvSpPr txBox="1"/>
            <p:nvPr>
              <p:custDataLst>
                <p:tags r:id="rId10"/>
              </p:custDataLst>
            </p:nvPr>
          </p:nvSpPr>
          <p:spPr>
            <a:xfrm>
              <a:off x="2520" y="2046"/>
              <a:ext cx="796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长时间序列</a:t>
              </a:r>
              <a:endPara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1"/>
              </p:custDataLst>
            </p:nvPr>
          </p:nvSpPr>
          <p:spPr>
            <a:xfrm>
              <a:off x="2561" y="2714"/>
              <a:ext cx="7334" cy="5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指1980年代以来、持续约30年的连续遥感观测数据。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1600082" y="2614430"/>
            <a:ext cx="505467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叶面积指数</a:t>
            </a:r>
            <a:endParaRPr lang="zh-CN" altLang="en-US" sz="18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8" name="矩形 17"/>
          <p:cNvSpPr/>
          <p:nvPr>
            <p:custDataLst>
              <p:tags r:id="rId13"/>
            </p:custDataLst>
          </p:nvPr>
        </p:nvSpPr>
        <p:spPr>
          <a:xfrm>
            <a:off x="1626551" y="3038456"/>
            <a:ext cx="4115778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是衡量植被冠层结构的重要指标。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600082" y="3929340"/>
            <a:ext cx="505467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不一致性</a:t>
            </a:r>
            <a:endParaRPr lang="zh-CN" altLang="en-US" sz="18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5"/>
            </p:custDataLst>
          </p:nvPr>
        </p:nvSpPr>
        <p:spPr>
          <a:xfrm>
            <a:off x="1626551" y="4353366"/>
            <a:ext cx="4115778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产品，或同一产品在不同时期，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变化给出的结果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1600082" y="5244249"/>
            <a:ext cx="5054671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长期LAI产品</a:t>
            </a:r>
            <a:endParaRPr lang="zh-CN" altLang="en-US" sz="18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4" name="矩形 23"/>
          <p:cNvSpPr/>
          <p:nvPr>
            <p:custDataLst>
              <p:tags r:id="rId17"/>
            </p:custDataLst>
          </p:nvPr>
        </p:nvSpPr>
        <p:spPr>
          <a:xfrm>
            <a:off x="1626551" y="5668275"/>
            <a:ext cx="4115778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GLASS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GLOBMAP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LAI3G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TCDR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1990" y="211455"/>
            <a:ext cx="68675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不同长期</a:t>
            </a:r>
            <a:r>
              <a:rPr lang="en-US" altLang="zh-CN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产品给出的全球植被变化结果是否一致？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1681365"/>
            <a:ext cx="5225143" cy="40517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69000" y="1599951"/>
            <a:ext cx="5054671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变化趋势</a:t>
            </a:r>
            <a:endParaRPr lang="zh-CN" altLang="en-US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989320" y="2727325"/>
            <a:ext cx="6202045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之前的1982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1999年，4个产品的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线性趋势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年际波动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强弱排序是：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GLASS &gt; LAI3g &gt; TCDR &gt; GLOBMAP</a:t>
            </a:r>
            <a:endParaRPr lang="en-US" altLang="zh-CN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73775" y="2175874"/>
            <a:ext cx="457200" cy="45719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5989046" y="3681713"/>
            <a:ext cx="5533119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在2003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2011年重叠期，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GLASS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GLOBMAP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显示下降趋势，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TCDR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没有明显趋势，而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LAI3g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显示上升趋势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5724613" y="2386726"/>
            <a:ext cx="2268570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1982-1999</a:t>
            </a:r>
            <a:r>
              <a:rPr lang="zh-CN" altLang="en-US" sz="1400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400" dirty="0">
              <a:solidFill>
                <a:srgbClr val="3F56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724613" y="3323819"/>
            <a:ext cx="2268570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2003-2011</a:t>
            </a:r>
            <a:r>
              <a:rPr lang="zh-CN" altLang="en-US" sz="1400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400" dirty="0">
              <a:solidFill>
                <a:srgbClr val="3F56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0890" y="5767705"/>
            <a:ext cx="2565400" cy="368300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黑体" panose="02010609060101010101" charset="-122"/>
                <a:ea typeface="黑体" panose="02010609060101010101" charset="-122"/>
              </a:rPr>
              <a:t>造成差异的原因是什么？</a:t>
            </a:r>
            <a:endParaRPr lang="zh-CN" altLang="en-US" sz="16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 cstate="screen"/>
          <a:srcRect/>
          <a:stretch>
            <a:fillRect/>
          </a:stretch>
        </p:blipFill>
        <p:spPr>
          <a:xfrm>
            <a:off x="0" y="1681667"/>
            <a:ext cx="5410651" cy="4061001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5989320" y="4697095"/>
            <a:ext cx="5879465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如果同一个地球、同一段时间，不同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产品给出的趋势方向都不一样，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那我们在讨论全球植被变化时应该相信谁？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5724613" y="4339184"/>
            <a:ext cx="2268570" cy="370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1400" dirty="0">
              <a:solidFill>
                <a:srgbClr val="3F56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LAI—</a:t>
            </a: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叶面积指数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9057" y="1125453"/>
            <a:ext cx="3353189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什么是</a:t>
            </a:r>
            <a:r>
              <a:rPr lang="en-US" altLang="zh-CN" sz="24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24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？</a:t>
            </a:r>
            <a:endParaRPr lang="zh-CN" altLang="en-US" sz="24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9058" y="1644553"/>
            <a:ext cx="10931968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全称为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Leaf Area Index，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即叶面积指数。它表示单位地表面积上的绿色叶片面积，并且被全球气候观测系统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GCOS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Essential Climate Variable，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也就是基本气候变量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8970" y="2734945"/>
            <a:ext cx="3781425" cy="3589655"/>
            <a:chOff x="1022" y="4307"/>
            <a:chExt cx="5955" cy="5653"/>
          </a:xfrm>
        </p:grpSpPr>
        <p:sp>
          <p:nvSpPr>
            <p:cNvPr id="9" name="矩形 8"/>
            <p:cNvSpPr/>
            <p:nvPr/>
          </p:nvSpPr>
          <p:spPr>
            <a:xfrm>
              <a:off x="1022" y="4307"/>
              <a:ext cx="5589" cy="5653"/>
            </a:xfrm>
            <a:prstGeom prst="rect">
              <a:avLst/>
            </a:prstGeom>
            <a:solidFill>
              <a:srgbClr val="3D58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 rot="0">
              <a:off x="1268" y="5211"/>
              <a:ext cx="5709" cy="1226"/>
              <a:chOff x="680754" y="3401337"/>
              <a:chExt cx="3624901" cy="778593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680754" y="3401337"/>
                <a:ext cx="3624901" cy="460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2800" b="1" spc="2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2000" dirty="0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LAI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定义公式</a:t>
                </a:r>
                <a:endParaRPr lang="zh-CN" altLang="en-US" sz="2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680754" y="3904311"/>
                <a:ext cx="3179085" cy="275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4536440" y="2734945"/>
            <a:ext cx="3781425" cy="3589655"/>
            <a:chOff x="1022" y="4307"/>
            <a:chExt cx="5955" cy="5653"/>
          </a:xfrm>
        </p:grpSpPr>
        <p:sp>
          <p:nvSpPr>
            <p:cNvPr id="14" name="矩形 13"/>
            <p:cNvSpPr/>
            <p:nvPr>
              <p:custDataLst>
                <p:tags r:id="rId2"/>
              </p:custDataLst>
            </p:nvPr>
          </p:nvSpPr>
          <p:spPr>
            <a:xfrm>
              <a:off x="1022" y="4307"/>
              <a:ext cx="5589" cy="5653"/>
            </a:xfrm>
            <a:prstGeom prst="rect">
              <a:avLst/>
            </a:prstGeom>
            <a:solidFill>
              <a:srgbClr val="3D58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 rot="0">
              <a:off x="1268" y="5211"/>
              <a:ext cx="5709" cy="3296"/>
              <a:chOff x="680754" y="3401337"/>
              <a:chExt cx="3624901" cy="2092945"/>
            </a:xfrm>
          </p:grpSpPr>
          <p:sp>
            <p:nvSpPr>
              <p:cNvPr id="16" name="文本框 1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80754" y="3401337"/>
                <a:ext cx="3624901" cy="460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2800" b="1" spc="2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2000" dirty="0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</a:rPr>
                  <a:t>直观解释</a:t>
                </a:r>
                <a:endParaRPr lang="zh-CN" altLang="en-US" sz="2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80754" y="3904311"/>
                <a:ext cx="3179085" cy="1589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假设地面上有1平方米土地。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如果这1平方米土地上方所有叶片展开后的面积加起来大约是3平方米，那么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LAI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大概就是3。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8" name="组合 17"/>
          <p:cNvGrpSpPr/>
          <p:nvPr>
            <p:custDataLst>
              <p:tags r:id="rId5"/>
            </p:custDataLst>
          </p:nvPr>
        </p:nvGrpSpPr>
        <p:grpSpPr>
          <a:xfrm>
            <a:off x="8354060" y="2726055"/>
            <a:ext cx="3781425" cy="3589655"/>
            <a:chOff x="1022" y="4307"/>
            <a:chExt cx="5955" cy="5653"/>
          </a:xfrm>
        </p:grpSpPr>
        <p:sp>
          <p:nvSpPr>
            <p:cNvPr id="19" name="矩形 18"/>
            <p:cNvSpPr/>
            <p:nvPr>
              <p:custDataLst>
                <p:tags r:id="rId6"/>
              </p:custDataLst>
            </p:nvPr>
          </p:nvSpPr>
          <p:spPr>
            <a:xfrm>
              <a:off x="1022" y="4307"/>
              <a:ext cx="5589" cy="5653"/>
            </a:xfrm>
            <a:prstGeom prst="rect">
              <a:avLst/>
            </a:prstGeom>
            <a:solidFill>
              <a:srgbClr val="3D58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 rot="0">
              <a:off x="1268" y="5211"/>
              <a:ext cx="5709" cy="4425"/>
              <a:chOff x="680754" y="3401337"/>
              <a:chExt cx="3624901" cy="2810398"/>
            </a:xfrm>
          </p:grpSpPr>
          <p:sp>
            <p:nvSpPr>
              <p:cNvPr id="21" name="文本框 2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80754" y="3401337"/>
                <a:ext cx="3624901" cy="460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2800" b="1" spc="2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2000" dirty="0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LAI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的意义</a:t>
                </a:r>
                <a:endParaRPr lang="zh-CN" altLang="en-US" sz="2000" dirty="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80754" y="3904309"/>
                <a:ext cx="3311873" cy="230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LAI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能反映植被叶片量和冠层结构，是生态系统建模和全球变化研究的重要变量。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endPara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LAI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越大，一般说明：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冠层越茂密，叶片量越多；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r>
                  <a:rPr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植被拦截光照、进行光合作用、蒸腾和影响能量交换的能力越强。</a:t>
                </a: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/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155" y="4130040"/>
            <a:ext cx="3420745" cy="10096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差异原因的推测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413979" y="5104857"/>
            <a:ext cx="511175" cy="452438"/>
            <a:chOff x="4662488" y="381793"/>
            <a:chExt cx="511175" cy="452438"/>
          </a:xfrm>
          <a:solidFill>
            <a:schemeClr val="bg1"/>
          </a:solidFill>
        </p:grpSpPr>
        <p:sp>
          <p:nvSpPr>
            <p:cNvPr id="12" name="Freeform 5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4662488" y="381793"/>
              <a:ext cx="511175" cy="452438"/>
            </a:xfrm>
            <a:custGeom>
              <a:avLst/>
              <a:gdLst>
                <a:gd name="T0" fmla="*/ 283 w 293"/>
                <a:gd name="T1" fmla="*/ 0 h 259"/>
                <a:gd name="T2" fmla="*/ 10 w 293"/>
                <a:gd name="T3" fmla="*/ 0 h 259"/>
                <a:gd name="T4" fmla="*/ 0 w 293"/>
                <a:gd name="T5" fmla="*/ 9 h 259"/>
                <a:gd name="T6" fmla="*/ 0 w 293"/>
                <a:gd name="T7" fmla="*/ 250 h 259"/>
                <a:gd name="T8" fmla="*/ 10 w 293"/>
                <a:gd name="T9" fmla="*/ 259 h 259"/>
                <a:gd name="T10" fmla="*/ 283 w 293"/>
                <a:gd name="T11" fmla="*/ 259 h 259"/>
                <a:gd name="T12" fmla="*/ 293 w 293"/>
                <a:gd name="T13" fmla="*/ 250 h 259"/>
                <a:gd name="T14" fmla="*/ 293 w 293"/>
                <a:gd name="T15" fmla="*/ 9 h 259"/>
                <a:gd name="T16" fmla="*/ 283 w 293"/>
                <a:gd name="T17" fmla="*/ 0 h 259"/>
                <a:gd name="T18" fmla="*/ 225 w 293"/>
                <a:gd name="T19" fmla="*/ 20 h 259"/>
                <a:gd name="T20" fmla="*/ 238 w 293"/>
                <a:gd name="T21" fmla="*/ 32 h 259"/>
                <a:gd name="T22" fmla="*/ 225 w 293"/>
                <a:gd name="T23" fmla="*/ 44 h 259"/>
                <a:gd name="T24" fmla="*/ 213 w 293"/>
                <a:gd name="T25" fmla="*/ 32 h 259"/>
                <a:gd name="T26" fmla="*/ 225 w 293"/>
                <a:gd name="T27" fmla="*/ 20 h 259"/>
                <a:gd name="T28" fmla="*/ 189 w 293"/>
                <a:gd name="T29" fmla="*/ 20 h 259"/>
                <a:gd name="T30" fmla="*/ 201 w 293"/>
                <a:gd name="T31" fmla="*/ 32 h 259"/>
                <a:gd name="T32" fmla="*/ 189 w 293"/>
                <a:gd name="T33" fmla="*/ 44 h 259"/>
                <a:gd name="T34" fmla="*/ 177 w 293"/>
                <a:gd name="T35" fmla="*/ 32 h 259"/>
                <a:gd name="T36" fmla="*/ 189 w 293"/>
                <a:gd name="T37" fmla="*/ 20 h 259"/>
                <a:gd name="T38" fmla="*/ 274 w 293"/>
                <a:gd name="T39" fmla="*/ 241 h 259"/>
                <a:gd name="T40" fmla="*/ 19 w 293"/>
                <a:gd name="T41" fmla="*/ 241 h 259"/>
                <a:gd name="T42" fmla="*/ 19 w 293"/>
                <a:gd name="T43" fmla="*/ 65 h 259"/>
                <a:gd name="T44" fmla="*/ 274 w 293"/>
                <a:gd name="T45" fmla="*/ 65 h 259"/>
                <a:gd name="T46" fmla="*/ 274 w 293"/>
                <a:gd name="T47" fmla="*/ 241 h 259"/>
                <a:gd name="T48" fmla="*/ 262 w 293"/>
                <a:gd name="T49" fmla="*/ 44 h 259"/>
                <a:gd name="T50" fmla="*/ 249 w 293"/>
                <a:gd name="T51" fmla="*/ 32 h 259"/>
                <a:gd name="T52" fmla="*/ 262 w 293"/>
                <a:gd name="T53" fmla="*/ 20 h 259"/>
                <a:gd name="T54" fmla="*/ 274 w 293"/>
                <a:gd name="T55" fmla="*/ 32 h 259"/>
                <a:gd name="T56" fmla="*/ 262 w 293"/>
                <a:gd name="T57" fmla="*/ 44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3" h="259">
                  <a:moveTo>
                    <a:pt x="283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250"/>
                    <a:pt x="0" y="250"/>
                    <a:pt x="0" y="250"/>
                  </a:cubicBezTo>
                  <a:cubicBezTo>
                    <a:pt x="0" y="255"/>
                    <a:pt x="5" y="259"/>
                    <a:pt x="10" y="259"/>
                  </a:cubicBezTo>
                  <a:cubicBezTo>
                    <a:pt x="283" y="259"/>
                    <a:pt x="283" y="259"/>
                    <a:pt x="283" y="259"/>
                  </a:cubicBezTo>
                  <a:cubicBezTo>
                    <a:pt x="289" y="259"/>
                    <a:pt x="293" y="255"/>
                    <a:pt x="293" y="250"/>
                  </a:cubicBezTo>
                  <a:cubicBezTo>
                    <a:pt x="293" y="9"/>
                    <a:pt x="293" y="9"/>
                    <a:pt x="293" y="9"/>
                  </a:cubicBezTo>
                  <a:cubicBezTo>
                    <a:pt x="293" y="4"/>
                    <a:pt x="289" y="0"/>
                    <a:pt x="283" y="0"/>
                  </a:cubicBezTo>
                  <a:close/>
                  <a:moveTo>
                    <a:pt x="225" y="20"/>
                  </a:moveTo>
                  <a:cubicBezTo>
                    <a:pt x="232" y="20"/>
                    <a:pt x="238" y="25"/>
                    <a:pt x="238" y="32"/>
                  </a:cubicBezTo>
                  <a:cubicBezTo>
                    <a:pt x="238" y="39"/>
                    <a:pt x="232" y="44"/>
                    <a:pt x="225" y="44"/>
                  </a:cubicBezTo>
                  <a:cubicBezTo>
                    <a:pt x="219" y="44"/>
                    <a:pt x="213" y="39"/>
                    <a:pt x="213" y="32"/>
                  </a:cubicBezTo>
                  <a:cubicBezTo>
                    <a:pt x="213" y="25"/>
                    <a:pt x="219" y="20"/>
                    <a:pt x="225" y="20"/>
                  </a:cubicBezTo>
                  <a:close/>
                  <a:moveTo>
                    <a:pt x="189" y="20"/>
                  </a:moveTo>
                  <a:cubicBezTo>
                    <a:pt x="196" y="20"/>
                    <a:pt x="201" y="25"/>
                    <a:pt x="201" y="32"/>
                  </a:cubicBezTo>
                  <a:cubicBezTo>
                    <a:pt x="201" y="39"/>
                    <a:pt x="196" y="44"/>
                    <a:pt x="189" y="44"/>
                  </a:cubicBezTo>
                  <a:cubicBezTo>
                    <a:pt x="182" y="44"/>
                    <a:pt x="177" y="39"/>
                    <a:pt x="177" y="32"/>
                  </a:cubicBezTo>
                  <a:cubicBezTo>
                    <a:pt x="177" y="25"/>
                    <a:pt x="182" y="20"/>
                    <a:pt x="189" y="20"/>
                  </a:cubicBezTo>
                  <a:close/>
                  <a:moveTo>
                    <a:pt x="274" y="241"/>
                  </a:moveTo>
                  <a:cubicBezTo>
                    <a:pt x="19" y="241"/>
                    <a:pt x="19" y="241"/>
                    <a:pt x="19" y="241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74" y="65"/>
                    <a:pt x="274" y="65"/>
                    <a:pt x="274" y="65"/>
                  </a:cubicBezTo>
                  <a:lnTo>
                    <a:pt x="274" y="241"/>
                  </a:lnTo>
                  <a:close/>
                  <a:moveTo>
                    <a:pt x="262" y="44"/>
                  </a:moveTo>
                  <a:cubicBezTo>
                    <a:pt x="255" y="44"/>
                    <a:pt x="249" y="39"/>
                    <a:pt x="249" y="32"/>
                  </a:cubicBezTo>
                  <a:cubicBezTo>
                    <a:pt x="249" y="25"/>
                    <a:pt x="255" y="20"/>
                    <a:pt x="262" y="20"/>
                  </a:cubicBezTo>
                  <a:cubicBezTo>
                    <a:pt x="269" y="20"/>
                    <a:pt x="274" y="25"/>
                    <a:pt x="274" y="32"/>
                  </a:cubicBezTo>
                  <a:cubicBezTo>
                    <a:pt x="274" y="39"/>
                    <a:pt x="269" y="44"/>
                    <a:pt x="26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52"/>
            <p:cNvSpPr/>
            <p:nvPr>
              <p:custDataLst>
                <p:tags r:id="rId3"/>
              </p:custDataLst>
            </p:nvPr>
          </p:nvSpPr>
          <p:spPr bwMode="auto">
            <a:xfrm>
              <a:off x="4735513" y="573881"/>
              <a:ext cx="122238" cy="153988"/>
            </a:xfrm>
            <a:custGeom>
              <a:avLst/>
              <a:gdLst>
                <a:gd name="T0" fmla="*/ 58 w 70"/>
                <a:gd name="T1" fmla="*/ 88 h 88"/>
                <a:gd name="T2" fmla="*/ 52 w 70"/>
                <a:gd name="T3" fmla="*/ 86 h 88"/>
                <a:gd name="T4" fmla="*/ 5 w 70"/>
                <a:gd name="T5" fmla="*/ 53 h 88"/>
                <a:gd name="T6" fmla="*/ 0 w 70"/>
                <a:gd name="T7" fmla="*/ 44 h 88"/>
                <a:gd name="T8" fmla="*/ 5 w 70"/>
                <a:gd name="T9" fmla="*/ 36 h 88"/>
                <a:gd name="T10" fmla="*/ 52 w 70"/>
                <a:gd name="T11" fmla="*/ 3 h 88"/>
                <a:gd name="T12" fmla="*/ 67 w 70"/>
                <a:gd name="T13" fmla="*/ 5 h 88"/>
                <a:gd name="T14" fmla="*/ 64 w 70"/>
                <a:gd name="T15" fmla="*/ 20 h 88"/>
                <a:gd name="T16" fmla="*/ 29 w 70"/>
                <a:gd name="T17" fmla="*/ 44 h 88"/>
                <a:gd name="T18" fmla="*/ 64 w 70"/>
                <a:gd name="T19" fmla="*/ 69 h 88"/>
                <a:gd name="T20" fmla="*/ 67 w 70"/>
                <a:gd name="T21" fmla="*/ 83 h 88"/>
                <a:gd name="T22" fmla="*/ 58 w 7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88">
                  <a:moveTo>
                    <a:pt x="58" y="88"/>
                  </a:moveTo>
                  <a:cubicBezTo>
                    <a:pt x="56" y="88"/>
                    <a:pt x="54" y="87"/>
                    <a:pt x="52" y="86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2" y="51"/>
                    <a:pt x="0" y="48"/>
                    <a:pt x="0" y="44"/>
                  </a:cubicBezTo>
                  <a:cubicBezTo>
                    <a:pt x="0" y="41"/>
                    <a:pt x="2" y="38"/>
                    <a:pt x="5" y="3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7" y="0"/>
                    <a:pt x="63" y="1"/>
                    <a:pt x="67" y="5"/>
                  </a:cubicBezTo>
                  <a:cubicBezTo>
                    <a:pt x="70" y="10"/>
                    <a:pt x="69" y="17"/>
                    <a:pt x="64" y="20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9" y="72"/>
                    <a:pt x="70" y="79"/>
                    <a:pt x="67" y="83"/>
                  </a:cubicBezTo>
                  <a:cubicBezTo>
                    <a:pt x="65" y="86"/>
                    <a:pt x="61" y="88"/>
                    <a:pt x="58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53"/>
            <p:cNvSpPr/>
            <p:nvPr>
              <p:custDataLst>
                <p:tags r:id="rId4"/>
              </p:custDataLst>
            </p:nvPr>
          </p:nvSpPr>
          <p:spPr bwMode="auto">
            <a:xfrm>
              <a:off x="4978400" y="573881"/>
              <a:ext cx="120650" cy="153988"/>
            </a:xfrm>
            <a:custGeom>
              <a:avLst/>
              <a:gdLst>
                <a:gd name="T0" fmla="*/ 12 w 69"/>
                <a:gd name="T1" fmla="*/ 88 h 88"/>
                <a:gd name="T2" fmla="*/ 3 w 69"/>
                <a:gd name="T3" fmla="*/ 83 h 88"/>
                <a:gd name="T4" fmla="*/ 5 w 69"/>
                <a:gd name="T5" fmla="*/ 69 h 88"/>
                <a:gd name="T6" fmla="*/ 40 w 69"/>
                <a:gd name="T7" fmla="*/ 44 h 88"/>
                <a:gd name="T8" fmla="*/ 5 w 69"/>
                <a:gd name="T9" fmla="*/ 20 h 88"/>
                <a:gd name="T10" fmla="*/ 3 w 69"/>
                <a:gd name="T11" fmla="*/ 5 h 88"/>
                <a:gd name="T12" fmla="*/ 18 w 69"/>
                <a:gd name="T13" fmla="*/ 3 h 88"/>
                <a:gd name="T14" fmla="*/ 65 w 69"/>
                <a:gd name="T15" fmla="*/ 36 h 88"/>
                <a:gd name="T16" fmla="*/ 69 w 69"/>
                <a:gd name="T17" fmla="*/ 44 h 88"/>
                <a:gd name="T18" fmla="*/ 65 w 69"/>
                <a:gd name="T19" fmla="*/ 53 h 88"/>
                <a:gd name="T20" fmla="*/ 18 w 69"/>
                <a:gd name="T21" fmla="*/ 86 h 88"/>
                <a:gd name="T22" fmla="*/ 12 w 69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88">
                  <a:moveTo>
                    <a:pt x="12" y="88"/>
                  </a:moveTo>
                  <a:cubicBezTo>
                    <a:pt x="8" y="88"/>
                    <a:pt x="5" y="86"/>
                    <a:pt x="3" y="83"/>
                  </a:cubicBezTo>
                  <a:cubicBezTo>
                    <a:pt x="0" y="79"/>
                    <a:pt x="1" y="72"/>
                    <a:pt x="5" y="69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17"/>
                    <a:pt x="0" y="10"/>
                    <a:pt x="3" y="5"/>
                  </a:cubicBezTo>
                  <a:cubicBezTo>
                    <a:pt x="6" y="1"/>
                    <a:pt x="13" y="0"/>
                    <a:pt x="18" y="3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8" y="38"/>
                    <a:pt x="69" y="41"/>
                    <a:pt x="69" y="44"/>
                  </a:cubicBezTo>
                  <a:cubicBezTo>
                    <a:pt x="69" y="48"/>
                    <a:pt x="68" y="51"/>
                    <a:pt x="65" y="53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6" y="87"/>
                    <a:pt x="14" y="88"/>
                    <a:pt x="12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54"/>
            <p:cNvSpPr/>
            <p:nvPr>
              <p:custDataLst>
                <p:tags r:id="rId5"/>
              </p:custDataLst>
            </p:nvPr>
          </p:nvSpPr>
          <p:spPr bwMode="auto">
            <a:xfrm>
              <a:off x="4865688" y="559593"/>
              <a:ext cx="101600" cy="182563"/>
            </a:xfrm>
            <a:custGeom>
              <a:avLst/>
              <a:gdLst>
                <a:gd name="T0" fmla="*/ 12 w 58"/>
                <a:gd name="T1" fmla="*/ 104 h 104"/>
                <a:gd name="T2" fmla="*/ 8 w 58"/>
                <a:gd name="T3" fmla="*/ 103 h 104"/>
                <a:gd name="T4" fmla="*/ 3 w 58"/>
                <a:gd name="T5" fmla="*/ 89 h 104"/>
                <a:gd name="T6" fmla="*/ 36 w 58"/>
                <a:gd name="T7" fmla="*/ 8 h 104"/>
                <a:gd name="T8" fmla="*/ 50 w 58"/>
                <a:gd name="T9" fmla="*/ 2 h 104"/>
                <a:gd name="T10" fmla="*/ 56 w 58"/>
                <a:gd name="T11" fmla="*/ 16 h 104"/>
                <a:gd name="T12" fmla="*/ 22 w 58"/>
                <a:gd name="T13" fmla="*/ 97 h 104"/>
                <a:gd name="T14" fmla="*/ 12 w 58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2" y="104"/>
                  </a:moveTo>
                  <a:cubicBezTo>
                    <a:pt x="11" y="104"/>
                    <a:pt x="10" y="104"/>
                    <a:pt x="8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9" y="2"/>
                    <a:pt x="45" y="0"/>
                    <a:pt x="50" y="2"/>
                  </a:cubicBezTo>
                  <a:cubicBezTo>
                    <a:pt x="55" y="4"/>
                    <a:pt x="58" y="10"/>
                    <a:pt x="56" y="16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21" y="101"/>
                    <a:pt x="17" y="104"/>
                    <a:pt x="12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6935039" y="4637686"/>
            <a:ext cx="892804" cy="846049"/>
            <a:chOff x="4522788" y="1538288"/>
            <a:chExt cx="636587" cy="603250"/>
          </a:xfrm>
          <a:solidFill>
            <a:schemeClr val="bg1"/>
          </a:solidFill>
        </p:grpSpPr>
        <p:sp>
          <p:nvSpPr>
            <p:cNvPr id="21" name="Freeform 176"/>
            <p:cNvSpPr/>
            <p:nvPr>
              <p:custDataLst>
                <p:tags r:id="rId7"/>
              </p:custDataLst>
            </p:nvPr>
          </p:nvSpPr>
          <p:spPr bwMode="auto">
            <a:xfrm>
              <a:off x="5032375" y="1538288"/>
              <a:ext cx="47625" cy="39688"/>
            </a:xfrm>
            <a:custGeom>
              <a:avLst/>
              <a:gdLst>
                <a:gd name="T0" fmla="*/ 27 w 27"/>
                <a:gd name="T1" fmla="*/ 18 h 23"/>
                <a:gd name="T2" fmla="*/ 23 w 27"/>
                <a:gd name="T3" fmla="*/ 23 h 23"/>
                <a:gd name="T4" fmla="*/ 4 w 27"/>
                <a:gd name="T5" fmla="*/ 23 h 23"/>
                <a:gd name="T6" fmla="*/ 0 w 27"/>
                <a:gd name="T7" fmla="*/ 18 h 23"/>
                <a:gd name="T8" fmla="*/ 0 w 27"/>
                <a:gd name="T9" fmla="*/ 4 h 23"/>
                <a:gd name="T10" fmla="*/ 4 w 27"/>
                <a:gd name="T11" fmla="*/ 0 h 23"/>
                <a:gd name="T12" fmla="*/ 23 w 27"/>
                <a:gd name="T13" fmla="*/ 0 h 23"/>
                <a:gd name="T14" fmla="*/ 27 w 27"/>
                <a:gd name="T15" fmla="*/ 4 h 23"/>
                <a:gd name="T16" fmla="*/ 27 w 27"/>
                <a:gd name="T17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27" y="18"/>
                  </a:moveTo>
                  <a:cubicBezTo>
                    <a:pt x="27" y="21"/>
                    <a:pt x="25" y="23"/>
                    <a:pt x="23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23"/>
                    <a:pt x="0" y="21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lnTo>
                    <a:pt x="27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177"/>
            <p:cNvSpPr/>
            <p:nvPr>
              <p:custDataLst>
                <p:tags r:id="rId8"/>
              </p:custDataLst>
            </p:nvPr>
          </p:nvSpPr>
          <p:spPr bwMode="auto">
            <a:xfrm>
              <a:off x="4959350" y="1573213"/>
              <a:ext cx="53975" cy="57150"/>
            </a:xfrm>
            <a:custGeom>
              <a:avLst/>
              <a:gdLst>
                <a:gd name="T0" fmla="*/ 28 w 31"/>
                <a:gd name="T1" fmla="*/ 8 h 33"/>
                <a:gd name="T2" fmla="*/ 30 w 31"/>
                <a:gd name="T3" fmla="*/ 14 h 33"/>
                <a:gd name="T4" fmla="*/ 21 w 31"/>
                <a:gd name="T5" fmla="*/ 30 h 33"/>
                <a:gd name="T6" fmla="*/ 15 w 31"/>
                <a:gd name="T7" fmla="*/ 32 h 33"/>
                <a:gd name="T8" fmla="*/ 3 w 31"/>
                <a:gd name="T9" fmla="*/ 25 h 33"/>
                <a:gd name="T10" fmla="*/ 1 w 31"/>
                <a:gd name="T11" fmla="*/ 19 h 33"/>
                <a:gd name="T12" fmla="*/ 10 w 31"/>
                <a:gd name="T13" fmla="*/ 3 h 33"/>
                <a:gd name="T14" fmla="*/ 16 w 31"/>
                <a:gd name="T15" fmla="*/ 1 h 33"/>
                <a:gd name="T16" fmla="*/ 28 w 31"/>
                <a:gd name="T17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28" y="8"/>
                  </a:moveTo>
                  <a:cubicBezTo>
                    <a:pt x="30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1"/>
                    <a:pt x="14" y="0"/>
                    <a:pt x="16" y="1"/>
                  </a:cubicBez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178"/>
            <p:cNvSpPr/>
            <p:nvPr>
              <p:custDataLst>
                <p:tags r:id="rId9"/>
              </p:custDataLst>
            </p:nvPr>
          </p:nvSpPr>
          <p:spPr bwMode="auto">
            <a:xfrm>
              <a:off x="4962525" y="1654175"/>
              <a:ext cx="55563" cy="58738"/>
            </a:xfrm>
            <a:custGeom>
              <a:avLst/>
              <a:gdLst>
                <a:gd name="T0" fmla="*/ 15 w 31"/>
                <a:gd name="T1" fmla="*/ 1 h 33"/>
                <a:gd name="T2" fmla="*/ 20 w 31"/>
                <a:gd name="T3" fmla="*/ 3 h 33"/>
                <a:gd name="T4" fmla="*/ 30 w 31"/>
                <a:gd name="T5" fmla="*/ 19 h 33"/>
                <a:gd name="T6" fmla="*/ 28 w 31"/>
                <a:gd name="T7" fmla="*/ 25 h 33"/>
                <a:gd name="T8" fmla="*/ 16 w 31"/>
                <a:gd name="T9" fmla="*/ 32 h 33"/>
                <a:gd name="T10" fmla="*/ 10 w 31"/>
                <a:gd name="T11" fmla="*/ 30 h 33"/>
                <a:gd name="T12" fmla="*/ 1 w 31"/>
                <a:gd name="T13" fmla="*/ 14 h 33"/>
                <a:gd name="T14" fmla="*/ 2 w 31"/>
                <a:gd name="T15" fmla="*/ 8 h 33"/>
                <a:gd name="T16" fmla="*/ 15 w 3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15" y="1"/>
                  </a:moveTo>
                  <a:cubicBezTo>
                    <a:pt x="17" y="0"/>
                    <a:pt x="19" y="1"/>
                    <a:pt x="20" y="3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1" y="21"/>
                    <a:pt x="30" y="23"/>
                    <a:pt x="28" y="25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1" y="32"/>
                    <a:pt x="10" y="30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2"/>
                    <a:pt x="0" y="9"/>
                    <a:pt x="2" y="8"/>
                  </a:cubicBezTo>
                  <a:lnTo>
                    <a:pt x="1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179"/>
            <p:cNvSpPr/>
            <p:nvPr>
              <p:custDataLst>
                <p:tags r:id="rId10"/>
              </p:custDataLst>
            </p:nvPr>
          </p:nvSpPr>
          <p:spPr bwMode="auto">
            <a:xfrm>
              <a:off x="5038725" y="1701800"/>
              <a:ext cx="46038" cy="39688"/>
            </a:xfrm>
            <a:custGeom>
              <a:avLst/>
              <a:gdLst>
                <a:gd name="T0" fmla="*/ 0 w 27"/>
                <a:gd name="T1" fmla="*/ 4 h 23"/>
                <a:gd name="T2" fmla="*/ 5 w 27"/>
                <a:gd name="T3" fmla="*/ 0 h 23"/>
                <a:gd name="T4" fmla="*/ 23 w 27"/>
                <a:gd name="T5" fmla="*/ 0 h 23"/>
                <a:gd name="T6" fmla="*/ 27 w 27"/>
                <a:gd name="T7" fmla="*/ 4 h 23"/>
                <a:gd name="T8" fmla="*/ 27 w 27"/>
                <a:gd name="T9" fmla="*/ 19 h 23"/>
                <a:gd name="T10" fmla="*/ 23 w 27"/>
                <a:gd name="T11" fmla="*/ 23 h 23"/>
                <a:gd name="T12" fmla="*/ 5 w 27"/>
                <a:gd name="T13" fmla="*/ 23 h 23"/>
                <a:gd name="T14" fmla="*/ 0 w 27"/>
                <a:gd name="T15" fmla="*/ 19 h 23"/>
                <a:gd name="T16" fmla="*/ 0 w 27"/>
                <a:gd name="T1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0" y="4"/>
                  </a:moveTo>
                  <a:cubicBezTo>
                    <a:pt x="0" y="2"/>
                    <a:pt x="2" y="0"/>
                    <a:pt x="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21"/>
                    <a:pt x="25" y="23"/>
                    <a:pt x="23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2" y="23"/>
                    <a:pt x="0" y="21"/>
                    <a:pt x="0" y="19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180"/>
            <p:cNvSpPr/>
            <p:nvPr>
              <p:custDataLst>
                <p:tags r:id="rId11"/>
              </p:custDataLst>
            </p:nvPr>
          </p:nvSpPr>
          <p:spPr bwMode="auto">
            <a:xfrm>
              <a:off x="5105400" y="1649413"/>
              <a:ext cx="53975" cy="57150"/>
            </a:xfrm>
            <a:custGeom>
              <a:avLst/>
              <a:gdLst>
                <a:gd name="T0" fmla="*/ 3 w 31"/>
                <a:gd name="T1" fmla="*/ 25 h 33"/>
                <a:gd name="T2" fmla="*/ 1 w 31"/>
                <a:gd name="T3" fmla="*/ 19 h 33"/>
                <a:gd name="T4" fmla="*/ 10 w 31"/>
                <a:gd name="T5" fmla="*/ 3 h 33"/>
                <a:gd name="T6" fmla="*/ 16 w 31"/>
                <a:gd name="T7" fmla="*/ 1 h 33"/>
                <a:gd name="T8" fmla="*/ 29 w 31"/>
                <a:gd name="T9" fmla="*/ 8 h 33"/>
                <a:gd name="T10" fmla="*/ 30 w 31"/>
                <a:gd name="T11" fmla="*/ 14 h 33"/>
                <a:gd name="T12" fmla="*/ 21 w 31"/>
                <a:gd name="T13" fmla="*/ 30 h 33"/>
                <a:gd name="T14" fmla="*/ 15 w 31"/>
                <a:gd name="T15" fmla="*/ 32 h 33"/>
                <a:gd name="T16" fmla="*/ 3 w 31"/>
                <a:gd name="T17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3" y="25"/>
                  </a:move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2" y="1"/>
                    <a:pt x="14" y="0"/>
                    <a:pt x="16" y="1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lnTo>
                    <a:pt x="3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181"/>
            <p:cNvSpPr/>
            <p:nvPr>
              <p:custDataLst>
                <p:tags r:id="rId12"/>
              </p:custDataLst>
            </p:nvPr>
          </p:nvSpPr>
          <p:spPr bwMode="auto">
            <a:xfrm>
              <a:off x="5100638" y="1566863"/>
              <a:ext cx="57150" cy="58738"/>
            </a:xfrm>
            <a:custGeom>
              <a:avLst/>
              <a:gdLst>
                <a:gd name="T0" fmla="*/ 17 w 32"/>
                <a:gd name="T1" fmla="*/ 32 h 33"/>
                <a:gd name="T2" fmla="*/ 11 w 32"/>
                <a:gd name="T3" fmla="*/ 30 h 33"/>
                <a:gd name="T4" fmla="*/ 2 w 32"/>
                <a:gd name="T5" fmla="*/ 14 h 33"/>
                <a:gd name="T6" fmla="*/ 3 w 32"/>
                <a:gd name="T7" fmla="*/ 8 h 33"/>
                <a:gd name="T8" fmla="*/ 15 w 32"/>
                <a:gd name="T9" fmla="*/ 1 h 33"/>
                <a:gd name="T10" fmla="*/ 21 w 32"/>
                <a:gd name="T11" fmla="*/ 3 h 33"/>
                <a:gd name="T12" fmla="*/ 31 w 32"/>
                <a:gd name="T13" fmla="*/ 19 h 33"/>
                <a:gd name="T14" fmla="*/ 29 w 32"/>
                <a:gd name="T15" fmla="*/ 25 h 33"/>
                <a:gd name="T16" fmla="*/ 17 w 32"/>
                <a:gd name="T17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3">
                  <a:moveTo>
                    <a:pt x="17" y="32"/>
                  </a:moveTo>
                  <a:cubicBezTo>
                    <a:pt x="15" y="33"/>
                    <a:pt x="12" y="32"/>
                    <a:pt x="11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0"/>
                    <a:pt x="20" y="1"/>
                    <a:pt x="21" y="3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21"/>
                    <a:pt x="31" y="23"/>
                    <a:pt x="29" y="25"/>
                  </a:cubicBez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182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4986338" y="1565275"/>
              <a:ext cx="146050" cy="149225"/>
            </a:xfrm>
            <a:custGeom>
              <a:avLst/>
              <a:gdLst>
                <a:gd name="T0" fmla="*/ 42 w 84"/>
                <a:gd name="T1" fmla="*/ 0 h 85"/>
                <a:gd name="T2" fmla="*/ 0 w 84"/>
                <a:gd name="T3" fmla="*/ 42 h 85"/>
                <a:gd name="T4" fmla="*/ 42 w 84"/>
                <a:gd name="T5" fmla="*/ 85 h 85"/>
                <a:gd name="T6" fmla="*/ 84 w 84"/>
                <a:gd name="T7" fmla="*/ 42 h 85"/>
                <a:gd name="T8" fmla="*/ 42 w 84"/>
                <a:gd name="T9" fmla="*/ 0 h 85"/>
                <a:gd name="T10" fmla="*/ 42 w 84"/>
                <a:gd name="T11" fmla="*/ 63 h 85"/>
                <a:gd name="T12" fmla="*/ 22 w 84"/>
                <a:gd name="T13" fmla="*/ 42 h 85"/>
                <a:gd name="T14" fmla="*/ 42 w 84"/>
                <a:gd name="T15" fmla="*/ 22 h 85"/>
                <a:gd name="T16" fmla="*/ 62 w 84"/>
                <a:gd name="T17" fmla="*/ 42 h 85"/>
                <a:gd name="T18" fmla="*/ 42 w 84"/>
                <a:gd name="T19" fmla="*/ 6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5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2" y="85"/>
                  </a:cubicBezTo>
                  <a:cubicBezTo>
                    <a:pt x="65" y="85"/>
                    <a:pt x="84" y="66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63"/>
                  </a:moveTo>
                  <a:cubicBezTo>
                    <a:pt x="31" y="63"/>
                    <a:pt x="22" y="54"/>
                    <a:pt x="22" y="42"/>
                  </a:cubicBezTo>
                  <a:cubicBezTo>
                    <a:pt x="22" y="31"/>
                    <a:pt x="31" y="22"/>
                    <a:pt x="42" y="22"/>
                  </a:cubicBezTo>
                  <a:cubicBezTo>
                    <a:pt x="53" y="22"/>
                    <a:pt x="62" y="31"/>
                    <a:pt x="62" y="42"/>
                  </a:cubicBezTo>
                  <a:cubicBezTo>
                    <a:pt x="62" y="54"/>
                    <a:pt x="53" y="63"/>
                    <a:pt x="4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18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4595813" y="1700213"/>
              <a:ext cx="365125" cy="368300"/>
            </a:xfrm>
            <a:custGeom>
              <a:avLst/>
              <a:gdLst>
                <a:gd name="T0" fmla="*/ 105 w 209"/>
                <a:gd name="T1" fmla="*/ 211 h 211"/>
                <a:gd name="T2" fmla="*/ 0 w 209"/>
                <a:gd name="T3" fmla="*/ 106 h 211"/>
                <a:gd name="T4" fmla="*/ 105 w 209"/>
                <a:gd name="T5" fmla="*/ 0 h 211"/>
                <a:gd name="T6" fmla="*/ 209 w 209"/>
                <a:gd name="T7" fmla="*/ 106 h 211"/>
                <a:gd name="T8" fmla="*/ 105 w 209"/>
                <a:gd name="T9" fmla="*/ 211 h 211"/>
                <a:gd name="T10" fmla="*/ 105 w 209"/>
                <a:gd name="T11" fmla="*/ 19 h 211"/>
                <a:gd name="T12" fmla="*/ 19 w 209"/>
                <a:gd name="T13" fmla="*/ 106 h 211"/>
                <a:gd name="T14" fmla="*/ 105 w 209"/>
                <a:gd name="T15" fmla="*/ 192 h 211"/>
                <a:gd name="T16" fmla="*/ 190 w 209"/>
                <a:gd name="T17" fmla="*/ 106 h 211"/>
                <a:gd name="T18" fmla="*/ 105 w 209"/>
                <a:gd name="T19" fmla="*/ 1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" h="211">
                  <a:moveTo>
                    <a:pt x="105" y="211"/>
                  </a:moveTo>
                  <a:cubicBezTo>
                    <a:pt x="47" y="211"/>
                    <a:pt x="0" y="164"/>
                    <a:pt x="0" y="106"/>
                  </a:cubicBezTo>
                  <a:cubicBezTo>
                    <a:pt x="0" y="48"/>
                    <a:pt x="47" y="0"/>
                    <a:pt x="105" y="0"/>
                  </a:cubicBezTo>
                  <a:cubicBezTo>
                    <a:pt x="162" y="0"/>
                    <a:pt x="209" y="48"/>
                    <a:pt x="209" y="106"/>
                  </a:cubicBezTo>
                  <a:cubicBezTo>
                    <a:pt x="209" y="164"/>
                    <a:pt x="162" y="211"/>
                    <a:pt x="105" y="211"/>
                  </a:cubicBezTo>
                  <a:close/>
                  <a:moveTo>
                    <a:pt x="105" y="19"/>
                  </a:moveTo>
                  <a:cubicBezTo>
                    <a:pt x="58" y="19"/>
                    <a:pt x="19" y="58"/>
                    <a:pt x="19" y="106"/>
                  </a:cubicBezTo>
                  <a:cubicBezTo>
                    <a:pt x="19" y="154"/>
                    <a:pt x="58" y="192"/>
                    <a:pt x="105" y="192"/>
                  </a:cubicBezTo>
                  <a:cubicBezTo>
                    <a:pt x="152" y="192"/>
                    <a:pt x="190" y="154"/>
                    <a:pt x="190" y="106"/>
                  </a:cubicBezTo>
                  <a:cubicBezTo>
                    <a:pt x="190" y="58"/>
                    <a:pt x="152" y="19"/>
                    <a:pt x="10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18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4694238" y="1704975"/>
              <a:ext cx="171450" cy="360363"/>
            </a:xfrm>
            <a:custGeom>
              <a:avLst/>
              <a:gdLst>
                <a:gd name="T0" fmla="*/ 49 w 98"/>
                <a:gd name="T1" fmla="*/ 206 h 206"/>
                <a:gd name="T2" fmla="*/ 0 w 98"/>
                <a:gd name="T3" fmla="*/ 103 h 206"/>
                <a:gd name="T4" fmla="*/ 49 w 98"/>
                <a:gd name="T5" fmla="*/ 0 h 206"/>
                <a:gd name="T6" fmla="*/ 98 w 98"/>
                <a:gd name="T7" fmla="*/ 103 h 206"/>
                <a:gd name="T8" fmla="*/ 49 w 98"/>
                <a:gd name="T9" fmla="*/ 206 h 206"/>
                <a:gd name="T10" fmla="*/ 49 w 98"/>
                <a:gd name="T11" fmla="*/ 19 h 206"/>
                <a:gd name="T12" fmla="*/ 19 w 98"/>
                <a:gd name="T13" fmla="*/ 103 h 206"/>
                <a:gd name="T14" fmla="*/ 49 w 98"/>
                <a:gd name="T15" fmla="*/ 187 h 206"/>
                <a:gd name="T16" fmla="*/ 79 w 98"/>
                <a:gd name="T17" fmla="*/ 103 h 206"/>
                <a:gd name="T18" fmla="*/ 49 w 98"/>
                <a:gd name="T19" fmla="*/ 1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06">
                  <a:moveTo>
                    <a:pt x="49" y="206"/>
                  </a:moveTo>
                  <a:cubicBezTo>
                    <a:pt x="21" y="206"/>
                    <a:pt x="0" y="161"/>
                    <a:pt x="0" y="103"/>
                  </a:cubicBezTo>
                  <a:cubicBezTo>
                    <a:pt x="0" y="44"/>
                    <a:pt x="21" y="0"/>
                    <a:pt x="49" y="0"/>
                  </a:cubicBezTo>
                  <a:cubicBezTo>
                    <a:pt x="77" y="0"/>
                    <a:pt x="98" y="44"/>
                    <a:pt x="98" y="103"/>
                  </a:cubicBezTo>
                  <a:cubicBezTo>
                    <a:pt x="98" y="161"/>
                    <a:pt x="77" y="206"/>
                    <a:pt x="49" y="206"/>
                  </a:cubicBezTo>
                  <a:close/>
                  <a:moveTo>
                    <a:pt x="49" y="19"/>
                  </a:moveTo>
                  <a:cubicBezTo>
                    <a:pt x="36" y="19"/>
                    <a:pt x="19" y="51"/>
                    <a:pt x="19" y="103"/>
                  </a:cubicBezTo>
                  <a:cubicBezTo>
                    <a:pt x="19" y="154"/>
                    <a:pt x="36" y="187"/>
                    <a:pt x="49" y="187"/>
                  </a:cubicBezTo>
                  <a:cubicBezTo>
                    <a:pt x="61" y="187"/>
                    <a:pt x="79" y="154"/>
                    <a:pt x="79" y="103"/>
                  </a:cubicBezTo>
                  <a:cubicBezTo>
                    <a:pt x="79" y="51"/>
                    <a:pt x="61" y="19"/>
                    <a:pt x="49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185"/>
            <p:cNvSpPr/>
            <p:nvPr>
              <p:custDataLst>
                <p:tags r:id="rId16"/>
              </p:custDataLst>
            </p:nvPr>
          </p:nvSpPr>
          <p:spPr bwMode="auto">
            <a:xfrm>
              <a:off x="4595813" y="1868488"/>
              <a:ext cx="365125" cy="33338"/>
            </a:xfrm>
            <a:custGeom>
              <a:avLst/>
              <a:gdLst>
                <a:gd name="T0" fmla="*/ 200 w 209"/>
                <a:gd name="T1" fmla="*/ 19 h 19"/>
                <a:gd name="T2" fmla="*/ 10 w 209"/>
                <a:gd name="T3" fmla="*/ 19 h 19"/>
                <a:gd name="T4" fmla="*/ 0 w 209"/>
                <a:gd name="T5" fmla="*/ 10 h 19"/>
                <a:gd name="T6" fmla="*/ 10 w 209"/>
                <a:gd name="T7" fmla="*/ 0 h 19"/>
                <a:gd name="T8" fmla="*/ 200 w 209"/>
                <a:gd name="T9" fmla="*/ 0 h 19"/>
                <a:gd name="T10" fmla="*/ 209 w 209"/>
                <a:gd name="T11" fmla="*/ 10 h 19"/>
                <a:gd name="T12" fmla="*/ 200 w 209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19">
                  <a:moveTo>
                    <a:pt x="20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5" y="0"/>
                    <a:pt x="209" y="5"/>
                    <a:pt x="209" y="10"/>
                  </a:cubicBezTo>
                  <a:cubicBezTo>
                    <a:pt x="209" y="15"/>
                    <a:pt x="205" y="19"/>
                    <a:pt x="20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186"/>
            <p:cNvSpPr/>
            <p:nvPr>
              <p:custDataLst>
                <p:tags r:id="rId17"/>
              </p:custDataLst>
            </p:nvPr>
          </p:nvSpPr>
          <p:spPr bwMode="auto">
            <a:xfrm>
              <a:off x="4622800" y="1774825"/>
              <a:ext cx="312738" cy="55563"/>
            </a:xfrm>
            <a:custGeom>
              <a:avLst/>
              <a:gdLst>
                <a:gd name="T0" fmla="*/ 90 w 179"/>
                <a:gd name="T1" fmla="*/ 31 h 31"/>
                <a:gd name="T2" fmla="*/ 8 w 179"/>
                <a:gd name="T3" fmla="*/ 20 h 31"/>
                <a:gd name="T4" fmla="*/ 1 w 179"/>
                <a:gd name="T5" fmla="*/ 8 h 31"/>
                <a:gd name="T6" fmla="*/ 13 w 179"/>
                <a:gd name="T7" fmla="*/ 1 h 31"/>
                <a:gd name="T8" fmla="*/ 166 w 179"/>
                <a:gd name="T9" fmla="*/ 1 h 31"/>
                <a:gd name="T10" fmla="*/ 178 w 179"/>
                <a:gd name="T11" fmla="*/ 8 h 31"/>
                <a:gd name="T12" fmla="*/ 171 w 179"/>
                <a:gd name="T13" fmla="*/ 20 h 31"/>
                <a:gd name="T14" fmla="*/ 90 w 179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1">
                  <a:moveTo>
                    <a:pt x="90" y="31"/>
                  </a:moveTo>
                  <a:cubicBezTo>
                    <a:pt x="62" y="31"/>
                    <a:pt x="35" y="27"/>
                    <a:pt x="8" y="20"/>
                  </a:cubicBezTo>
                  <a:cubicBezTo>
                    <a:pt x="3" y="18"/>
                    <a:pt x="0" y="13"/>
                    <a:pt x="1" y="8"/>
                  </a:cubicBezTo>
                  <a:cubicBezTo>
                    <a:pt x="3" y="3"/>
                    <a:pt x="8" y="0"/>
                    <a:pt x="13" y="1"/>
                  </a:cubicBezTo>
                  <a:cubicBezTo>
                    <a:pt x="63" y="15"/>
                    <a:pt x="116" y="15"/>
                    <a:pt x="166" y="1"/>
                  </a:cubicBezTo>
                  <a:cubicBezTo>
                    <a:pt x="171" y="0"/>
                    <a:pt x="177" y="3"/>
                    <a:pt x="178" y="8"/>
                  </a:cubicBezTo>
                  <a:cubicBezTo>
                    <a:pt x="179" y="13"/>
                    <a:pt x="176" y="18"/>
                    <a:pt x="171" y="20"/>
                  </a:cubicBezTo>
                  <a:cubicBezTo>
                    <a:pt x="145" y="27"/>
                    <a:pt x="117" y="31"/>
                    <a:pt x="9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187"/>
            <p:cNvSpPr/>
            <p:nvPr>
              <p:custDataLst>
                <p:tags r:id="rId18"/>
              </p:custDataLst>
            </p:nvPr>
          </p:nvSpPr>
          <p:spPr bwMode="auto">
            <a:xfrm>
              <a:off x="4622800" y="1935163"/>
              <a:ext cx="312738" cy="60325"/>
            </a:xfrm>
            <a:custGeom>
              <a:avLst/>
              <a:gdLst>
                <a:gd name="T0" fmla="*/ 11 w 179"/>
                <a:gd name="T1" fmla="*/ 34 h 35"/>
                <a:gd name="T2" fmla="*/ 1 w 179"/>
                <a:gd name="T3" fmla="*/ 27 h 35"/>
                <a:gd name="T4" fmla="*/ 8 w 179"/>
                <a:gd name="T5" fmla="*/ 15 h 35"/>
                <a:gd name="T6" fmla="*/ 171 w 179"/>
                <a:gd name="T7" fmla="*/ 15 h 35"/>
                <a:gd name="T8" fmla="*/ 178 w 179"/>
                <a:gd name="T9" fmla="*/ 27 h 35"/>
                <a:gd name="T10" fmla="*/ 166 w 179"/>
                <a:gd name="T11" fmla="*/ 33 h 35"/>
                <a:gd name="T12" fmla="*/ 13 w 179"/>
                <a:gd name="T13" fmla="*/ 33 h 35"/>
                <a:gd name="T14" fmla="*/ 11 w 179"/>
                <a:gd name="T1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5">
                  <a:moveTo>
                    <a:pt x="11" y="34"/>
                  </a:moveTo>
                  <a:cubicBezTo>
                    <a:pt x="6" y="34"/>
                    <a:pt x="3" y="31"/>
                    <a:pt x="1" y="27"/>
                  </a:cubicBezTo>
                  <a:cubicBezTo>
                    <a:pt x="0" y="22"/>
                    <a:pt x="3" y="16"/>
                    <a:pt x="8" y="15"/>
                  </a:cubicBezTo>
                  <a:cubicBezTo>
                    <a:pt x="62" y="0"/>
                    <a:pt x="118" y="0"/>
                    <a:pt x="171" y="15"/>
                  </a:cubicBezTo>
                  <a:cubicBezTo>
                    <a:pt x="176" y="16"/>
                    <a:pt x="179" y="22"/>
                    <a:pt x="178" y="27"/>
                  </a:cubicBezTo>
                  <a:cubicBezTo>
                    <a:pt x="177" y="32"/>
                    <a:pt x="171" y="35"/>
                    <a:pt x="166" y="33"/>
                  </a:cubicBezTo>
                  <a:cubicBezTo>
                    <a:pt x="116" y="19"/>
                    <a:pt x="63" y="19"/>
                    <a:pt x="13" y="33"/>
                  </a:cubicBezTo>
                  <a:cubicBezTo>
                    <a:pt x="12" y="33"/>
                    <a:pt x="11" y="34"/>
                    <a:pt x="11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188"/>
            <p:cNvSpPr/>
            <p:nvPr>
              <p:custDataLst>
                <p:tags r:id="rId19"/>
              </p:custDataLst>
            </p:nvPr>
          </p:nvSpPr>
          <p:spPr bwMode="auto">
            <a:xfrm>
              <a:off x="4748213" y="1628775"/>
              <a:ext cx="84138" cy="66675"/>
            </a:xfrm>
            <a:custGeom>
              <a:avLst/>
              <a:gdLst>
                <a:gd name="T0" fmla="*/ 46 w 53"/>
                <a:gd name="T1" fmla="*/ 0 h 42"/>
                <a:gd name="T2" fmla="*/ 37 w 53"/>
                <a:gd name="T3" fmla="*/ 0 h 42"/>
                <a:gd name="T4" fmla="*/ 14 w 53"/>
                <a:gd name="T5" fmla="*/ 0 h 42"/>
                <a:gd name="T6" fmla="*/ 5 w 53"/>
                <a:gd name="T7" fmla="*/ 0 h 42"/>
                <a:gd name="T8" fmla="*/ 0 w 53"/>
                <a:gd name="T9" fmla="*/ 42 h 42"/>
                <a:gd name="T10" fmla="*/ 14 w 53"/>
                <a:gd name="T11" fmla="*/ 42 h 42"/>
                <a:gd name="T12" fmla="*/ 37 w 53"/>
                <a:gd name="T13" fmla="*/ 42 h 42"/>
                <a:gd name="T14" fmla="*/ 53 w 53"/>
                <a:gd name="T15" fmla="*/ 42 h 42"/>
                <a:gd name="T16" fmla="*/ 46 w 53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46" y="0"/>
                  </a:moveTo>
                  <a:lnTo>
                    <a:pt x="37" y="0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42"/>
                  </a:lnTo>
                  <a:lnTo>
                    <a:pt x="14" y="42"/>
                  </a:lnTo>
                  <a:lnTo>
                    <a:pt x="37" y="42"/>
                  </a:lnTo>
                  <a:lnTo>
                    <a:pt x="53" y="42"/>
                  </a:lnTo>
                  <a:lnTo>
                    <a:pt x="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189"/>
            <p:cNvSpPr/>
            <p:nvPr>
              <p:custDataLst>
                <p:tags r:id="rId20"/>
              </p:custDataLst>
            </p:nvPr>
          </p:nvSpPr>
          <p:spPr bwMode="auto">
            <a:xfrm>
              <a:off x="4632325" y="1643063"/>
              <a:ext cx="96838" cy="93663"/>
            </a:xfrm>
            <a:custGeom>
              <a:avLst/>
              <a:gdLst>
                <a:gd name="T0" fmla="*/ 34 w 61"/>
                <a:gd name="T1" fmla="*/ 0 h 59"/>
                <a:gd name="T2" fmla="*/ 27 w 61"/>
                <a:gd name="T3" fmla="*/ 4 h 59"/>
                <a:gd name="T4" fmla="*/ 8 w 61"/>
                <a:gd name="T5" fmla="*/ 15 h 59"/>
                <a:gd name="T6" fmla="*/ 0 w 61"/>
                <a:gd name="T7" fmla="*/ 19 h 59"/>
                <a:gd name="T8" fmla="*/ 16 w 61"/>
                <a:gd name="T9" fmla="*/ 59 h 59"/>
                <a:gd name="T10" fmla="*/ 29 w 61"/>
                <a:gd name="T11" fmla="*/ 51 h 59"/>
                <a:gd name="T12" fmla="*/ 48 w 61"/>
                <a:gd name="T13" fmla="*/ 40 h 59"/>
                <a:gd name="T14" fmla="*/ 61 w 61"/>
                <a:gd name="T15" fmla="*/ 33 h 59"/>
                <a:gd name="T16" fmla="*/ 34 w 61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4" y="0"/>
                  </a:moveTo>
                  <a:lnTo>
                    <a:pt x="27" y="4"/>
                  </a:lnTo>
                  <a:lnTo>
                    <a:pt x="8" y="15"/>
                  </a:lnTo>
                  <a:lnTo>
                    <a:pt x="0" y="19"/>
                  </a:lnTo>
                  <a:lnTo>
                    <a:pt x="16" y="59"/>
                  </a:lnTo>
                  <a:lnTo>
                    <a:pt x="29" y="51"/>
                  </a:lnTo>
                  <a:lnTo>
                    <a:pt x="48" y="40"/>
                  </a:lnTo>
                  <a:lnTo>
                    <a:pt x="61" y="33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190"/>
            <p:cNvSpPr/>
            <p:nvPr>
              <p:custDataLst>
                <p:tags r:id="rId21"/>
              </p:custDataLst>
            </p:nvPr>
          </p:nvSpPr>
          <p:spPr bwMode="auto">
            <a:xfrm>
              <a:off x="4546600" y="1720850"/>
              <a:ext cx="95250" cy="96838"/>
            </a:xfrm>
            <a:custGeom>
              <a:avLst/>
              <a:gdLst>
                <a:gd name="T0" fmla="*/ 20 w 60"/>
                <a:gd name="T1" fmla="*/ 0 h 61"/>
                <a:gd name="T2" fmla="*/ 16 w 60"/>
                <a:gd name="T3" fmla="*/ 8 h 61"/>
                <a:gd name="T4" fmla="*/ 5 w 60"/>
                <a:gd name="T5" fmla="*/ 27 h 61"/>
                <a:gd name="T6" fmla="*/ 0 w 60"/>
                <a:gd name="T7" fmla="*/ 34 h 61"/>
                <a:gd name="T8" fmla="*/ 33 w 60"/>
                <a:gd name="T9" fmla="*/ 61 h 61"/>
                <a:gd name="T10" fmla="*/ 41 w 60"/>
                <a:gd name="T11" fmla="*/ 48 h 61"/>
                <a:gd name="T12" fmla="*/ 52 w 60"/>
                <a:gd name="T13" fmla="*/ 29 h 61"/>
                <a:gd name="T14" fmla="*/ 60 w 60"/>
                <a:gd name="T15" fmla="*/ 16 h 61"/>
                <a:gd name="T16" fmla="*/ 20 w 60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1">
                  <a:moveTo>
                    <a:pt x="20" y="0"/>
                  </a:moveTo>
                  <a:lnTo>
                    <a:pt x="16" y="8"/>
                  </a:lnTo>
                  <a:lnTo>
                    <a:pt x="5" y="27"/>
                  </a:lnTo>
                  <a:lnTo>
                    <a:pt x="0" y="34"/>
                  </a:lnTo>
                  <a:lnTo>
                    <a:pt x="33" y="61"/>
                  </a:lnTo>
                  <a:lnTo>
                    <a:pt x="41" y="48"/>
                  </a:lnTo>
                  <a:lnTo>
                    <a:pt x="52" y="29"/>
                  </a:lnTo>
                  <a:lnTo>
                    <a:pt x="60" y="16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191"/>
            <p:cNvSpPr/>
            <p:nvPr>
              <p:custDataLst>
                <p:tags r:id="rId22"/>
              </p:custDataLst>
            </p:nvPr>
          </p:nvSpPr>
          <p:spPr bwMode="auto">
            <a:xfrm>
              <a:off x="4522788" y="1833563"/>
              <a:ext cx="66675" cy="84138"/>
            </a:xfrm>
            <a:custGeom>
              <a:avLst/>
              <a:gdLst>
                <a:gd name="T0" fmla="*/ 0 w 42"/>
                <a:gd name="T1" fmla="*/ 6 h 53"/>
                <a:gd name="T2" fmla="*/ 0 w 42"/>
                <a:gd name="T3" fmla="*/ 15 h 53"/>
                <a:gd name="T4" fmla="*/ 0 w 42"/>
                <a:gd name="T5" fmla="*/ 37 h 53"/>
                <a:gd name="T6" fmla="*/ 0 w 42"/>
                <a:gd name="T7" fmla="*/ 46 h 53"/>
                <a:gd name="T8" fmla="*/ 42 w 42"/>
                <a:gd name="T9" fmla="*/ 53 h 53"/>
                <a:gd name="T10" fmla="*/ 42 w 42"/>
                <a:gd name="T11" fmla="*/ 37 h 53"/>
                <a:gd name="T12" fmla="*/ 42 w 42"/>
                <a:gd name="T13" fmla="*/ 15 h 53"/>
                <a:gd name="T14" fmla="*/ 42 w 42"/>
                <a:gd name="T15" fmla="*/ 0 h 53"/>
                <a:gd name="T16" fmla="*/ 0 w 42"/>
                <a:gd name="T17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0" y="6"/>
                  </a:moveTo>
                  <a:lnTo>
                    <a:pt x="0" y="15"/>
                  </a:lnTo>
                  <a:lnTo>
                    <a:pt x="0" y="37"/>
                  </a:lnTo>
                  <a:lnTo>
                    <a:pt x="0" y="46"/>
                  </a:lnTo>
                  <a:lnTo>
                    <a:pt x="42" y="53"/>
                  </a:lnTo>
                  <a:lnTo>
                    <a:pt x="42" y="37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192"/>
            <p:cNvSpPr/>
            <p:nvPr>
              <p:custDataLst>
                <p:tags r:id="rId23"/>
              </p:custDataLst>
            </p:nvPr>
          </p:nvSpPr>
          <p:spPr bwMode="auto">
            <a:xfrm>
              <a:off x="4537075" y="1935163"/>
              <a:ext cx="93663" cy="96838"/>
            </a:xfrm>
            <a:custGeom>
              <a:avLst/>
              <a:gdLst>
                <a:gd name="T0" fmla="*/ 0 w 59"/>
                <a:gd name="T1" fmla="*/ 26 h 61"/>
                <a:gd name="T2" fmla="*/ 4 w 59"/>
                <a:gd name="T3" fmla="*/ 34 h 61"/>
                <a:gd name="T4" fmla="*/ 15 w 59"/>
                <a:gd name="T5" fmla="*/ 54 h 61"/>
                <a:gd name="T6" fmla="*/ 19 w 59"/>
                <a:gd name="T7" fmla="*/ 61 h 61"/>
                <a:gd name="T8" fmla="*/ 59 w 59"/>
                <a:gd name="T9" fmla="*/ 46 h 61"/>
                <a:gd name="T10" fmla="*/ 51 w 59"/>
                <a:gd name="T11" fmla="*/ 33 h 61"/>
                <a:gd name="T12" fmla="*/ 40 w 59"/>
                <a:gd name="T13" fmla="*/ 13 h 61"/>
                <a:gd name="T14" fmla="*/ 33 w 59"/>
                <a:gd name="T15" fmla="*/ 0 h 61"/>
                <a:gd name="T16" fmla="*/ 0 w 59"/>
                <a:gd name="T17" fmla="*/ 2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0" y="26"/>
                  </a:moveTo>
                  <a:lnTo>
                    <a:pt x="4" y="34"/>
                  </a:lnTo>
                  <a:lnTo>
                    <a:pt x="15" y="54"/>
                  </a:lnTo>
                  <a:lnTo>
                    <a:pt x="19" y="61"/>
                  </a:lnTo>
                  <a:lnTo>
                    <a:pt x="59" y="46"/>
                  </a:lnTo>
                  <a:lnTo>
                    <a:pt x="51" y="33"/>
                  </a:lnTo>
                  <a:lnTo>
                    <a:pt x="40" y="13"/>
                  </a:lnTo>
                  <a:lnTo>
                    <a:pt x="33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193"/>
            <p:cNvSpPr/>
            <p:nvPr>
              <p:custDataLst>
                <p:tags r:id="rId24"/>
              </p:custDataLst>
            </p:nvPr>
          </p:nvSpPr>
          <p:spPr bwMode="auto">
            <a:xfrm>
              <a:off x="4614863" y="2024063"/>
              <a:ext cx="96838" cy="93663"/>
            </a:xfrm>
            <a:custGeom>
              <a:avLst/>
              <a:gdLst>
                <a:gd name="T0" fmla="*/ 0 w 61"/>
                <a:gd name="T1" fmla="*/ 39 h 59"/>
                <a:gd name="T2" fmla="*/ 8 w 61"/>
                <a:gd name="T3" fmla="*/ 44 h 59"/>
                <a:gd name="T4" fmla="*/ 27 w 61"/>
                <a:gd name="T5" fmla="*/ 55 h 59"/>
                <a:gd name="T6" fmla="*/ 34 w 61"/>
                <a:gd name="T7" fmla="*/ 59 h 59"/>
                <a:gd name="T8" fmla="*/ 61 w 61"/>
                <a:gd name="T9" fmla="*/ 26 h 59"/>
                <a:gd name="T10" fmla="*/ 48 w 61"/>
                <a:gd name="T11" fmla="*/ 19 h 59"/>
                <a:gd name="T12" fmla="*/ 29 w 61"/>
                <a:gd name="T13" fmla="*/ 8 h 59"/>
                <a:gd name="T14" fmla="*/ 16 w 61"/>
                <a:gd name="T15" fmla="*/ 0 h 59"/>
                <a:gd name="T16" fmla="*/ 0 w 61"/>
                <a:gd name="T17" fmla="*/ 3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0" y="39"/>
                  </a:moveTo>
                  <a:lnTo>
                    <a:pt x="8" y="44"/>
                  </a:lnTo>
                  <a:lnTo>
                    <a:pt x="27" y="55"/>
                  </a:lnTo>
                  <a:lnTo>
                    <a:pt x="34" y="59"/>
                  </a:lnTo>
                  <a:lnTo>
                    <a:pt x="61" y="26"/>
                  </a:lnTo>
                  <a:lnTo>
                    <a:pt x="48" y="19"/>
                  </a:lnTo>
                  <a:lnTo>
                    <a:pt x="29" y="8"/>
                  </a:lnTo>
                  <a:lnTo>
                    <a:pt x="16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194"/>
            <p:cNvSpPr/>
            <p:nvPr>
              <p:custDataLst>
                <p:tags r:id="rId25"/>
              </p:custDataLst>
            </p:nvPr>
          </p:nvSpPr>
          <p:spPr bwMode="auto">
            <a:xfrm>
              <a:off x="4727575" y="2074863"/>
              <a:ext cx="84138" cy="66675"/>
            </a:xfrm>
            <a:custGeom>
              <a:avLst/>
              <a:gdLst>
                <a:gd name="T0" fmla="*/ 6 w 53"/>
                <a:gd name="T1" fmla="*/ 42 h 42"/>
                <a:gd name="T2" fmla="*/ 15 w 53"/>
                <a:gd name="T3" fmla="*/ 42 h 42"/>
                <a:gd name="T4" fmla="*/ 37 w 53"/>
                <a:gd name="T5" fmla="*/ 42 h 42"/>
                <a:gd name="T6" fmla="*/ 46 w 53"/>
                <a:gd name="T7" fmla="*/ 42 h 42"/>
                <a:gd name="T8" fmla="*/ 53 w 53"/>
                <a:gd name="T9" fmla="*/ 0 h 42"/>
                <a:gd name="T10" fmla="*/ 37 w 53"/>
                <a:gd name="T11" fmla="*/ 0 h 42"/>
                <a:gd name="T12" fmla="*/ 15 w 53"/>
                <a:gd name="T13" fmla="*/ 0 h 42"/>
                <a:gd name="T14" fmla="*/ 0 w 53"/>
                <a:gd name="T15" fmla="*/ 0 h 42"/>
                <a:gd name="T16" fmla="*/ 6 w 53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6" y="42"/>
                  </a:moveTo>
                  <a:lnTo>
                    <a:pt x="15" y="42"/>
                  </a:lnTo>
                  <a:lnTo>
                    <a:pt x="37" y="42"/>
                  </a:lnTo>
                  <a:lnTo>
                    <a:pt x="46" y="42"/>
                  </a:lnTo>
                  <a:lnTo>
                    <a:pt x="53" y="0"/>
                  </a:lnTo>
                  <a:lnTo>
                    <a:pt x="37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195"/>
            <p:cNvSpPr/>
            <p:nvPr>
              <p:custDataLst>
                <p:tags r:id="rId26"/>
              </p:custDataLst>
            </p:nvPr>
          </p:nvSpPr>
          <p:spPr bwMode="auto">
            <a:xfrm>
              <a:off x="4829175" y="2032000"/>
              <a:ext cx="96838" cy="96838"/>
            </a:xfrm>
            <a:custGeom>
              <a:avLst/>
              <a:gdLst>
                <a:gd name="T0" fmla="*/ 26 w 61"/>
                <a:gd name="T1" fmla="*/ 61 h 61"/>
                <a:gd name="T2" fmla="*/ 34 w 61"/>
                <a:gd name="T3" fmla="*/ 57 h 61"/>
                <a:gd name="T4" fmla="*/ 54 w 61"/>
                <a:gd name="T5" fmla="*/ 46 h 61"/>
                <a:gd name="T6" fmla="*/ 61 w 61"/>
                <a:gd name="T7" fmla="*/ 41 h 61"/>
                <a:gd name="T8" fmla="*/ 46 w 61"/>
                <a:gd name="T9" fmla="*/ 0 h 61"/>
                <a:gd name="T10" fmla="*/ 33 w 61"/>
                <a:gd name="T11" fmla="*/ 8 h 61"/>
                <a:gd name="T12" fmla="*/ 13 w 61"/>
                <a:gd name="T13" fmla="*/ 20 h 61"/>
                <a:gd name="T14" fmla="*/ 0 w 61"/>
                <a:gd name="T15" fmla="*/ 27 h 61"/>
                <a:gd name="T16" fmla="*/ 26 w 61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26" y="61"/>
                  </a:moveTo>
                  <a:lnTo>
                    <a:pt x="34" y="57"/>
                  </a:lnTo>
                  <a:lnTo>
                    <a:pt x="54" y="46"/>
                  </a:lnTo>
                  <a:lnTo>
                    <a:pt x="61" y="41"/>
                  </a:lnTo>
                  <a:lnTo>
                    <a:pt x="46" y="0"/>
                  </a:lnTo>
                  <a:lnTo>
                    <a:pt x="33" y="8"/>
                  </a:lnTo>
                  <a:lnTo>
                    <a:pt x="13" y="20"/>
                  </a:lnTo>
                  <a:lnTo>
                    <a:pt x="0" y="27"/>
                  </a:lnTo>
                  <a:lnTo>
                    <a:pt x="26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Freeform 196"/>
            <p:cNvSpPr/>
            <p:nvPr>
              <p:custDataLst>
                <p:tags r:id="rId27"/>
              </p:custDataLst>
            </p:nvPr>
          </p:nvSpPr>
          <p:spPr bwMode="auto">
            <a:xfrm>
              <a:off x="4918075" y="1952625"/>
              <a:ext cx="93663" cy="96838"/>
            </a:xfrm>
            <a:custGeom>
              <a:avLst/>
              <a:gdLst>
                <a:gd name="T0" fmla="*/ 39 w 59"/>
                <a:gd name="T1" fmla="*/ 61 h 61"/>
                <a:gd name="T2" fmla="*/ 44 w 59"/>
                <a:gd name="T3" fmla="*/ 54 h 61"/>
                <a:gd name="T4" fmla="*/ 55 w 59"/>
                <a:gd name="T5" fmla="*/ 34 h 61"/>
                <a:gd name="T6" fmla="*/ 59 w 59"/>
                <a:gd name="T7" fmla="*/ 26 h 61"/>
                <a:gd name="T8" fmla="*/ 26 w 59"/>
                <a:gd name="T9" fmla="*/ 0 h 61"/>
                <a:gd name="T10" fmla="*/ 18 w 59"/>
                <a:gd name="T11" fmla="*/ 13 h 61"/>
                <a:gd name="T12" fmla="*/ 7 w 59"/>
                <a:gd name="T13" fmla="*/ 33 h 61"/>
                <a:gd name="T14" fmla="*/ 0 w 59"/>
                <a:gd name="T15" fmla="*/ 46 h 61"/>
                <a:gd name="T16" fmla="*/ 39 w 59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39" y="61"/>
                  </a:moveTo>
                  <a:lnTo>
                    <a:pt x="44" y="54"/>
                  </a:lnTo>
                  <a:lnTo>
                    <a:pt x="55" y="34"/>
                  </a:lnTo>
                  <a:lnTo>
                    <a:pt x="59" y="26"/>
                  </a:lnTo>
                  <a:lnTo>
                    <a:pt x="26" y="0"/>
                  </a:lnTo>
                  <a:lnTo>
                    <a:pt x="18" y="13"/>
                  </a:lnTo>
                  <a:lnTo>
                    <a:pt x="7" y="33"/>
                  </a:lnTo>
                  <a:lnTo>
                    <a:pt x="0" y="46"/>
                  </a:lnTo>
                  <a:lnTo>
                    <a:pt x="39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Freeform 197"/>
            <p:cNvSpPr/>
            <p:nvPr>
              <p:custDataLst>
                <p:tags r:id="rId28"/>
              </p:custDataLst>
            </p:nvPr>
          </p:nvSpPr>
          <p:spPr bwMode="auto">
            <a:xfrm>
              <a:off x="4968875" y="1854200"/>
              <a:ext cx="66675" cy="84138"/>
            </a:xfrm>
            <a:custGeom>
              <a:avLst/>
              <a:gdLst>
                <a:gd name="T0" fmla="*/ 42 w 42"/>
                <a:gd name="T1" fmla="*/ 46 h 53"/>
                <a:gd name="T2" fmla="*/ 42 w 42"/>
                <a:gd name="T3" fmla="*/ 37 h 53"/>
                <a:gd name="T4" fmla="*/ 42 w 42"/>
                <a:gd name="T5" fmla="*/ 14 h 53"/>
                <a:gd name="T6" fmla="*/ 42 w 42"/>
                <a:gd name="T7" fmla="*/ 5 h 53"/>
                <a:gd name="T8" fmla="*/ 0 w 42"/>
                <a:gd name="T9" fmla="*/ 0 h 53"/>
                <a:gd name="T10" fmla="*/ 0 w 42"/>
                <a:gd name="T11" fmla="*/ 14 h 53"/>
                <a:gd name="T12" fmla="*/ 0 w 42"/>
                <a:gd name="T13" fmla="*/ 37 h 53"/>
                <a:gd name="T14" fmla="*/ 0 w 42"/>
                <a:gd name="T15" fmla="*/ 53 h 53"/>
                <a:gd name="T16" fmla="*/ 42 w 42"/>
                <a:gd name="T17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42" y="46"/>
                  </a:moveTo>
                  <a:lnTo>
                    <a:pt x="42" y="37"/>
                  </a:lnTo>
                  <a:lnTo>
                    <a:pt x="42" y="14"/>
                  </a:lnTo>
                  <a:lnTo>
                    <a:pt x="42" y="5"/>
                  </a:lnTo>
                  <a:lnTo>
                    <a:pt x="0" y="0"/>
                  </a:lnTo>
                  <a:lnTo>
                    <a:pt x="0" y="14"/>
                  </a:lnTo>
                  <a:lnTo>
                    <a:pt x="0" y="37"/>
                  </a:lnTo>
                  <a:lnTo>
                    <a:pt x="0" y="53"/>
                  </a:lnTo>
                  <a:lnTo>
                    <a:pt x="42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Freeform 198"/>
            <p:cNvSpPr/>
            <p:nvPr>
              <p:custDataLst>
                <p:tags r:id="rId29"/>
              </p:custDataLst>
            </p:nvPr>
          </p:nvSpPr>
          <p:spPr bwMode="auto">
            <a:xfrm>
              <a:off x="4926013" y="1738313"/>
              <a:ext cx="96838" cy="96838"/>
            </a:xfrm>
            <a:custGeom>
              <a:avLst/>
              <a:gdLst>
                <a:gd name="T0" fmla="*/ 61 w 61"/>
                <a:gd name="T1" fmla="*/ 34 h 61"/>
                <a:gd name="T2" fmla="*/ 56 w 61"/>
                <a:gd name="T3" fmla="*/ 27 h 61"/>
                <a:gd name="T4" fmla="*/ 45 w 61"/>
                <a:gd name="T5" fmla="*/ 8 h 61"/>
                <a:gd name="T6" fmla="*/ 41 w 61"/>
                <a:gd name="T7" fmla="*/ 0 h 61"/>
                <a:gd name="T8" fmla="*/ 0 w 61"/>
                <a:gd name="T9" fmla="*/ 16 h 61"/>
                <a:gd name="T10" fmla="*/ 8 w 61"/>
                <a:gd name="T11" fmla="*/ 29 h 61"/>
                <a:gd name="T12" fmla="*/ 20 w 61"/>
                <a:gd name="T13" fmla="*/ 48 h 61"/>
                <a:gd name="T14" fmla="*/ 27 w 61"/>
                <a:gd name="T15" fmla="*/ 61 h 61"/>
                <a:gd name="T16" fmla="*/ 61 w 61"/>
                <a:gd name="T17" fmla="*/ 3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61" y="34"/>
                  </a:moveTo>
                  <a:lnTo>
                    <a:pt x="56" y="27"/>
                  </a:lnTo>
                  <a:lnTo>
                    <a:pt x="45" y="8"/>
                  </a:lnTo>
                  <a:lnTo>
                    <a:pt x="41" y="0"/>
                  </a:lnTo>
                  <a:lnTo>
                    <a:pt x="0" y="16"/>
                  </a:lnTo>
                  <a:lnTo>
                    <a:pt x="8" y="29"/>
                  </a:lnTo>
                  <a:lnTo>
                    <a:pt x="20" y="48"/>
                  </a:lnTo>
                  <a:lnTo>
                    <a:pt x="27" y="61"/>
                  </a:lnTo>
                  <a:lnTo>
                    <a:pt x="61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Freeform 199"/>
            <p:cNvSpPr/>
            <p:nvPr>
              <p:custDataLst>
                <p:tags r:id="rId30"/>
              </p:custDataLst>
            </p:nvPr>
          </p:nvSpPr>
          <p:spPr bwMode="auto">
            <a:xfrm>
              <a:off x="4846638" y="1652588"/>
              <a:ext cx="96838" cy="95250"/>
            </a:xfrm>
            <a:custGeom>
              <a:avLst/>
              <a:gdLst>
                <a:gd name="T0" fmla="*/ 61 w 61"/>
                <a:gd name="T1" fmla="*/ 20 h 60"/>
                <a:gd name="T2" fmla="*/ 54 w 61"/>
                <a:gd name="T3" fmla="*/ 16 h 60"/>
                <a:gd name="T4" fmla="*/ 34 w 61"/>
                <a:gd name="T5" fmla="*/ 5 h 60"/>
                <a:gd name="T6" fmla="*/ 26 w 61"/>
                <a:gd name="T7" fmla="*/ 0 h 60"/>
                <a:gd name="T8" fmla="*/ 0 w 61"/>
                <a:gd name="T9" fmla="*/ 33 h 60"/>
                <a:gd name="T10" fmla="*/ 13 w 61"/>
                <a:gd name="T11" fmla="*/ 41 h 60"/>
                <a:gd name="T12" fmla="*/ 33 w 61"/>
                <a:gd name="T13" fmla="*/ 52 h 60"/>
                <a:gd name="T14" fmla="*/ 46 w 61"/>
                <a:gd name="T15" fmla="*/ 60 h 60"/>
                <a:gd name="T16" fmla="*/ 61 w 61"/>
                <a:gd name="T1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61" y="20"/>
                  </a:moveTo>
                  <a:lnTo>
                    <a:pt x="54" y="16"/>
                  </a:lnTo>
                  <a:lnTo>
                    <a:pt x="34" y="5"/>
                  </a:lnTo>
                  <a:lnTo>
                    <a:pt x="26" y="0"/>
                  </a:lnTo>
                  <a:lnTo>
                    <a:pt x="0" y="33"/>
                  </a:lnTo>
                  <a:lnTo>
                    <a:pt x="13" y="41"/>
                  </a:lnTo>
                  <a:lnTo>
                    <a:pt x="33" y="52"/>
                  </a:lnTo>
                  <a:lnTo>
                    <a:pt x="46" y="60"/>
                  </a:lnTo>
                  <a:lnTo>
                    <a:pt x="6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200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565650" y="1670050"/>
              <a:ext cx="425450" cy="428625"/>
            </a:xfrm>
            <a:custGeom>
              <a:avLst/>
              <a:gdLst>
                <a:gd name="T0" fmla="*/ 122 w 243"/>
                <a:gd name="T1" fmla="*/ 245 h 245"/>
                <a:gd name="T2" fmla="*/ 0 w 243"/>
                <a:gd name="T3" fmla="*/ 123 h 245"/>
                <a:gd name="T4" fmla="*/ 122 w 243"/>
                <a:gd name="T5" fmla="*/ 0 h 245"/>
                <a:gd name="T6" fmla="*/ 243 w 243"/>
                <a:gd name="T7" fmla="*/ 123 h 245"/>
                <a:gd name="T8" fmla="*/ 122 w 243"/>
                <a:gd name="T9" fmla="*/ 245 h 245"/>
                <a:gd name="T10" fmla="*/ 122 w 243"/>
                <a:gd name="T11" fmla="*/ 37 h 245"/>
                <a:gd name="T12" fmla="*/ 37 w 243"/>
                <a:gd name="T13" fmla="*/ 123 h 245"/>
                <a:gd name="T14" fmla="*/ 122 w 243"/>
                <a:gd name="T15" fmla="*/ 209 h 245"/>
                <a:gd name="T16" fmla="*/ 206 w 243"/>
                <a:gd name="T17" fmla="*/ 123 h 245"/>
                <a:gd name="T18" fmla="*/ 122 w 243"/>
                <a:gd name="T19" fmla="*/ 37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" h="245"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55"/>
                    <a:pt x="55" y="0"/>
                    <a:pt x="122" y="0"/>
                  </a:cubicBezTo>
                  <a:cubicBezTo>
                    <a:pt x="189" y="0"/>
                    <a:pt x="243" y="55"/>
                    <a:pt x="243" y="123"/>
                  </a:cubicBezTo>
                  <a:cubicBezTo>
                    <a:pt x="243" y="190"/>
                    <a:pt x="189" y="245"/>
                    <a:pt x="122" y="245"/>
                  </a:cubicBezTo>
                  <a:close/>
                  <a:moveTo>
                    <a:pt x="122" y="37"/>
                  </a:moveTo>
                  <a:cubicBezTo>
                    <a:pt x="75" y="37"/>
                    <a:pt x="37" y="75"/>
                    <a:pt x="37" y="123"/>
                  </a:cubicBezTo>
                  <a:cubicBezTo>
                    <a:pt x="37" y="170"/>
                    <a:pt x="75" y="209"/>
                    <a:pt x="122" y="209"/>
                  </a:cubicBezTo>
                  <a:cubicBezTo>
                    <a:pt x="168" y="209"/>
                    <a:pt x="206" y="170"/>
                    <a:pt x="206" y="123"/>
                  </a:cubicBezTo>
                  <a:cubicBezTo>
                    <a:pt x="206" y="75"/>
                    <a:pt x="168" y="37"/>
                    <a:pt x="122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32"/>
            </p:custDataLst>
          </p:nvPr>
        </p:nvGrpSpPr>
        <p:grpSpPr>
          <a:xfrm>
            <a:off x="403860" y="1061720"/>
            <a:ext cx="1009650" cy="1009650"/>
            <a:chOff x="636" y="1672"/>
            <a:chExt cx="1590" cy="1590"/>
          </a:xfrm>
        </p:grpSpPr>
        <p:sp>
          <p:nvSpPr>
            <p:cNvPr id="6" name="椭圆 5"/>
            <p:cNvSpPr/>
            <p:nvPr>
              <p:custDataLst>
                <p:tags r:id="rId33"/>
              </p:custDataLst>
            </p:nvPr>
          </p:nvSpPr>
          <p:spPr>
            <a:xfrm>
              <a:off x="636" y="1672"/>
              <a:ext cx="1591" cy="1591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>
              <p:custDataLst>
                <p:tags r:id="rId34"/>
              </p:custDataLst>
            </p:nvPr>
          </p:nvGrpSpPr>
          <p:grpSpPr>
            <a:xfrm>
              <a:off x="1185" y="2025"/>
              <a:ext cx="668" cy="885"/>
              <a:chOff x="8555038" y="305593"/>
              <a:chExt cx="423863" cy="561975"/>
            </a:xfrm>
            <a:solidFill>
              <a:schemeClr val="bg1"/>
            </a:solidFill>
          </p:grpSpPr>
          <p:sp>
            <p:nvSpPr>
              <p:cNvPr id="66" name="Freeform 333"/>
              <p:cNvSpPr>
                <a:spLocks noEditPoint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8555038" y="305593"/>
                <a:ext cx="285750" cy="561975"/>
              </a:xfrm>
              <a:custGeom>
                <a:avLst/>
                <a:gdLst>
                  <a:gd name="T0" fmla="*/ 153 w 163"/>
                  <a:gd name="T1" fmla="*/ 214 h 322"/>
                  <a:gd name="T2" fmla="*/ 153 w 163"/>
                  <a:gd name="T3" fmla="*/ 259 h 322"/>
                  <a:gd name="T4" fmla="*/ 11 w 163"/>
                  <a:gd name="T5" fmla="*/ 259 h 322"/>
                  <a:gd name="T6" fmla="*/ 11 w 163"/>
                  <a:gd name="T7" fmla="*/ 49 h 322"/>
                  <a:gd name="T8" fmla="*/ 153 w 163"/>
                  <a:gd name="T9" fmla="*/ 49 h 322"/>
                  <a:gd name="T10" fmla="*/ 153 w 163"/>
                  <a:gd name="T11" fmla="*/ 91 h 322"/>
                  <a:gd name="T12" fmla="*/ 163 w 163"/>
                  <a:gd name="T13" fmla="*/ 92 h 322"/>
                  <a:gd name="T14" fmla="*/ 163 w 163"/>
                  <a:gd name="T15" fmla="*/ 25 h 322"/>
                  <a:gd name="T16" fmla="*/ 139 w 163"/>
                  <a:gd name="T17" fmla="*/ 0 h 322"/>
                  <a:gd name="T18" fmla="*/ 25 w 163"/>
                  <a:gd name="T19" fmla="*/ 0 h 322"/>
                  <a:gd name="T20" fmla="*/ 0 w 163"/>
                  <a:gd name="T21" fmla="*/ 25 h 322"/>
                  <a:gd name="T22" fmla="*/ 0 w 163"/>
                  <a:gd name="T23" fmla="*/ 297 h 322"/>
                  <a:gd name="T24" fmla="*/ 25 w 163"/>
                  <a:gd name="T25" fmla="*/ 322 h 322"/>
                  <a:gd name="T26" fmla="*/ 139 w 163"/>
                  <a:gd name="T27" fmla="*/ 322 h 322"/>
                  <a:gd name="T28" fmla="*/ 163 w 163"/>
                  <a:gd name="T29" fmla="*/ 297 h 322"/>
                  <a:gd name="T30" fmla="*/ 163 w 163"/>
                  <a:gd name="T31" fmla="*/ 213 h 322"/>
                  <a:gd name="T32" fmla="*/ 153 w 163"/>
                  <a:gd name="T33" fmla="*/ 214 h 322"/>
                  <a:gd name="T34" fmla="*/ 60 w 163"/>
                  <a:gd name="T35" fmla="*/ 18 h 322"/>
                  <a:gd name="T36" fmla="*/ 103 w 163"/>
                  <a:gd name="T37" fmla="*/ 18 h 322"/>
                  <a:gd name="T38" fmla="*/ 105 w 163"/>
                  <a:gd name="T39" fmla="*/ 21 h 322"/>
                  <a:gd name="T40" fmla="*/ 103 w 163"/>
                  <a:gd name="T41" fmla="*/ 24 h 322"/>
                  <a:gd name="T42" fmla="*/ 60 w 163"/>
                  <a:gd name="T43" fmla="*/ 24 h 322"/>
                  <a:gd name="T44" fmla="*/ 58 w 163"/>
                  <a:gd name="T45" fmla="*/ 21 h 322"/>
                  <a:gd name="T46" fmla="*/ 60 w 163"/>
                  <a:gd name="T47" fmla="*/ 18 h 322"/>
                  <a:gd name="T48" fmla="*/ 82 w 163"/>
                  <a:gd name="T49" fmla="*/ 304 h 322"/>
                  <a:gd name="T50" fmla="*/ 67 w 163"/>
                  <a:gd name="T51" fmla="*/ 289 h 322"/>
                  <a:gd name="T52" fmla="*/ 82 w 163"/>
                  <a:gd name="T53" fmla="*/ 275 h 322"/>
                  <a:gd name="T54" fmla="*/ 96 w 163"/>
                  <a:gd name="T55" fmla="*/ 289 h 322"/>
                  <a:gd name="T56" fmla="*/ 82 w 163"/>
                  <a:gd name="T57" fmla="*/ 30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3" h="322">
                    <a:moveTo>
                      <a:pt x="153" y="214"/>
                    </a:moveTo>
                    <a:cubicBezTo>
                      <a:pt x="153" y="259"/>
                      <a:pt x="153" y="259"/>
                      <a:pt x="153" y="259"/>
                    </a:cubicBezTo>
                    <a:cubicBezTo>
                      <a:pt x="11" y="259"/>
                      <a:pt x="11" y="259"/>
                      <a:pt x="11" y="25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53" y="49"/>
                      <a:pt x="153" y="49"/>
                      <a:pt x="153" y="49"/>
                    </a:cubicBezTo>
                    <a:cubicBezTo>
                      <a:pt x="153" y="91"/>
                      <a:pt x="153" y="91"/>
                      <a:pt x="153" y="91"/>
                    </a:cubicBezTo>
                    <a:cubicBezTo>
                      <a:pt x="156" y="91"/>
                      <a:pt x="160" y="91"/>
                      <a:pt x="163" y="92"/>
                    </a:cubicBezTo>
                    <a:cubicBezTo>
                      <a:pt x="163" y="25"/>
                      <a:pt x="163" y="25"/>
                      <a:pt x="163" y="25"/>
                    </a:cubicBezTo>
                    <a:cubicBezTo>
                      <a:pt x="163" y="11"/>
                      <a:pt x="152" y="0"/>
                      <a:pt x="139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297"/>
                      <a:pt x="0" y="297"/>
                      <a:pt x="0" y="297"/>
                    </a:cubicBezTo>
                    <a:cubicBezTo>
                      <a:pt x="0" y="311"/>
                      <a:pt x="11" y="322"/>
                      <a:pt x="25" y="322"/>
                    </a:cubicBezTo>
                    <a:cubicBezTo>
                      <a:pt x="139" y="322"/>
                      <a:pt x="139" y="322"/>
                      <a:pt x="139" y="322"/>
                    </a:cubicBezTo>
                    <a:cubicBezTo>
                      <a:pt x="152" y="322"/>
                      <a:pt x="163" y="311"/>
                      <a:pt x="163" y="297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60" y="213"/>
                      <a:pt x="156" y="214"/>
                      <a:pt x="153" y="214"/>
                    </a:cubicBezTo>
                    <a:close/>
                    <a:moveTo>
                      <a:pt x="60" y="18"/>
                    </a:moveTo>
                    <a:cubicBezTo>
                      <a:pt x="103" y="18"/>
                      <a:pt x="103" y="18"/>
                      <a:pt x="103" y="18"/>
                    </a:cubicBezTo>
                    <a:cubicBezTo>
                      <a:pt x="104" y="18"/>
                      <a:pt x="105" y="19"/>
                      <a:pt x="105" y="21"/>
                    </a:cubicBezTo>
                    <a:cubicBezTo>
                      <a:pt x="105" y="23"/>
                      <a:pt x="104" y="24"/>
                      <a:pt x="103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59" y="24"/>
                      <a:pt x="58" y="23"/>
                      <a:pt x="58" y="21"/>
                    </a:cubicBezTo>
                    <a:cubicBezTo>
                      <a:pt x="58" y="19"/>
                      <a:pt x="59" y="18"/>
                      <a:pt x="60" y="18"/>
                    </a:cubicBezTo>
                    <a:close/>
                    <a:moveTo>
                      <a:pt x="82" y="304"/>
                    </a:moveTo>
                    <a:cubicBezTo>
                      <a:pt x="74" y="304"/>
                      <a:pt x="67" y="297"/>
                      <a:pt x="67" y="289"/>
                    </a:cubicBezTo>
                    <a:cubicBezTo>
                      <a:pt x="67" y="281"/>
                      <a:pt x="74" y="275"/>
                      <a:pt x="82" y="275"/>
                    </a:cubicBezTo>
                    <a:cubicBezTo>
                      <a:pt x="90" y="275"/>
                      <a:pt x="96" y="281"/>
                      <a:pt x="96" y="289"/>
                    </a:cubicBezTo>
                    <a:cubicBezTo>
                      <a:pt x="96" y="297"/>
                      <a:pt x="90" y="304"/>
                      <a:pt x="82" y="3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7" name="Freeform 334"/>
              <p:cNvSpPr>
                <a:spLocks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653463" y="408781"/>
                <a:ext cx="325438" cy="325438"/>
              </a:xfrm>
              <a:custGeom>
                <a:avLst/>
                <a:gdLst>
                  <a:gd name="T0" fmla="*/ 186 w 186"/>
                  <a:gd name="T1" fmla="*/ 103 h 186"/>
                  <a:gd name="T2" fmla="*/ 186 w 186"/>
                  <a:gd name="T3" fmla="*/ 86 h 186"/>
                  <a:gd name="T4" fmla="*/ 167 w 186"/>
                  <a:gd name="T5" fmla="*/ 72 h 186"/>
                  <a:gd name="T6" fmla="*/ 179 w 186"/>
                  <a:gd name="T7" fmla="*/ 56 h 186"/>
                  <a:gd name="T8" fmla="*/ 170 w 186"/>
                  <a:gd name="T9" fmla="*/ 40 h 186"/>
                  <a:gd name="T10" fmla="*/ 147 w 186"/>
                  <a:gd name="T11" fmla="*/ 37 h 186"/>
                  <a:gd name="T12" fmla="*/ 149 w 186"/>
                  <a:gd name="T13" fmla="*/ 18 h 186"/>
                  <a:gd name="T14" fmla="*/ 133 w 186"/>
                  <a:gd name="T15" fmla="*/ 9 h 186"/>
                  <a:gd name="T16" fmla="*/ 111 w 186"/>
                  <a:gd name="T17" fmla="*/ 18 h 186"/>
                  <a:gd name="T18" fmla="*/ 103 w 186"/>
                  <a:gd name="T19" fmla="*/ 0 h 186"/>
                  <a:gd name="T20" fmla="*/ 86 w 186"/>
                  <a:gd name="T21" fmla="*/ 0 h 186"/>
                  <a:gd name="T22" fmla="*/ 71 w 186"/>
                  <a:gd name="T23" fmla="*/ 19 h 186"/>
                  <a:gd name="T24" fmla="*/ 56 w 186"/>
                  <a:gd name="T25" fmla="*/ 8 h 186"/>
                  <a:gd name="T26" fmla="*/ 40 w 186"/>
                  <a:gd name="T27" fmla="*/ 17 h 186"/>
                  <a:gd name="T28" fmla="*/ 37 w 186"/>
                  <a:gd name="T29" fmla="*/ 40 h 186"/>
                  <a:gd name="T30" fmla="*/ 18 w 186"/>
                  <a:gd name="T31" fmla="*/ 38 h 186"/>
                  <a:gd name="T32" fmla="*/ 9 w 186"/>
                  <a:gd name="T33" fmla="*/ 54 h 186"/>
                  <a:gd name="T34" fmla="*/ 19 w 186"/>
                  <a:gd name="T35" fmla="*/ 75 h 186"/>
                  <a:gd name="T36" fmla="*/ 0 w 186"/>
                  <a:gd name="T37" fmla="*/ 83 h 186"/>
                  <a:gd name="T38" fmla="*/ 0 w 186"/>
                  <a:gd name="T39" fmla="*/ 101 h 186"/>
                  <a:gd name="T40" fmla="*/ 20 w 186"/>
                  <a:gd name="T41" fmla="*/ 115 h 186"/>
                  <a:gd name="T42" fmla="*/ 8 w 186"/>
                  <a:gd name="T43" fmla="*/ 131 h 186"/>
                  <a:gd name="T44" fmla="*/ 17 w 186"/>
                  <a:gd name="T45" fmla="*/ 147 h 186"/>
                  <a:gd name="T46" fmla="*/ 40 w 186"/>
                  <a:gd name="T47" fmla="*/ 150 h 186"/>
                  <a:gd name="T48" fmla="*/ 38 w 186"/>
                  <a:gd name="T49" fmla="*/ 169 h 186"/>
                  <a:gd name="T50" fmla="*/ 54 w 186"/>
                  <a:gd name="T51" fmla="*/ 178 h 186"/>
                  <a:gd name="T52" fmla="*/ 76 w 186"/>
                  <a:gd name="T53" fmla="*/ 169 h 186"/>
                  <a:gd name="T54" fmla="*/ 83 w 186"/>
                  <a:gd name="T55" fmla="*/ 186 h 186"/>
                  <a:gd name="T56" fmla="*/ 101 w 186"/>
                  <a:gd name="T57" fmla="*/ 186 h 186"/>
                  <a:gd name="T58" fmla="*/ 116 w 186"/>
                  <a:gd name="T59" fmla="*/ 168 h 186"/>
                  <a:gd name="T60" fmla="*/ 131 w 186"/>
                  <a:gd name="T61" fmla="*/ 179 h 186"/>
                  <a:gd name="T62" fmla="*/ 147 w 186"/>
                  <a:gd name="T63" fmla="*/ 170 h 186"/>
                  <a:gd name="T64" fmla="*/ 149 w 186"/>
                  <a:gd name="T65" fmla="*/ 146 h 186"/>
                  <a:gd name="T66" fmla="*/ 169 w 186"/>
                  <a:gd name="T67" fmla="*/ 149 h 186"/>
                  <a:gd name="T68" fmla="*/ 178 w 186"/>
                  <a:gd name="T69" fmla="*/ 133 h 186"/>
                  <a:gd name="T70" fmla="*/ 168 w 186"/>
                  <a:gd name="T71" fmla="*/ 111 h 186"/>
                  <a:gd name="T72" fmla="*/ 93 w 186"/>
                  <a:gd name="T73" fmla="*/ 148 h 186"/>
                  <a:gd name="T74" fmla="*/ 93 w 186"/>
                  <a:gd name="T75" fmla="*/ 39 h 186"/>
                  <a:gd name="T76" fmla="*/ 93 w 186"/>
                  <a:gd name="T77" fmla="*/ 148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6" h="186">
                    <a:moveTo>
                      <a:pt x="186" y="109"/>
                    </a:move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91"/>
                      <a:pt x="186" y="91"/>
                      <a:pt x="186" y="91"/>
                    </a:cubicBezTo>
                    <a:cubicBezTo>
                      <a:pt x="186" y="86"/>
                      <a:pt x="186" y="86"/>
                      <a:pt x="186" y="86"/>
                    </a:cubicBezTo>
                    <a:cubicBezTo>
                      <a:pt x="170" y="83"/>
                      <a:pt x="170" y="83"/>
                      <a:pt x="170" y="83"/>
                    </a:cubicBezTo>
                    <a:cubicBezTo>
                      <a:pt x="169" y="79"/>
                      <a:pt x="168" y="75"/>
                      <a:pt x="167" y="72"/>
                    </a:cubicBezTo>
                    <a:cubicBezTo>
                      <a:pt x="182" y="60"/>
                      <a:pt x="182" y="60"/>
                      <a:pt x="182" y="60"/>
                    </a:cubicBezTo>
                    <a:cubicBezTo>
                      <a:pt x="179" y="56"/>
                      <a:pt x="179" y="56"/>
                      <a:pt x="179" y="56"/>
                    </a:cubicBezTo>
                    <a:cubicBezTo>
                      <a:pt x="173" y="45"/>
                      <a:pt x="173" y="45"/>
                      <a:pt x="173" y="45"/>
                    </a:cubicBezTo>
                    <a:cubicBezTo>
                      <a:pt x="170" y="40"/>
                      <a:pt x="170" y="40"/>
                      <a:pt x="170" y="40"/>
                    </a:cubicBezTo>
                    <a:cubicBezTo>
                      <a:pt x="154" y="46"/>
                      <a:pt x="154" y="46"/>
                      <a:pt x="154" y="46"/>
                    </a:cubicBezTo>
                    <a:cubicBezTo>
                      <a:pt x="152" y="43"/>
                      <a:pt x="149" y="40"/>
                      <a:pt x="147" y="37"/>
                    </a:cubicBezTo>
                    <a:cubicBezTo>
                      <a:pt x="153" y="20"/>
                      <a:pt x="153" y="20"/>
                      <a:pt x="153" y="20"/>
                    </a:cubicBezTo>
                    <a:cubicBezTo>
                      <a:pt x="149" y="18"/>
                      <a:pt x="149" y="18"/>
                      <a:pt x="149" y="18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19" y="20"/>
                      <a:pt x="115" y="19"/>
                      <a:pt x="111" y="18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79" y="17"/>
                      <a:pt x="75" y="18"/>
                      <a:pt x="71" y="19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3" y="35"/>
                      <a:pt x="40" y="37"/>
                      <a:pt x="37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1" y="68"/>
                      <a:pt x="20" y="72"/>
                      <a:pt x="19" y="7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8" y="108"/>
                      <a:pt x="19" y="112"/>
                      <a:pt x="20" y="115"/>
                    </a:cubicBezTo>
                    <a:cubicBezTo>
                      <a:pt x="5" y="127"/>
                      <a:pt x="5" y="127"/>
                      <a:pt x="5" y="127"/>
                    </a:cubicBezTo>
                    <a:cubicBezTo>
                      <a:pt x="8" y="131"/>
                      <a:pt x="8" y="131"/>
                      <a:pt x="8" y="131"/>
                    </a:cubicBezTo>
                    <a:cubicBezTo>
                      <a:pt x="14" y="142"/>
                      <a:pt x="14" y="142"/>
                      <a:pt x="14" y="142"/>
                    </a:cubicBezTo>
                    <a:cubicBezTo>
                      <a:pt x="17" y="147"/>
                      <a:pt x="17" y="147"/>
                      <a:pt x="17" y="147"/>
                    </a:cubicBezTo>
                    <a:cubicBezTo>
                      <a:pt x="32" y="141"/>
                      <a:pt x="32" y="141"/>
                      <a:pt x="32" y="141"/>
                    </a:cubicBezTo>
                    <a:cubicBezTo>
                      <a:pt x="35" y="144"/>
                      <a:pt x="37" y="147"/>
                      <a:pt x="40" y="150"/>
                    </a:cubicBezTo>
                    <a:cubicBezTo>
                      <a:pt x="34" y="166"/>
                      <a:pt x="34" y="166"/>
                      <a:pt x="34" y="166"/>
                    </a:cubicBezTo>
                    <a:cubicBezTo>
                      <a:pt x="38" y="169"/>
                      <a:pt x="38" y="169"/>
                      <a:pt x="38" y="169"/>
                    </a:cubicBezTo>
                    <a:cubicBezTo>
                      <a:pt x="49" y="175"/>
                      <a:pt x="49" y="175"/>
                      <a:pt x="49" y="175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64" y="165"/>
                      <a:pt x="64" y="165"/>
                      <a:pt x="64" y="165"/>
                    </a:cubicBezTo>
                    <a:cubicBezTo>
                      <a:pt x="68" y="167"/>
                      <a:pt x="72" y="168"/>
                      <a:pt x="76" y="169"/>
                    </a:cubicBezTo>
                    <a:cubicBezTo>
                      <a:pt x="78" y="186"/>
                      <a:pt x="78" y="186"/>
                      <a:pt x="78" y="186"/>
                    </a:cubicBezTo>
                    <a:cubicBezTo>
                      <a:pt x="83" y="186"/>
                      <a:pt x="83" y="186"/>
                      <a:pt x="83" y="186"/>
                    </a:cubicBezTo>
                    <a:cubicBezTo>
                      <a:pt x="96" y="186"/>
                      <a:pt x="96" y="186"/>
                      <a:pt x="96" y="186"/>
                    </a:cubicBezTo>
                    <a:cubicBezTo>
                      <a:pt x="101" y="186"/>
                      <a:pt x="101" y="186"/>
                      <a:pt x="101" y="186"/>
                    </a:cubicBezTo>
                    <a:cubicBezTo>
                      <a:pt x="104" y="170"/>
                      <a:pt x="104" y="170"/>
                      <a:pt x="104" y="170"/>
                    </a:cubicBezTo>
                    <a:cubicBezTo>
                      <a:pt x="108" y="170"/>
                      <a:pt x="112" y="169"/>
                      <a:pt x="116" y="168"/>
                    </a:cubicBezTo>
                    <a:cubicBezTo>
                      <a:pt x="127" y="182"/>
                      <a:pt x="127" y="182"/>
                      <a:pt x="127" y="182"/>
                    </a:cubicBezTo>
                    <a:cubicBezTo>
                      <a:pt x="131" y="179"/>
                      <a:pt x="131" y="179"/>
                      <a:pt x="131" y="179"/>
                    </a:cubicBezTo>
                    <a:cubicBezTo>
                      <a:pt x="142" y="173"/>
                      <a:pt x="142" y="173"/>
                      <a:pt x="142" y="173"/>
                    </a:cubicBezTo>
                    <a:cubicBezTo>
                      <a:pt x="147" y="170"/>
                      <a:pt x="147" y="170"/>
                      <a:pt x="147" y="170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2"/>
                      <a:pt x="147" y="149"/>
                      <a:pt x="149" y="146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9" y="149"/>
                      <a:pt x="169" y="149"/>
                      <a:pt x="169" y="149"/>
                    </a:cubicBezTo>
                    <a:cubicBezTo>
                      <a:pt x="175" y="138"/>
                      <a:pt x="175" y="138"/>
                      <a:pt x="175" y="138"/>
                    </a:cubicBezTo>
                    <a:cubicBezTo>
                      <a:pt x="178" y="133"/>
                      <a:pt x="178" y="133"/>
                      <a:pt x="178" y="133"/>
                    </a:cubicBezTo>
                    <a:cubicBezTo>
                      <a:pt x="165" y="123"/>
                      <a:pt x="165" y="123"/>
                      <a:pt x="165" y="123"/>
                    </a:cubicBezTo>
                    <a:cubicBezTo>
                      <a:pt x="166" y="119"/>
                      <a:pt x="167" y="115"/>
                      <a:pt x="168" y="111"/>
                    </a:cubicBezTo>
                    <a:lnTo>
                      <a:pt x="186" y="109"/>
                    </a:lnTo>
                    <a:close/>
                    <a:moveTo>
                      <a:pt x="93" y="148"/>
                    </a:moveTo>
                    <a:cubicBezTo>
                      <a:pt x="64" y="148"/>
                      <a:pt x="40" y="123"/>
                      <a:pt x="40" y="93"/>
                    </a:cubicBezTo>
                    <a:cubicBezTo>
                      <a:pt x="40" y="63"/>
                      <a:pt x="64" y="39"/>
                      <a:pt x="93" y="39"/>
                    </a:cubicBezTo>
                    <a:cubicBezTo>
                      <a:pt x="123" y="39"/>
                      <a:pt x="147" y="63"/>
                      <a:pt x="147" y="93"/>
                    </a:cubicBezTo>
                    <a:cubicBezTo>
                      <a:pt x="147" y="123"/>
                      <a:pt x="123" y="148"/>
                      <a:pt x="93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8" name="Oval 335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759825" y="515143"/>
                <a:ext cx="114300" cy="1127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609090" y="1238001"/>
            <a:ext cx="5054671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长期</a:t>
            </a:r>
            <a:r>
              <a:rPr lang="en-US" altLang="zh-CN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LAI</a:t>
            </a:r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产品</a:t>
            </a:r>
            <a:endParaRPr lang="zh-CN" altLang="en-US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6" name="图片 15" descr="C:/Users/Xuan/Desktop/FJiTPQbzNdp0DGfesfV50bioyM7fmaxKqEQHGncO__1024_682.jpegFJiTPQbzNdp0DGfesfV50bioyM7fmaxKqEQHGncO__1024_682"/>
          <p:cNvPicPr>
            <a:picLocks noChangeAspect="1"/>
          </p:cNvPicPr>
          <p:nvPr/>
        </p:nvPicPr>
        <p:blipFill>
          <a:blip r:embed="rId38"/>
          <a:srcRect l="5639" r="5639"/>
          <a:stretch>
            <a:fillRect/>
          </a:stretch>
        </p:blipFill>
        <p:spPr>
          <a:xfrm>
            <a:off x="6405880" y="1390202"/>
            <a:ext cx="5410651" cy="4061001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03225" y="2278380"/>
            <a:ext cx="5798185" cy="1391285"/>
            <a:chOff x="1185" y="3988"/>
            <a:chExt cx="9131" cy="2191"/>
          </a:xfrm>
        </p:grpSpPr>
        <p:sp>
          <p:nvSpPr>
            <p:cNvPr id="5" name="矩形 4"/>
            <p:cNvSpPr/>
            <p:nvPr>
              <p:custDataLst>
                <p:tags r:id="rId39"/>
              </p:custDataLst>
            </p:nvPr>
          </p:nvSpPr>
          <p:spPr>
            <a:xfrm>
              <a:off x="1602" y="4524"/>
              <a:ext cx="8714" cy="16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近年来已有多个30年以上的全球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产品被生产出来，这些产品对于理解陆地生态系统对气候变化、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CO₂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浓度升高和人类活动的响应与反馈非常重要。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40"/>
              </p:custDataLst>
            </p:nvPr>
          </p:nvSpPr>
          <p:spPr>
            <a:xfrm>
              <a:off x="1185" y="3988"/>
              <a:ext cx="3573" cy="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3F56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产品介绍</a:t>
              </a:r>
              <a:endParaRPr lang="zh-CN" altLang="en-US" sz="16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3860" y="3828415"/>
            <a:ext cx="5798185" cy="1550035"/>
            <a:chOff x="1185" y="3988"/>
            <a:chExt cx="9131" cy="2441"/>
          </a:xfrm>
        </p:grpSpPr>
        <p:sp>
          <p:nvSpPr>
            <p:cNvPr id="17" name="矩形 16"/>
            <p:cNvSpPr/>
            <p:nvPr>
              <p:custDataLst>
                <p:tags r:id="rId41"/>
              </p:custDataLst>
            </p:nvPr>
          </p:nvSpPr>
          <p:spPr>
            <a:xfrm>
              <a:off x="1602" y="4524"/>
              <a:ext cx="8714" cy="19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研究结果表明，这四个长期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产品既缺乏时间上的内部一致性，彼此之间也缺乏一致性。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这种不一致性可能源于美国国家海洋和大气管理局（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NOAA）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卫星轨道的变更以及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MODIS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传感器的性能退化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在解释基于这四个长期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产品得出的全球变化时，需保持谨慎态度。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42"/>
              </p:custDataLst>
            </p:nvPr>
          </p:nvSpPr>
          <p:spPr>
            <a:xfrm>
              <a:off x="1185" y="3988"/>
              <a:ext cx="3573" cy="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b="1" dirty="0">
                  <a:solidFill>
                    <a:srgbClr val="3F56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差异成因</a:t>
              </a:r>
              <a:endParaRPr lang="zh-CN" altLang="en-US" sz="16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研究的重要性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2692" y="1008613"/>
            <a:ext cx="5619654" cy="4440348"/>
            <a:chOff x="823" y="1588"/>
            <a:chExt cx="8850" cy="6993"/>
          </a:xfrm>
        </p:grpSpPr>
        <p:sp>
          <p:nvSpPr>
            <p:cNvPr id="7" name="文本框 6"/>
            <p:cNvSpPr txBox="1"/>
            <p:nvPr/>
          </p:nvSpPr>
          <p:spPr>
            <a:xfrm>
              <a:off x="823" y="1588"/>
              <a:ext cx="5281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为什么要</a:t>
              </a:r>
              <a:r>
                <a:rPr lang="en-US" altLang="zh-CN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“</a:t>
              </a:r>
              <a:r>
                <a:rPr lang="zh-CN" altLang="en-US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长期</a:t>
              </a:r>
              <a:r>
                <a:rPr lang="en-US" altLang="zh-CN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”</a:t>
              </a:r>
              <a:r>
                <a:rPr lang="zh-CN" altLang="en-US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？</a:t>
              </a:r>
              <a:endParaRPr lang="zh-CN" altLang="en-US" sz="24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"/>
              </p:custDataLst>
            </p:nvPr>
          </p:nvSpPr>
          <p:spPr>
            <a:xfrm>
              <a:off x="2393" y="2714"/>
              <a:ext cx="7280" cy="58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全球变化不是一年两年的变化，而是：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CO₂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浓度升高对植被的影响，需要几十年尺度观察；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气候变暖导致的生长季变化，也需要多年序列；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全球变绿或变褐趋势，不能只看一两期影像；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厄尔尼诺、干旱等事件带来的年际波动，也需要长序列才能分析。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然而，不同长期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产品之间的吻合度与差异性尚不明确，导致趋势强度和年际变异性仍存在不稳定性。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因此，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研究长期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产品，对于理解陆地生态系统对气候变化、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₂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浓度升高和人类活动的响应与反馈等非常重要。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165" y="2429"/>
              <a:ext cx="1010" cy="1010"/>
              <a:chOff x="1165" y="2429"/>
              <a:chExt cx="1010" cy="1010"/>
            </a:xfrm>
          </p:grpSpPr>
          <p:sp>
            <p:nvSpPr>
              <p:cNvPr id="5" name="椭圆 4"/>
              <p:cNvSpPr/>
              <p:nvPr>
                <p:custDataLst>
                  <p:tags r:id="rId2"/>
                </p:custDataLst>
              </p:nvPr>
            </p:nvSpPr>
            <p:spPr>
              <a:xfrm>
                <a:off x="1165" y="2429"/>
                <a:ext cx="1010" cy="1010"/>
              </a:xfrm>
              <a:prstGeom prst="ellipse">
                <a:avLst/>
              </a:prstGeom>
              <a:solidFill>
                <a:srgbClr val="3F5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87" y="2549"/>
                <a:ext cx="988" cy="806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6087110" y="1136015"/>
            <a:ext cx="5113020" cy="4161155"/>
            <a:chOff x="823" y="1588"/>
            <a:chExt cx="8052" cy="6553"/>
          </a:xfrm>
        </p:grpSpPr>
        <p:sp>
          <p:nvSpPr>
            <p:cNvPr id="38" name="文本框 37"/>
            <p:cNvSpPr txBox="1"/>
            <p:nvPr/>
          </p:nvSpPr>
          <p:spPr>
            <a:xfrm>
              <a:off x="823" y="1588"/>
              <a:ext cx="5281" cy="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4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现有研究的不足</a:t>
              </a:r>
              <a:endParaRPr lang="zh-CN" altLang="en-US" sz="24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2393" y="2714"/>
              <a:ext cx="6482" cy="54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想要合理的利用全球卫星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产品，就需要展开全面的评估研究。为解决这一问题，已经对全球卫星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产品的理论不确定性和物理不确定性进行了研究，但是它们主要聚焦于：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某一年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数值是否准确；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某个季节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曲线是否合理；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某个产品与地面样点是否接近；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2000 年以后 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MODIS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时代产品表现如何。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可见，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当前的研究大多聚焦于高分辨率和短期的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，针对长期视角（即自1980年以来）的研究投入较少。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165" y="2429"/>
              <a:ext cx="1010" cy="1010"/>
              <a:chOff x="1165" y="2429"/>
              <a:chExt cx="1010" cy="1010"/>
            </a:xfrm>
          </p:grpSpPr>
          <p:sp>
            <p:nvSpPr>
              <p:cNvPr id="41" name="椭圆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" y="2429"/>
                <a:ext cx="1010" cy="1010"/>
              </a:xfrm>
              <a:prstGeom prst="ellipse">
                <a:avLst/>
              </a:prstGeom>
              <a:solidFill>
                <a:srgbClr val="3F56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87" y="2549"/>
                <a:ext cx="988" cy="806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问题成因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413979" y="5104857"/>
            <a:ext cx="511175" cy="452438"/>
            <a:chOff x="4662488" y="381793"/>
            <a:chExt cx="511175" cy="452438"/>
          </a:xfrm>
          <a:solidFill>
            <a:schemeClr val="bg1"/>
          </a:solidFill>
        </p:grpSpPr>
        <p:sp>
          <p:nvSpPr>
            <p:cNvPr id="12" name="Freeform 5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4662488" y="381793"/>
              <a:ext cx="511175" cy="452438"/>
            </a:xfrm>
            <a:custGeom>
              <a:avLst/>
              <a:gdLst>
                <a:gd name="T0" fmla="*/ 283 w 293"/>
                <a:gd name="T1" fmla="*/ 0 h 259"/>
                <a:gd name="T2" fmla="*/ 10 w 293"/>
                <a:gd name="T3" fmla="*/ 0 h 259"/>
                <a:gd name="T4" fmla="*/ 0 w 293"/>
                <a:gd name="T5" fmla="*/ 9 h 259"/>
                <a:gd name="T6" fmla="*/ 0 w 293"/>
                <a:gd name="T7" fmla="*/ 250 h 259"/>
                <a:gd name="T8" fmla="*/ 10 w 293"/>
                <a:gd name="T9" fmla="*/ 259 h 259"/>
                <a:gd name="T10" fmla="*/ 283 w 293"/>
                <a:gd name="T11" fmla="*/ 259 h 259"/>
                <a:gd name="T12" fmla="*/ 293 w 293"/>
                <a:gd name="T13" fmla="*/ 250 h 259"/>
                <a:gd name="T14" fmla="*/ 293 w 293"/>
                <a:gd name="T15" fmla="*/ 9 h 259"/>
                <a:gd name="T16" fmla="*/ 283 w 293"/>
                <a:gd name="T17" fmla="*/ 0 h 259"/>
                <a:gd name="T18" fmla="*/ 225 w 293"/>
                <a:gd name="T19" fmla="*/ 20 h 259"/>
                <a:gd name="T20" fmla="*/ 238 w 293"/>
                <a:gd name="T21" fmla="*/ 32 h 259"/>
                <a:gd name="T22" fmla="*/ 225 w 293"/>
                <a:gd name="T23" fmla="*/ 44 h 259"/>
                <a:gd name="T24" fmla="*/ 213 w 293"/>
                <a:gd name="T25" fmla="*/ 32 h 259"/>
                <a:gd name="T26" fmla="*/ 225 w 293"/>
                <a:gd name="T27" fmla="*/ 20 h 259"/>
                <a:gd name="T28" fmla="*/ 189 w 293"/>
                <a:gd name="T29" fmla="*/ 20 h 259"/>
                <a:gd name="T30" fmla="*/ 201 w 293"/>
                <a:gd name="T31" fmla="*/ 32 h 259"/>
                <a:gd name="T32" fmla="*/ 189 w 293"/>
                <a:gd name="T33" fmla="*/ 44 h 259"/>
                <a:gd name="T34" fmla="*/ 177 w 293"/>
                <a:gd name="T35" fmla="*/ 32 h 259"/>
                <a:gd name="T36" fmla="*/ 189 w 293"/>
                <a:gd name="T37" fmla="*/ 20 h 259"/>
                <a:gd name="T38" fmla="*/ 274 w 293"/>
                <a:gd name="T39" fmla="*/ 241 h 259"/>
                <a:gd name="T40" fmla="*/ 19 w 293"/>
                <a:gd name="T41" fmla="*/ 241 h 259"/>
                <a:gd name="T42" fmla="*/ 19 w 293"/>
                <a:gd name="T43" fmla="*/ 65 h 259"/>
                <a:gd name="T44" fmla="*/ 274 w 293"/>
                <a:gd name="T45" fmla="*/ 65 h 259"/>
                <a:gd name="T46" fmla="*/ 274 w 293"/>
                <a:gd name="T47" fmla="*/ 241 h 259"/>
                <a:gd name="T48" fmla="*/ 262 w 293"/>
                <a:gd name="T49" fmla="*/ 44 h 259"/>
                <a:gd name="T50" fmla="*/ 249 w 293"/>
                <a:gd name="T51" fmla="*/ 32 h 259"/>
                <a:gd name="T52" fmla="*/ 262 w 293"/>
                <a:gd name="T53" fmla="*/ 20 h 259"/>
                <a:gd name="T54" fmla="*/ 274 w 293"/>
                <a:gd name="T55" fmla="*/ 32 h 259"/>
                <a:gd name="T56" fmla="*/ 262 w 293"/>
                <a:gd name="T57" fmla="*/ 44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3" h="259">
                  <a:moveTo>
                    <a:pt x="283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250"/>
                    <a:pt x="0" y="250"/>
                    <a:pt x="0" y="250"/>
                  </a:cubicBezTo>
                  <a:cubicBezTo>
                    <a:pt x="0" y="255"/>
                    <a:pt x="5" y="259"/>
                    <a:pt x="10" y="259"/>
                  </a:cubicBezTo>
                  <a:cubicBezTo>
                    <a:pt x="283" y="259"/>
                    <a:pt x="283" y="259"/>
                    <a:pt x="283" y="259"/>
                  </a:cubicBezTo>
                  <a:cubicBezTo>
                    <a:pt x="289" y="259"/>
                    <a:pt x="293" y="255"/>
                    <a:pt x="293" y="250"/>
                  </a:cubicBezTo>
                  <a:cubicBezTo>
                    <a:pt x="293" y="9"/>
                    <a:pt x="293" y="9"/>
                    <a:pt x="293" y="9"/>
                  </a:cubicBezTo>
                  <a:cubicBezTo>
                    <a:pt x="293" y="4"/>
                    <a:pt x="289" y="0"/>
                    <a:pt x="283" y="0"/>
                  </a:cubicBezTo>
                  <a:close/>
                  <a:moveTo>
                    <a:pt x="225" y="20"/>
                  </a:moveTo>
                  <a:cubicBezTo>
                    <a:pt x="232" y="20"/>
                    <a:pt x="238" y="25"/>
                    <a:pt x="238" y="32"/>
                  </a:cubicBezTo>
                  <a:cubicBezTo>
                    <a:pt x="238" y="39"/>
                    <a:pt x="232" y="44"/>
                    <a:pt x="225" y="44"/>
                  </a:cubicBezTo>
                  <a:cubicBezTo>
                    <a:pt x="219" y="44"/>
                    <a:pt x="213" y="39"/>
                    <a:pt x="213" y="32"/>
                  </a:cubicBezTo>
                  <a:cubicBezTo>
                    <a:pt x="213" y="25"/>
                    <a:pt x="219" y="20"/>
                    <a:pt x="225" y="20"/>
                  </a:cubicBezTo>
                  <a:close/>
                  <a:moveTo>
                    <a:pt x="189" y="20"/>
                  </a:moveTo>
                  <a:cubicBezTo>
                    <a:pt x="196" y="20"/>
                    <a:pt x="201" y="25"/>
                    <a:pt x="201" y="32"/>
                  </a:cubicBezTo>
                  <a:cubicBezTo>
                    <a:pt x="201" y="39"/>
                    <a:pt x="196" y="44"/>
                    <a:pt x="189" y="44"/>
                  </a:cubicBezTo>
                  <a:cubicBezTo>
                    <a:pt x="182" y="44"/>
                    <a:pt x="177" y="39"/>
                    <a:pt x="177" y="32"/>
                  </a:cubicBezTo>
                  <a:cubicBezTo>
                    <a:pt x="177" y="25"/>
                    <a:pt x="182" y="20"/>
                    <a:pt x="189" y="20"/>
                  </a:cubicBezTo>
                  <a:close/>
                  <a:moveTo>
                    <a:pt x="274" y="241"/>
                  </a:moveTo>
                  <a:cubicBezTo>
                    <a:pt x="19" y="241"/>
                    <a:pt x="19" y="241"/>
                    <a:pt x="19" y="241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74" y="65"/>
                    <a:pt x="274" y="65"/>
                    <a:pt x="274" y="65"/>
                  </a:cubicBezTo>
                  <a:lnTo>
                    <a:pt x="274" y="241"/>
                  </a:lnTo>
                  <a:close/>
                  <a:moveTo>
                    <a:pt x="262" y="44"/>
                  </a:moveTo>
                  <a:cubicBezTo>
                    <a:pt x="255" y="44"/>
                    <a:pt x="249" y="39"/>
                    <a:pt x="249" y="32"/>
                  </a:cubicBezTo>
                  <a:cubicBezTo>
                    <a:pt x="249" y="25"/>
                    <a:pt x="255" y="20"/>
                    <a:pt x="262" y="20"/>
                  </a:cubicBezTo>
                  <a:cubicBezTo>
                    <a:pt x="269" y="20"/>
                    <a:pt x="274" y="25"/>
                    <a:pt x="274" y="32"/>
                  </a:cubicBezTo>
                  <a:cubicBezTo>
                    <a:pt x="274" y="39"/>
                    <a:pt x="269" y="44"/>
                    <a:pt x="26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52"/>
            <p:cNvSpPr/>
            <p:nvPr>
              <p:custDataLst>
                <p:tags r:id="rId3"/>
              </p:custDataLst>
            </p:nvPr>
          </p:nvSpPr>
          <p:spPr bwMode="auto">
            <a:xfrm>
              <a:off x="4735513" y="573881"/>
              <a:ext cx="122238" cy="153988"/>
            </a:xfrm>
            <a:custGeom>
              <a:avLst/>
              <a:gdLst>
                <a:gd name="T0" fmla="*/ 58 w 70"/>
                <a:gd name="T1" fmla="*/ 88 h 88"/>
                <a:gd name="T2" fmla="*/ 52 w 70"/>
                <a:gd name="T3" fmla="*/ 86 h 88"/>
                <a:gd name="T4" fmla="*/ 5 w 70"/>
                <a:gd name="T5" fmla="*/ 53 h 88"/>
                <a:gd name="T6" fmla="*/ 0 w 70"/>
                <a:gd name="T7" fmla="*/ 44 h 88"/>
                <a:gd name="T8" fmla="*/ 5 w 70"/>
                <a:gd name="T9" fmla="*/ 36 h 88"/>
                <a:gd name="T10" fmla="*/ 52 w 70"/>
                <a:gd name="T11" fmla="*/ 3 h 88"/>
                <a:gd name="T12" fmla="*/ 67 w 70"/>
                <a:gd name="T13" fmla="*/ 5 h 88"/>
                <a:gd name="T14" fmla="*/ 64 w 70"/>
                <a:gd name="T15" fmla="*/ 20 h 88"/>
                <a:gd name="T16" fmla="*/ 29 w 70"/>
                <a:gd name="T17" fmla="*/ 44 h 88"/>
                <a:gd name="T18" fmla="*/ 64 w 70"/>
                <a:gd name="T19" fmla="*/ 69 h 88"/>
                <a:gd name="T20" fmla="*/ 67 w 70"/>
                <a:gd name="T21" fmla="*/ 83 h 88"/>
                <a:gd name="T22" fmla="*/ 58 w 7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88">
                  <a:moveTo>
                    <a:pt x="58" y="88"/>
                  </a:moveTo>
                  <a:cubicBezTo>
                    <a:pt x="56" y="88"/>
                    <a:pt x="54" y="87"/>
                    <a:pt x="52" y="86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2" y="51"/>
                    <a:pt x="0" y="48"/>
                    <a:pt x="0" y="44"/>
                  </a:cubicBezTo>
                  <a:cubicBezTo>
                    <a:pt x="0" y="41"/>
                    <a:pt x="2" y="38"/>
                    <a:pt x="5" y="3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7" y="0"/>
                    <a:pt x="63" y="1"/>
                    <a:pt x="67" y="5"/>
                  </a:cubicBezTo>
                  <a:cubicBezTo>
                    <a:pt x="70" y="10"/>
                    <a:pt x="69" y="17"/>
                    <a:pt x="64" y="20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9" y="72"/>
                    <a:pt x="70" y="79"/>
                    <a:pt x="67" y="83"/>
                  </a:cubicBezTo>
                  <a:cubicBezTo>
                    <a:pt x="65" y="86"/>
                    <a:pt x="61" y="88"/>
                    <a:pt x="58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53"/>
            <p:cNvSpPr/>
            <p:nvPr>
              <p:custDataLst>
                <p:tags r:id="rId4"/>
              </p:custDataLst>
            </p:nvPr>
          </p:nvSpPr>
          <p:spPr bwMode="auto">
            <a:xfrm>
              <a:off x="4978400" y="573881"/>
              <a:ext cx="120650" cy="153988"/>
            </a:xfrm>
            <a:custGeom>
              <a:avLst/>
              <a:gdLst>
                <a:gd name="T0" fmla="*/ 12 w 69"/>
                <a:gd name="T1" fmla="*/ 88 h 88"/>
                <a:gd name="T2" fmla="*/ 3 w 69"/>
                <a:gd name="T3" fmla="*/ 83 h 88"/>
                <a:gd name="T4" fmla="*/ 5 w 69"/>
                <a:gd name="T5" fmla="*/ 69 h 88"/>
                <a:gd name="T6" fmla="*/ 40 w 69"/>
                <a:gd name="T7" fmla="*/ 44 h 88"/>
                <a:gd name="T8" fmla="*/ 5 w 69"/>
                <a:gd name="T9" fmla="*/ 20 h 88"/>
                <a:gd name="T10" fmla="*/ 3 w 69"/>
                <a:gd name="T11" fmla="*/ 5 h 88"/>
                <a:gd name="T12" fmla="*/ 18 w 69"/>
                <a:gd name="T13" fmla="*/ 3 h 88"/>
                <a:gd name="T14" fmla="*/ 65 w 69"/>
                <a:gd name="T15" fmla="*/ 36 h 88"/>
                <a:gd name="T16" fmla="*/ 69 w 69"/>
                <a:gd name="T17" fmla="*/ 44 h 88"/>
                <a:gd name="T18" fmla="*/ 65 w 69"/>
                <a:gd name="T19" fmla="*/ 53 h 88"/>
                <a:gd name="T20" fmla="*/ 18 w 69"/>
                <a:gd name="T21" fmla="*/ 86 h 88"/>
                <a:gd name="T22" fmla="*/ 12 w 69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88">
                  <a:moveTo>
                    <a:pt x="12" y="88"/>
                  </a:moveTo>
                  <a:cubicBezTo>
                    <a:pt x="8" y="88"/>
                    <a:pt x="5" y="86"/>
                    <a:pt x="3" y="83"/>
                  </a:cubicBezTo>
                  <a:cubicBezTo>
                    <a:pt x="0" y="79"/>
                    <a:pt x="1" y="72"/>
                    <a:pt x="5" y="69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17"/>
                    <a:pt x="0" y="10"/>
                    <a:pt x="3" y="5"/>
                  </a:cubicBezTo>
                  <a:cubicBezTo>
                    <a:pt x="6" y="1"/>
                    <a:pt x="13" y="0"/>
                    <a:pt x="18" y="3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8" y="38"/>
                    <a:pt x="69" y="41"/>
                    <a:pt x="69" y="44"/>
                  </a:cubicBezTo>
                  <a:cubicBezTo>
                    <a:pt x="69" y="48"/>
                    <a:pt x="68" y="51"/>
                    <a:pt x="65" y="53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6" y="87"/>
                    <a:pt x="14" y="88"/>
                    <a:pt x="12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54"/>
            <p:cNvSpPr/>
            <p:nvPr>
              <p:custDataLst>
                <p:tags r:id="rId5"/>
              </p:custDataLst>
            </p:nvPr>
          </p:nvSpPr>
          <p:spPr bwMode="auto">
            <a:xfrm>
              <a:off x="4865688" y="559593"/>
              <a:ext cx="101600" cy="182563"/>
            </a:xfrm>
            <a:custGeom>
              <a:avLst/>
              <a:gdLst>
                <a:gd name="T0" fmla="*/ 12 w 58"/>
                <a:gd name="T1" fmla="*/ 104 h 104"/>
                <a:gd name="T2" fmla="*/ 8 w 58"/>
                <a:gd name="T3" fmla="*/ 103 h 104"/>
                <a:gd name="T4" fmla="*/ 3 w 58"/>
                <a:gd name="T5" fmla="*/ 89 h 104"/>
                <a:gd name="T6" fmla="*/ 36 w 58"/>
                <a:gd name="T7" fmla="*/ 8 h 104"/>
                <a:gd name="T8" fmla="*/ 50 w 58"/>
                <a:gd name="T9" fmla="*/ 2 h 104"/>
                <a:gd name="T10" fmla="*/ 56 w 58"/>
                <a:gd name="T11" fmla="*/ 16 h 104"/>
                <a:gd name="T12" fmla="*/ 22 w 58"/>
                <a:gd name="T13" fmla="*/ 97 h 104"/>
                <a:gd name="T14" fmla="*/ 12 w 58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2" y="104"/>
                  </a:moveTo>
                  <a:cubicBezTo>
                    <a:pt x="11" y="104"/>
                    <a:pt x="10" y="104"/>
                    <a:pt x="8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9" y="2"/>
                    <a:pt x="45" y="0"/>
                    <a:pt x="50" y="2"/>
                  </a:cubicBezTo>
                  <a:cubicBezTo>
                    <a:pt x="55" y="4"/>
                    <a:pt x="58" y="10"/>
                    <a:pt x="56" y="16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21" y="101"/>
                    <a:pt x="17" y="104"/>
                    <a:pt x="12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6935039" y="4637686"/>
            <a:ext cx="892804" cy="846049"/>
            <a:chOff x="4522788" y="1538288"/>
            <a:chExt cx="636587" cy="603250"/>
          </a:xfrm>
          <a:solidFill>
            <a:schemeClr val="bg1"/>
          </a:solidFill>
        </p:grpSpPr>
        <p:sp>
          <p:nvSpPr>
            <p:cNvPr id="21" name="Freeform 176"/>
            <p:cNvSpPr/>
            <p:nvPr>
              <p:custDataLst>
                <p:tags r:id="rId7"/>
              </p:custDataLst>
            </p:nvPr>
          </p:nvSpPr>
          <p:spPr bwMode="auto">
            <a:xfrm>
              <a:off x="5032375" y="1538288"/>
              <a:ext cx="47625" cy="39688"/>
            </a:xfrm>
            <a:custGeom>
              <a:avLst/>
              <a:gdLst>
                <a:gd name="T0" fmla="*/ 27 w 27"/>
                <a:gd name="T1" fmla="*/ 18 h 23"/>
                <a:gd name="T2" fmla="*/ 23 w 27"/>
                <a:gd name="T3" fmla="*/ 23 h 23"/>
                <a:gd name="T4" fmla="*/ 4 w 27"/>
                <a:gd name="T5" fmla="*/ 23 h 23"/>
                <a:gd name="T6" fmla="*/ 0 w 27"/>
                <a:gd name="T7" fmla="*/ 18 h 23"/>
                <a:gd name="T8" fmla="*/ 0 w 27"/>
                <a:gd name="T9" fmla="*/ 4 h 23"/>
                <a:gd name="T10" fmla="*/ 4 w 27"/>
                <a:gd name="T11" fmla="*/ 0 h 23"/>
                <a:gd name="T12" fmla="*/ 23 w 27"/>
                <a:gd name="T13" fmla="*/ 0 h 23"/>
                <a:gd name="T14" fmla="*/ 27 w 27"/>
                <a:gd name="T15" fmla="*/ 4 h 23"/>
                <a:gd name="T16" fmla="*/ 27 w 27"/>
                <a:gd name="T17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27" y="18"/>
                  </a:moveTo>
                  <a:cubicBezTo>
                    <a:pt x="27" y="21"/>
                    <a:pt x="25" y="23"/>
                    <a:pt x="23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23"/>
                    <a:pt x="0" y="21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lnTo>
                    <a:pt x="27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177"/>
            <p:cNvSpPr/>
            <p:nvPr>
              <p:custDataLst>
                <p:tags r:id="rId8"/>
              </p:custDataLst>
            </p:nvPr>
          </p:nvSpPr>
          <p:spPr bwMode="auto">
            <a:xfrm>
              <a:off x="4959350" y="1573213"/>
              <a:ext cx="53975" cy="57150"/>
            </a:xfrm>
            <a:custGeom>
              <a:avLst/>
              <a:gdLst>
                <a:gd name="T0" fmla="*/ 28 w 31"/>
                <a:gd name="T1" fmla="*/ 8 h 33"/>
                <a:gd name="T2" fmla="*/ 30 w 31"/>
                <a:gd name="T3" fmla="*/ 14 h 33"/>
                <a:gd name="T4" fmla="*/ 21 w 31"/>
                <a:gd name="T5" fmla="*/ 30 h 33"/>
                <a:gd name="T6" fmla="*/ 15 w 31"/>
                <a:gd name="T7" fmla="*/ 32 h 33"/>
                <a:gd name="T8" fmla="*/ 3 w 31"/>
                <a:gd name="T9" fmla="*/ 25 h 33"/>
                <a:gd name="T10" fmla="*/ 1 w 31"/>
                <a:gd name="T11" fmla="*/ 19 h 33"/>
                <a:gd name="T12" fmla="*/ 10 w 31"/>
                <a:gd name="T13" fmla="*/ 3 h 33"/>
                <a:gd name="T14" fmla="*/ 16 w 31"/>
                <a:gd name="T15" fmla="*/ 1 h 33"/>
                <a:gd name="T16" fmla="*/ 28 w 31"/>
                <a:gd name="T17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28" y="8"/>
                  </a:moveTo>
                  <a:cubicBezTo>
                    <a:pt x="30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1"/>
                    <a:pt x="14" y="0"/>
                    <a:pt x="16" y="1"/>
                  </a:cubicBez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178"/>
            <p:cNvSpPr/>
            <p:nvPr>
              <p:custDataLst>
                <p:tags r:id="rId9"/>
              </p:custDataLst>
            </p:nvPr>
          </p:nvSpPr>
          <p:spPr bwMode="auto">
            <a:xfrm>
              <a:off x="4962525" y="1654175"/>
              <a:ext cx="55563" cy="58738"/>
            </a:xfrm>
            <a:custGeom>
              <a:avLst/>
              <a:gdLst>
                <a:gd name="T0" fmla="*/ 15 w 31"/>
                <a:gd name="T1" fmla="*/ 1 h 33"/>
                <a:gd name="T2" fmla="*/ 20 w 31"/>
                <a:gd name="T3" fmla="*/ 3 h 33"/>
                <a:gd name="T4" fmla="*/ 30 w 31"/>
                <a:gd name="T5" fmla="*/ 19 h 33"/>
                <a:gd name="T6" fmla="*/ 28 w 31"/>
                <a:gd name="T7" fmla="*/ 25 h 33"/>
                <a:gd name="T8" fmla="*/ 16 w 31"/>
                <a:gd name="T9" fmla="*/ 32 h 33"/>
                <a:gd name="T10" fmla="*/ 10 w 31"/>
                <a:gd name="T11" fmla="*/ 30 h 33"/>
                <a:gd name="T12" fmla="*/ 1 w 31"/>
                <a:gd name="T13" fmla="*/ 14 h 33"/>
                <a:gd name="T14" fmla="*/ 2 w 31"/>
                <a:gd name="T15" fmla="*/ 8 h 33"/>
                <a:gd name="T16" fmla="*/ 15 w 3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15" y="1"/>
                  </a:moveTo>
                  <a:cubicBezTo>
                    <a:pt x="17" y="0"/>
                    <a:pt x="19" y="1"/>
                    <a:pt x="20" y="3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1" y="21"/>
                    <a:pt x="30" y="23"/>
                    <a:pt x="28" y="25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1" y="32"/>
                    <a:pt x="10" y="30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2"/>
                    <a:pt x="0" y="9"/>
                    <a:pt x="2" y="8"/>
                  </a:cubicBezTo>
                  <a:lnTo>
                    <a:pt x="1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179"/>
            <p:cNvSpPr/>
            <p:nvPr>
              <p:custDataLst>
                <p:tags r:id="rId10"/>
              </p:custDataLst>
            </p:nvPr>
          </p:nvSpPr>
          <p:spPr bwMode="auto">
            <a:xfrm>
              <a:off x="5038725" y="1701800"/>
              <a:ext cx="46038" cy="39688"/>
            </a:xfrm>
            <a:custGeom>
              <a:avLst/>
              <a:gdLst>
                <a:gd name="T0" fmla="*/ 0 w 27"/>
                <a:gd name="T1" fmla="*/ 4 h 23"/>
                <a:gd name="T2" fmla="*/ 5 w 27"/>
                <a:gd name="T3" fmla="*/ 0 h 23"/>
                <a:gd name="T4" fmla="*/ 23 w 27"/>
                <a:gd name="T5" fmla="*/ 0 h 23"/>
                <a:gd name="T6" fmla="*/ 27 w 27"/>
                <a:gd name="T7" fmla="*/ 4 h 23"/>
                <a:gd name="T8" fmla="*/ 27 w 27"/>
                <a:gd name="T9" fmla="*/ 19 h 23"/>
                <a:gd name="T10" fmla="*/ 23 w 27"/>
                <a:gd name="T11" fmla="*/ 23 h 23"/>
                <a:gd name="T12" fmla="*/ 5 w 27"/>
                <a:gd name="T13" fmla="*/ 23 h 23"/>
                <a:gd name="T14" fmla="*/ 0 w 27"/>
                <a:gd name="T15" fmla="*/ 19 h 23"/>
                <a:gd name="T16" fmla="*/ 0 w 27"/>
                <a:gd name="T1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0" y="4"/>
                  </a:moveTo>
                  <a:cubicBezTo>
                    <a:pt x="0" y="2"/>
                    <a:pt x="2" y="0"/>
                    <a:pt x="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21"/>
                    <a:pt x="25" y="23"/>
                    <a:pt x="23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2" y="23"/>
                    <a:pt x="0" y="21"/>
                    <a:pt x="0" y="19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180"/>
            <p:cNvSpPr/>
            <p:nvPr>
              <p:custDataLst>
                <p:tags r:id="rId11"/>
              </p:custDataLst>
            </p:nvPr>
          </p:nvSpPr>
          <p:spPr bwMode="auto">
            <a:xfrm>
              <a:off x="5105400" y="1649413"/>
              <a:ext cx="53975" cy="57150"/>
            </a:xfrm>
            <a:custGeom>
              <a:avLst/>
              <a:gdLst>
                <a:gd name="T0" fmla="*/ 3 w 31"/>
                <a:gd name="T1" fmla="*/ 25 h 33"/>
                <a:gd name="T2" fmla="*/ 1 w 31"/>
                <a:gd name="T3" fmla="*/ 19 h 33"/>
                <a:gd name="T4" fmla="*/ 10 w 31"/>
                <a:gd name="T5" fmla="*/ 3 h 33"/>
                <a:gd name="T6" fmla="*/ 16 w 31"/>
                <a:gd name="T7" fmla="*/ 1 h 33"/>
                <a:gd name="T8" fmla="*/ 29 w 31"/>
                <a:gd name="T9" fmla="*/ 8 h 33"/>
                <a:gd name="T10" fmla="*/ 30 w 31"/>
                <a:gd name="T11" fmla="*/ 14 h 33"/>
                <a:gd name="T12" fmla="*/ 21 w 31"/>
                <a:gd name="T13" fmla="*/ 30 h 33"/>
                <a:gd name="T14" fmla="*/ 15 w 31"/>
                <a:gd name="T15" fmla="*/ 32 h 33"/>
                <a:gd name="T16" fmla="*/ 3 w 31"/>
                <a:gd name="T17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3" y="25"/>
                  </a:move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2" y="1"/>
                    <a:pt x="14" y="0"/>
                    <a:pt x="16" y="1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lnTo>
                    <a:pt x="3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181"/>
            <p:cNvSpPr/>
            <p:nvPr>
              <p:custDataLst>
                <p:tags r:id="rId12"/>
              </p:custDataLst>
            </p:nvPr>
          </p:nvSpPr>
          <p:spPr bwMode="auto">
            <a:xfrm>
              <a:off x="5100638" y="1566863"/>
              <a:ext cx="57150" cy="58738"/>
            </a:xfrm>
            <a:custGeom>
              <a:avLst/>
              <a:gdLst>
                <a:gd name="T0" fmla="*/ 17 w 32"/>
                <a:gd name="T1" fmla="*/ 32 h 33"/>
                <a:gd name="T2" fmla="*/ 11 w 32"/>
                <a:gd name="T3" fmla="*/ 30 h 33"/>
                <a:gd name="T4" fmla="*/ 2 w 32"/>
                <a:gd name="T5" fmla="*/ 14 h 33"/>
                <a:gd name="T6" fmla="*/ 3 w 32"/>
                <a:gd name="T7" fmla="*/ 8 h 33"/>
                <a:gd name="T8" fmla="*/ 15 w 32"/>
                <a:gd name="T9" fmla="*/ 1 h 33"/>
                <a:gd name="T10" fmla="*/ 21 w 32"/>
                <a:gd name="T11" fmla="*/ 3 h 33"/>
                <a:gd name="T12" fmla="*/ 31 w 32"/>
                <a:gd name="T13" fmla="*/ 19 h 33"/>
                <a:gd name="T14" fmla="*/ 29 w 32"/>
                <a:gd name="T15" fmla="*/ 25 h 33"/>
                <a:gd name="T16" fmla="*/ 17 w 32"/>
                <a:gd name="T17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3">
                  <a:moveTo>
                    <a:pt x="17" y="32"/>
                  </a:moveTo>
                  <a:cubicBezTo>
                    <a:pt x="15" y="33"/>
                    <a:pt x="12" y="32"/>
                    <a:pt x="11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0"/>
                    <a:pt x="20" y="1"/>
                    <a:pt x="21" y="3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21"/>
                    <a:pt x="31" y="23"/>
                    <a:pt x="29" y="25"/>
                  </a:cubicBez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182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4986338" y="1565275"/>
              <a:ext cx="146050" cy="149225"/>
            </a:xfrm>
            <a:custGeom>
              <a:avLst/>
              <a:gdLst>
                <a:gd name="T0" fmla="*/ 42 w 84"/>
                <a:gd name="T1" fmla="*/ 0 h 85"/>
                <a:gd name="T2" fmla="*/ 0 w 84"/>
                <a:gd name="T3" fmla="*/ 42 h 85"/>
                <a:gd name="T4" fmla="*/ 42 w 84"/>
                <a:gd name="T5" fmla="*/ 85 h 85"/>
                <a:gd name="T6" fmla="*/ 84 w 84"/>
                <a:gd name="T7" fmla="*/ 42 h 85"/>
                <a:gd name="T8" fmla="*/ 42 w 84"/>
                <a:gd name="T9" fmla="*/ 0 h 85"/>
                <a:gd name="T10" fmla="*/ 42 w 84"/>
                <a:gd name="T11" fmla="*/ 63 h 85"/>
                <a:gd name="T12" fmla="*/ 22 w 84"/>
                <a:gd name="T13" fmla="*/ 42 h 85"/>
                <a:gd name="T14" fmla="*/ 42 w 84"/>
                <a:gd name="T15" fmla="*/ 22 h 85"/>
                <a:gd name="T16" fmla="*/ 62 w 84"/>
                <a:gd name="T17" fmla="*/ 42 h 85"/>
                <a:gd name="T18" fmla="*/ 42 w 84"/>
                <a:gd name="T19" fmla="*/ 6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5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2" y="85"/>
                  </a:cubicBezTo>
                  <a:cubicBezTo>
                    <a:pt x="65" y="85"/>
                    <a:pt x="84" y="66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63"/>
                  </a:moveTo>
                  <a:cubicBezTo>
                    <a:pt x="31" y="63"/>
                    <a:pt x="22" y="54"/>
                    <a:pt x="22" y="42"/>
                  </a:cubicBezTo>
                  <a:cubicBezTo>
                    <a:pt x="22" y="31"/>
                    <a:pt x="31" y="22"/>
                    <a:pt x="42" y="22"/>
                  </a:cubicBezTo>
                  <a:cubicBezTo>
                    <a:pt x="53" y="22"/>
                    <a:pt x="62" y="31"/>
                    <a:pt x="62" y="42"/>
                  </a:cubicBezTo>
                  <a:cubicBezTo>
                    <a:pt x="62" y="54"/>
                    <a:pt x="53" y="63"/>
                    <a:pt x="4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18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4595813" y="1700213"/>
              <a:ext cx="365125" cy="368300"/>
            </a:xfrm>
            <a:custGeom>
              <a:avLst/>
              <a:gdLst>
                <a:gd name="T0" fmla="*/ 105 w 209"/>
                <a:gd name="T1" fmla="*/ 211 h 211"/>
                <a:gd name="T2" fmla="*/ 0 w 209"/>
                <a:gd name="T3" fmla="*/ 106 h 211"/>
                <a:gd name="T4" fmla="*/ 105 w 209"/>
                <a:gd name="T5" fmla="*/ 0 h 211"/>
                <a:gd name="T6" fmla="*/ 209 w 209"/>
                <a:gd name="T7" fmla="*/ 106 h 211"/>
                <a:gd name="T8" fmla="*/ 105 w 209"/>
                <a:gd name="T9" fmla="*/ 211 h 211"/>
                <a:gd name="T10" fmla="*/ 105 w 209"/>
                <a:gd name="T11" fmla="*/ 19 h 211"/>
                <a:gd name="T12" fmla="*/ 19 w 209"/>
                <a:gd name="T13" fmla="*/ 106 h 211"/>
                <a:gd name="T14" fmla="*/ 105 w 209"/>
                <a:gd name="T15" fmla="*/ 192 h 211"/>
                <a:gd name="T16" fmla="*/ 190 w 209"/>
                <a:gd name="T17" fmla="*/ 106 h 211"/>
                <a:gd name="T18" fmla="*/ 105 w 209"/>
                <a:gd name="T19" fmla="*/ 1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" h="211">
                  <a:moveTo>
                    <a:pt x="105" y="211"/>
                  </a:moveTo>
                  <a:cubicBezTo>
                    <a:pt x="47" y="211"/>
                    <a:pt x="0" y="164"/>
                    <a:pt x="0" y="106"/>
                  </a:cubicBezTo>
                  <a:cubicBezTo>
                    <a:pt x="0" y="48"/>
                    <a:pt x="47" y="0"/>
                    <a:pt x="105" y="0"/>
                  </a:cubicBezTo>
                  <a:cubicBezTo>
                    <a:pt x="162" y="0"/>
                    <a:pt x="209" y="48"/>
                    <a:pt x="209" y="106"/>
                  </a:cubicBezTo>
                  <a:cubicBezTo>
                    <a:pt x="209" y="164"/>
                    <a:pt x="162" y="211"/>
                    <a:pt x="105" y="211"/>
                  </a:cubicBezTo>
                  <a:close/>
                  <a:moveTo>
                    <a:pt x="105" y="19"/>
                  </a:moveTo>
                  <a:cubicBezTo>
                    <a:pt x="58" y="19"/>
                    <a:pt x="19" y="58"/>
                    <a:pt x="19" y="106"/>
                  </a:cubicBezTo>
                  <a:cubicBezTo>
                    <a:pt x="19" y="154"/>
                    <a:pt x="58" y="192"/>
                    <a:pt x="105" y="192"/>
                  </a:cubicBezTo>
                  <a:cubicBezTo>
                    <a:pt x="152" y="192"/>
                    <a:pt x="190" y="154"/>
                    <a:pt x="190" y="106"/>
                  </a:cubicBezTo>
                  <a:cubicBezTo>
                    <a:pt x="190" y="58"/>
                    <a:pt x="152" y="19"/>
                    <a:pt x="10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18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4694238" y="1704975"/>
              <a:ext cx="171450" cy="360363"/>
            </a:xfrm>
            <a:custGeom>
              <a:avLst/>
              <a:gdLst>
                <a:gd name="T0" fmla="*/ 49 w 98"/>
                <a:gd name="T1" fmla="*/ 206 h 206"/>
                <a:gd name="T2" fmla="*/ 0 w 98"/>
                <a:gd name="T3" fmla="*/ 103 h 206"/>
                <a:gd name="T4" fmla="*/ 49 w 98"/>
                <a:gd name="T5" fmla="*/ 0 h 206"/>
                <a:gd name="T6" fmla="*/ 98 w 98"/>
                <a:gd name="T7" fmla="*/ 103 h 206"/>
                <a:gd name="T8" fmla="*/ 49 w 98"/>
                <a:gd name="T9" fmla="*/ 206 h 206"/>
                <a:gd name="T10" fmla="*/ 49 w 98"/>
                <a:gd name="T11" fmla="*/ 19 h 206"/>
                <a:gd name="T12" fmla="*/ 19 w 98"/>
                <a:gd name="T13" fmla="*/ 103 h 206"/>
                <a:gd name="T14" fmla="*/ 49 w 98"/>
                <a:gd name="T15" fmla="*/ 187 h 206"/>
                <a:gd name="T16" fmla="*/ 79 w 98"/>
                <a:gd name="T17" fmla="*/ 103 h 206"/>
                <a:gd name="T18" fmla="*/ 49 w 98"/>
                <a:gd name="T19" fmla="*/ 1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06">
                  <a:moveTo>
                    <a:pt x="49" y="206"/>
                  </a:moveTo>
                  <a:cubicBezTo>
                    <a:pt x="21" y="206"/>
                    <a:pt x="0" y="161"/>
                    <a:pt x="0" y="103"/>
                  </a:cubicBezTo>
                  <a:cubicBezTo>
                    <a:pt x="0" y="44"/>
                    <a:pt x="21" y="0"/>
                    <a:pt x="49" y="0"/>
                  </a:cubicBezTo>
                  <a:cubicBezTo>
                    <a:pt x="77" y="0"/>
                    <a:pt x="98" y="44"/>
                    <a:pt x="98" y="103"/>
                  </a:cubicBezTo>
                  <a:cubicBezTo>
                    <a:pt x="98" y="161"/>
                    <a:pt x="77" y="206"/>
                    <a:pt x="49" y="206"/>
                  </a:cubicBezTo>
                  <a:close/>
                  <a:moveTo>
                    <a:pt x="49" y="19"/>
                  </a:moveTo>
                  <a:cubicBezTo>
                    <a:pt x="36" y="19"/>
                    <a:pt x="19" y="51"/>
                    <a:pt x="19" y="103"/>
                  </a:cubicBezTo>
                  <a:cubicBezTo>
                    <a:pt x="19" y="154"/>
                    <a:pt x="36" y="187"/>
                    <a:pt x="49" y="187"/>
                  </a:cubicBezTo>
                  <a:cubicBezTo>
                    <a:pt x="61" y="187"/>
                    <a:pt x="79" y="154"/>
                    <a:pt x="79" y="103"/>
                  </a:cubicBezTo>
                  <a:cubicBezTo>
                    <a:pt x="79" y="51"/>
                    <a:pt x="61" y="19"/>
                    <a:pt x="49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185"/>
            <p:cNvSpPr/>
            <p:nvPr>
              <p:custDataLst>
                <p:tags r:id="rId16"/>
              </p:custDataLst>
            </p:nvPr>
          </p:nvSpPr>
          <p:spPr bwMode="auto">
            <a:xfrm>
              <a:off x="4595813" y="1868488"/>
              <a:ext cx="365125" cy="33338"/>
            </a:xfrm>
            <a:custGeom>
              <a:avLst/>
              <a:gdLst>
                <a:gd name="T0" fmla="*/ 200 w 209"/>
                <a:gd name="T1" fmla="*/ 19 h 19"/>
                <a:gd name="T2" fmla="*/ 10 w 209"/>
                <a:gd name="T3" fmla="*/ 19 h 19"/>
                <a:gd name="T4" fmla="*/ 0 w 209"/>
                <a:gd name="T5" fmla="*/ 10 h 19"/>
                <a:gd name="T6" fmla="*/ 10 w 209"/>
                <a:gd name="T7" fmla="*/ 0 h 19"/>
                <a:gd name="T8" fmla="*/ 200 w 209"/>
                <a:gd name="T9" fmla="*/ 0 h 19"/>
                <a:gd name="T10" fmla="*/ 209 w 209"/>
                <a:gd name="T11" fmla="*/ 10 h 19"/>
                <a:gd name="T12" fmla="*/ 200 w 209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19">
                  <a:moveTo>
                    <a:pt x="20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5" y="0"/>
                    <a:pt x="209" y="5"/>
                    <a:pt x="209" y="10"/>
                  </a:cubicBezTo>
                  <a:cubicBezTo>
                    <a:pt x="209" y="15"/>
                    <a:pt x="205" y="19"/>
                    <a:pt x="20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186"/>
            <p:cNvSpPr/>
            <p:nvPr>
              <p:custDataLst>
                <p:tags r:id="rId17"/>
              </p:custDataLst>
            </p:nvPr>
          </p:nvSpPr>
          <p:spPr bwMode="auto">
            <a:xfrm>
              <a:off x="4622800" y="1774825"/>
              <a:ext cx="312738" cy="55563"/>
            </a:xfrm>
            <a:custGeom>
              <a:avLst/>
              <a:gdLst>
                <a:gd name="T0" fmla="*/ 90 w 179"/>
                <a:gd name="T1" fmla="*/ 31 h 31"/>
                <a:gd name="T2" fmla="*/ 8 w 179"/>
                <a:gd name="T3" fmla="*/ 20 h 31"/>
                <a:gd name="T4" fmla="*/ 1 w 179"/>
                <a:gd name="T5" fmla="*/ 8 h 31"/>
                <a:gd name="T6" fmla="*/ 13 w 179"/>
                <a:gd name="T7" fmla="*/ 1 h 31"/>
                <a:gd name="T8" fmla="*/ 166 w 179"/>
                <a:gd name="T9" fmla="*/ 1 h 31"/>
                <a:gd name="T10" fmla="*/ 178 w 179"/>
                <a:gd name="T11" fmla="*/ 8 h 31"/>
                <a:gd name="T12" fmla="*/ 171 w 179"/>
                <a:gd name="T13" fmla="*/ 20 h 31"/>
                <a:gd name="T14" fmla="*/ 90 w 179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1">
                  <a:moveTo>
                    <a:pt x="90" y="31"/>
                  </a:moveTo>
                  <a:cubicBezTo>
                    <a:pt x="62" y="31"/>
                    <a:pt x="35" y="27"/>
                    <a:pt x="8" y="20"/>
                  </a:cubicBezTo>
                  <a:cubicBezTo>
                    <a:pt x="3" y="18"/>
                    <a:pt x="0" y="13"/>
                    <a:pt x="1" y="8"/>
                  </a:cubicBezTo>
                  <a:cubicBezTo>
                    <a:pt x="3" y="3"/>
                    <a:pt x="8" y="0"/>
                    <a:pt x="13" y="1"/>
                  </a:cubicBezTo>
                  <a:cubicBezTo>
                    <a:pt x="63" y="15"/>
                    <a:pt x="116" y="15"/>
                    <a:pt x="166" y="1"/>
                  </a:cubicBezTo>
                  <a:cubicBezTo>
                    <a:pt x="171" y="0"/>
                    <a:pt x="177" y="3"/>
                    <a:pt x="178" y="8"/>
                  </a:cubicBezTo>
                  <a:cubicBezTo>
                    <a:pt x="179" y="13"/>
                    <a:pt x="176" y="18"/>
                    <a:pt x="171" y="20"/>
                  </a:cubicBezTo>
                  <a:cubicBezTo>
                    <a:pt x="145" y="27"/>
                    <a:pt x="117" y="31"/>
                    <a:pt x="9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187"/>
            <p:cNvSpPr/>
            <p:nvPr>
              <p:custDataLst>
                <p:tags r:id="rId18"/>
              </p:custDataLst>
            </p:nvPr>
          </p:nvSpPr>
          <p:spPr bwMode="auto">
            <a:xfrm>
              <a:off x="4622800" y="1935163"/>
              <a:ext cx="312738" cy="60325"/>
            </a:xfrm>
            <a:custGeom>
              <a:avLst/>
              <a:gdLst>
                <a:gd name="T0" fmla="*/ 11 w 179"/>
                <a:gd name="T1" fmla="*/ 34 h 35"/>
                <a:gd name="T2" fmla="*/ 1 w 179"/>
                <a:gd name="T3" fmla="*/ 27 h 35"/>
                <a:gd name="T4" fmla="*/ 8 w 179"/>
                <a:gd name="T5" fmla="*/ 15 h 35"/>
                <a:gd name="T6" fmla="*/ 171 w 179"/>
                <a:gd name="T7" fmla="*/ 15 h 35"/>
                <a:gd name="T8" fmla="*/ 178 w 179"/>
                <a:gd name="T9" fmla="*/ 27 h 35"/>
                <a:gd name="T10" fmla="*/ 166 w 179"/>
                <a:gd name="T11" fmla="*/ 33 h 35"/>
                <a:gd name="T12" fmla="*/ 13 w 179"/>
                <a:gd name="T13" fmla="*/ 33 h 35"/>
                <a:gd name="T14" fmla="*/ 11 w 179"/>
                <a:gd name="T1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5">
                  <a:moveTo>
                    <a:pt x="11" y="34"/>
                  </a:moveTo>
                  <a:cubicBezTo>
                    <a:pt x="6" y="34"/>
                    <a:pt x="3" y="31"/>
                    <a:pt x="1" y="27"/>
                  </a:cubicBezTo>
                  <a:cubicBezTo>
                    <a:pt x="0" y="22"/>
                    <a:pt x="3" y="16"/>
                    <a:pt x="8" y="15"/>
                  </a:cubicBezTo>
                  <a:cubicBezTo>
                    <a:pt x="62" y="0"/>
                    <a:pt x="118" y="0"/>
                    <a:pt x="171" y="15"/>
                  </a:cubicBezTo>
                  <a:cubicBezTo>
                    <a:pt x="176" y="16"/>
                    <a:pt x="179" y="22"/>
                    <a:pt x="178" y="27"/>
                  </a:cubicBezTo>
                  <a:cubicBezTo>
                    <a:pt x="177" y="32"/>
                    <a:pt x="171" y="35"/>
                    <a:pt x="166" y="33"/>
                  </a:cubicBezTo>
                  <a:cubicBezTo>
                    <a:pt x="116" y="19"/>
                    <a:pt x="63" y="19"/>
                    <a:pt x="13" y="33"/>
                  </a:cubicBezTo>
                  <a:cubicBezTo>
                    <a:pt x="12" y="33"/>
                    <a:pt x="11" y="34"/>
                    <a:pt x="11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188"/>
            <p:cNvSpPr/>
            <p:nvPr>
              <p:custDataLst>
                <p:tags r:id="rId19"/>
              </p:custDataLst>
            </p:nvPr>
          </p:nvSpPr>
          <p:spPr bwMode="auto">
            <a:xfrm>
              <a:off x="4748213" y="1628775"/>
              <a:ext cx="84138" cy="66675"/>
            </a:xfrm>
            <a:custGeom>
              <a:avLst/>
              <a:gdLst>
                <a:gd name="T0" fmla="*/ 46 w 53"/>
                <a:gd name="T1" fmla="*/ 0 h 42"/>
                <a:gd name="T2" fmla="*/ 37 w 53"/>
                <a:gd name="T3" fmla="*/ 0 h 42"/>
                <a:gd name="T4" fmla="*/ 14 w 53"/>
                <a:gd name="T5" fmla="*/ 0 h 42"/>
                <a:gd name="T6" fmla="*/ 5 w 53"/>
                <a:gd name="T7" fmla="*/ 0 h 42"/>
                <a:gd name="T8" fmla="*/ 0 w 53"/>
                <a:gd name="T9" fmla="*/ 42 h 42"/>
                <a:gd name="T10" fmla="*/ 14 w 53"/>
                <a:gd name="T11" fmla="*/ 42 h 42"/>
                <a:gd name="T12" fmla="*/ 37 w 53"/>
                <a:gd name="T13" fmla="*/ 42 h 42"/>
                <a:gd name="T14" fmla="*/ 53 w 53"/>
                <a:gd name="T15" fmla="*/ 42 h 42"/>
                <a:gd name="T16" fmla="*/ 46 w 53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46" y="0"/>
                  </a:moveTo>
                  <a:lnTo>
                    <a:pt x="37" y="0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42"/>
                  </a:lnTo>
                  <a:lnTo>
                    <a:pt x="14" y="42"/>
                  </a:lnTo>
                  <a:lnTo>
                    <a:pt x="37" y="42"/>
                  </a:lnTo>
                  <a:lnTo>
                    <a:pt x="53" y="42"/>
                  </a:lnTo>
                  <a:lnTo>
                    <a:pt x="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189"/>
            <p:cNvSpPr/>
            <p:nvPr>
              <p:custDataLst>
                <p:tags r:id="rId20"/>
              </p:custDataLst>
            </p:nvPr>
          </p:nvSpPr>
          <p:spPr bwMode="auto">
            <a:xfrm>
              <a:off x="4632325" y="1643063"/>
              <a:ext cx="96838" cy="93663"/>
            </a:xfrm>
            <a:custGeom>
              <a:avLst/>
              <a:gdLst>
                <a:gd name="T0" fmla="*/ 34 w 61"/>
                <a:gd name="T1" fmla="*/ 0 h 59"/>
                <a:gd name="T2" fmla="*/ 27 w 61"/>
                <a:gd name="T3" fmla="*/ 4 h 59"/>
                <a:gd name="T4" fmla="*/ 8 w 61"/>
                <a:gd name="T5" fmla="*/ 15 h 59"/>
                <a:gd name="T6" fmla="*/ 0 w 61"/>
                <a:gd name="T7" fmla="*/ 19 h 59"/>
                <a:gd name="T8" fmla="*/ 16 w 61"/>
                <a:gd name="T9" fmla="*/ 59 h 59"/>
                <a:gd name="T10" fmla="*/ 29 w 61"/>
                <a:gd name="T11" fmla="*/ 51 h 59"/>
                <a:gd name="T12" fmla="*/ 48 w 61"/>
                <a:gd name="T13" fmla="*/ 40 h 59"/>
                <a:gd name="T14" fmla="*/ 61 w 61"/>
                <a:gd name="T15" fmla="*/ 33 h 59"/>
                <a:gd name="T16" fmla="*/ 34 w 61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4" y="0"/>
                  </a:moveTo>
                  <a:lnTo>
                    <a:pt x="27" y="4"/>
                  </a:lnTo>
                  <a:lnTo>
                    <a:pt x="8" y="15"/>
                  </a:lnTo>
                  <a:lnTo>
                    <a:pt x="0" y="19"/>
                  </a:lnTo>
                  <a:lnTo>
                    <a:pt x="16" y="59"/>
                  </a:lnTo>
                  <a:lnTo>
                    <a:pt x="29" y="51"/>
                  </a:lnTo>
                  <a:lnTo>
                    <a:pt x="48" y="40"/>
                  </a:lnTo>
                  <a:lnTo>
                    <a:pt x="61" y="33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190"/>
            <p:cNvSpPr/>
            <p:nvPr>
              <p:custDataLst>
                <p:tags r:id="rId21"/>
              </p:custDataLst>
            </p:nvPr>
          </p:nvSpPr>
          <p:spPr bwMode="auto">
            <a:xfrm>
              <a:off x="4546600" y="1720850"/>
              <a:ext cx="95250" cy="96838"/>
            </a:xfrm>
            <a:custGeom>
              <a:avLst/>
              <a:gdLst>
                <a:gd name="T0" fmla="*/ 20 w 60"/>
                <a:gd name="T1" fmla="*/ 0 h 61"/>
                <a:gd name="T2" fmla="*/ 16 w 60"/>
                <a:gd name="T3" fmla="*/ 8 h 61"/>
                <a:gd name="T4" fmla="*/ 5 w 60"/>
                <a:gd name="T5" fmla="*/ 27 h 61"/>
                <a:gd name="T6" fmla="*/ 0 w 60"/>
                <a:gd name="T7" fmla="*/ 34 h 61"/>
                <a:gd name="T8" fmla="*/ 33 w 60"/>
                <a:gd name="T9" fmla="*/ 61 h 61"/>
                <a:gd name="T10" fmla="*/ 41 w 60"/>
                <a:gd name="T11" fmla="*/ 48 h 61"/>
                <a:gd name="T12" fmla="*/ 52 w 60"/>
                <a:gd name="T13" fmla="*/ 29 h 61"/>
                <a:gd name="T14" fmla="*/ 60 w 60"/>
                <a:gd name="T15" fmla="*/ 16 h 61"/>
                <a:gd name="T16" fmla="*/ 20 w 60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1">
                  <a:moveTo>
                    <a:pt x="20" y="0"/>
                  </a:moveTo>
                  <a:lnTo>
                    <a:pt x="16" y="8"/>
                  </a:lnTo>
                  <a:lnTo>
                    <a:pt x="5" y="27"/>
                  </a:lnTo>
                  <a:lnTo>
                    <a:pt x="0" y="34"/>
                  </a:lnTo>
                  <a:lnTo>
                    <a:pt x="33" y="61"/>
                  </a:lnTo>
                  <a:lnTo>
                    <a:pt x="41" y="48"/>
                  </a:lnTo>
                  <a:lnTo>
                    <a:pt x="52" y="29"/>
                  </a:lnTo>
                  <a:lnTo>
                    <a:pt x="60" y="16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191"/>
            <p:cNvSpPr/>
            <p:nvPr>
              <p:custDataLst>
                <p:tags r:id="rId22"/>
              </p:custDataLst>
            </p:nvPr>
          </p:nvSpPr>
          <p:spPr bwMode="auto">
            <a:xfrm>
              <a:off x="4522788" y="1833563"/>
              <a:ext cx="66675" cy="84138"/>
            </a:xfrm>
            <a:custGeom>
              <a:avLst/>
              <a:gdLst>
                <a:gd name="T0" fmla="*/ 0 w 42"/>
                <a:gd name="T1" fmla="*/ 6 h 53"/>
                <a:gd name="T2" fmla="*/ 0 w 42"/>
                <a:gd name="T3" fmla="*/ 15 h 53"/>
                <a:gd name="T4" fmla="*/ 0 w 42"/>
                <a:gd name="T5" fmla="*/ 37 h 53"/>
                <a:gd name="T6" fmla="*/ 0 w 42"/>
                <a:gd name="T7" fmla="*/ 46 h 53"/>
                <a:gd name="T8" fmla="*/ 42 w 42"/>
                <a:gd name="T9" fmla="*/ 53 h 53"/>
                <a:gd name="T10" fmla="*/ 42 w 42"/>
                <a:gd name="T11" fmla="*/ 37 h 53"/>
                <a:gd name="T12" fmla="*/ 42 w 42"/>
                <a:gd name="T13" fmla="*/ 15 h 53"/>
                <a:gd name="T14" fmla="*/ 42 w 42"/>
                <a:gd name="T15" fmla="*/ 0 h 53"/>
                <a:gd name="T16" fmla="*/ 0 w 42"/>
                <a:gd name="T17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0" y="6"/>
                  </a:moveTo>
                  <a:lnTo>
                    <a:pt x="0" y="15"/>
                  </a:lnTo>
                  <a:lnTo>
                    <a:pt x="0" y="37"/>
                  </a:lnTo>
                  <a:lnTo>
                    <a:pt x="0" y="46"/>
                  </a:lnTo>
                  <a:lnTo>
                    <a:pt x="42" y="53"/>
                  </a:lnTo>
                  <a:lnTo>
                    <a:pt x="42" y="37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192"/>
            <p:cNvSpPr/>
            <p:nvPr>
              <p:custDataLst>
                <p:tags r:id="rId23"/>
              </p:custDataLst>
            </p:nvPr>
          </p:nvSpPr>
          <p:spPr bwMode="auto">
            <a:xfrm>
              <a:off x="4537075" y="1935163"/>
              <a:ext cx="93663" cy="96838"/>
            </a:xfrm>
            <a:custGeom>
              <a:avLst/>
              <a:gdLst>
                <a:gd name="T0" fmla="*/ 0 w 59"/>
                <a:gd name="T1" fmla="*/ 26 h 61"/>
                <a:gd name="T2" fmla="*/ 4 w 59"/>
                <a:gd name="T3" fmla="*/ 34 h 61"/>
                <a:gd name="T4" fmla="*/ 15 w 59"/>
                <a:gd name="T5" fmla="*/ 54 h 61"/>
                <a:gd name="T6" fmla="*/ 19 w 59"/>
                <a:gd name="T7" fmla="*/ 61 h 61"/>
                <a:gd name="T8" fmla="*/ 59 w 59"/>
                <a:gd name="T9" fmla="*/ 46 h 61"/>
                <a:gd name="T10" fmla="*/ 51 w 59"/>
                <a:gd name="T11" fmla="*/ 33 h 61"/>
                <a:gd name="T12" fmla="*/ 40 w 59"/>
                <a:gd name="T13" fmla="*/ 13 h 61"/>
                <a:gd name="T14" fmla="*/ 33 w 59"/>
                <a:gd name="T15" fmla="*/ 0 h 61"/>
                <a:gd name="T16" fmla="*/ 0 w 59"/>
                <a:gd name="T17" fmla="*/ 2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0" y="26"/>
                  </a:moveTo>
                  <a:lnTo>
                    <a:pt x="4" y="34"/>
                  </a:lnTo>
                  <a:lnTo>
                    <a:pt x="15" y="54"/>
                  </a:lnTo>
                  <a:lnTo>
                    <a:pt x="19" y="61"/>
                  </a:lnTo>
                  <a:lnTo>
                    <a:pt x="59" y="46"/>
                  </a:lnTo>
                  <a:lnTo>
                    <a:pt x="51" y="33"/>
                  </a:lnTo>
                  <a:lnTo>
                    <a:pt x="40" y="13"/>
                  </a:lnTo>
                  <a:lnTo>
                    <a:pt x="33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193"/>
            <p:cNvSpPr/>
            <p:nvPr>
              <p:custDataLst>
                <p:tags r:id="rId24"/>
              </p:custDataLst>
            </p:nvPr>
          </p:nvSpPr>
          <p:spPr bwMode="auto">
            <a:xfrm>
              <a:off x="4614863" y="2024063"/>
              <a:ext cx="96838" cy="93663"/>
            </a:xfrm>
            <a:custGeom>
              <a:avLst/>
              <a:gdLst>
                <a:gd name="T0" fmla="*/ 0 w 61"/>
                <a:gd name="T1" fmla="*/ 39 h 59"/>
                <a:gd name="T2" fmla="*/ 8 w 61"/>
                <a:gd name="T3" fmla="*/ 44 h 59"/>
                <a:gd name="T4" fmla="*/ 27 w 61"/>
                <a:gd name="T5" fmla="*/ 55 h 59"/>
                <a:gd name="T6" fmla="*/ 34 w 61"/>
                <a:gd name="T7" fmla="*/ 59 h 59"/>
                <a:gd name="T8" fmla="*/ 61 w 61"/>
                <a:gd name="T9" fmla="*/ 26 h 59"/>
                <a:gd name="T10" fmla="*/ 48 w 61"/>
                <a:gd name="T11" fmla="*/ 19 h 59"/>
                <a:gd name="T12" fmla="*/ 29 w 61"/>
                <a:gd name="T13" fmla="*/ 8 h 59"/>
                <a:gd name="T14" fmla="*/ 16 w 61"/>
                <a:gd name="T15" fmla="*/ 0 h 59"/>
                <a:gd name="T16" fmla="*/ 0 w 61"/>
                <a:gd name="T17" fmla="*/ 3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0" y="39"/>
                  </a:moveTo>
                  <a:lnTo>
                    <a:pt x="8" y="44"/>
                  </a:lnTo>
                  <a:lnTo>
                    <a:pt x="27" y="55"/>
                  </a:lnTo>
                  <a:lnTo>
                    <a:pt x="34" y="59"/>
                  </a:lnTo>
                  <a:lnTo>
                    <a:pt x="61" y="26"/>
                  </a:lnTo>
                  <a:lnTo>
                    <a:pt x="48" y="19"/>
                  </a:lnTo>
                  <a:lnTo>
                    <a:pt x="29" y="8"/>
                  </a:lnTo>
                  <a:lnTo>
                    <a:pt x="16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194"/>
            <p:cNvSpPr/>
            <p:nvPr>
              <p:custDataLst>
                <p:tags r:id="rId25"/>
              </p:custDataLst>
            </p:nvPr>
          </p:nvSpPr>
          <p:spPr bwMode="auto">
            <a:xfrm>
              <a:off x="4727575" y="2074863"/>
              <a:ext cx="84138" cy="66675"/>
            </a:xfrm>
            <a:custGeom>
              <a:avLst/>
              <a:gdLst>
                <a:gd name="T0" fmla="*/ 6 w 53"/>
                <a:gd name="T1" fmla="*/ 42 h 42"/>
                <a:gd name="T2" fmla="*/ 15 w 53"/>
                <a:gd name="T3" fmla="*/ 42 h 42"/>
                <a:gd name="T4" fmla="*/ 37 w 53"/>
                <a:gd name="T5" fmla="*/ 42 h 42"/>
                <a:gd name="T6" fmla="*/ 46 w 53"/>
                <a:gd name="T7" fmla="*/ 42 h 42"/>
                <a:gd name="T8" fmla="*/ 53 w 53"/>
                <a:gd name="T9" fmla="*/ 0 h 42"/>
                <a:gd name="T10" fmla="*/ 37 w 53"/>
                <a:gd name="T11" fmla="*/ 0 h 42"/>
                <a:gd name="T12" fmla="*/ 15 w 53"/>
                <a:gd name="T13" fmla="*/ 0 h 42"/>
                <a:gd name="T14" fmla="*/ 0 w 53"/>
                <a:gd name="T15" fmla="*/ 0 h 42"/>
                <a:gd name="T16" fmla="*/ 6 w 53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6" y="42"/>
                  </a:moveTo>
                  <a:lnTo>
                    <a:pt x="15" y="42"/>
                  </a:lnTo>
                  <a:lnTo>
                    <a:pt x="37" y="42"/>
                  </a:lnTo>
                  <a:lnTo>
                    <a:pt x="46" y="42"/>
                  </a:lnTo>
                  <a:lnTo>
                    <a:pt x="53" y="0"/>
                  </a:lnTo>
                  <a:lnTo>
                    <a:pt x="37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195"/>
            <p:cNvSpPr/>
            <p:nvPr>
              <p:custDataLst>
                <p:tags r:id="rId26"/>
              </p:custDataLst>
            </p:nvPr>
          </p:nvSpPr>
          <p:spPr bwMode="auto">
            <a:xfrm>
              <a:off x="4829175" y="2032000"/>
              <a:ext cx="96838" cy="96838"/>
            </a:xfrm>
            <a:custGeom>
              <a:avLst/>
              <a:gdLst>
                <a:gd name="T0" fmla="*/ 26 w 61"/>
                <a:gd name="T1" fmla="*/ 61 h 61"/>
                <a:gd name="T2" fmla="*/ 34 w 61"/>
                <a:gd name="T3" fmla="*/ 57 h 61"/>
                <a:gd name="T4" fmla="*/ 54 w 61"/>
                <a:gd name="T5" fmla="*/ 46 h 61"/>
                <a:gd name="T6" fmla="*/ 61 w 61"/>
                <a:gd name="T7" fmla="*/ 41 h 61"/>
                <a:gd name="T8" fmla="*/ 46 w 61"/>
                <a:gd name="T9" fmla="*/ 0 h 61"/>
                <a:gd name="T10" fmla="*/ 33 w 61"/>
                <a:gd name="T11" fmla="*/ 8 h 61"/>
                <a:gd name="T12" fmla="*/ 13 w 61"/>
                <a:gd name="T13" fmla="*/ 20 h 61"/>
                <a:gd name="T14" fmla="*/ 0 w 61"/>
                <a:gd name="T15" fmla="*/ 27 h 61"/>
                <a:gd name="T16" fmla="*/ 26 w 61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26" y="61"/>
                  </a:moveTo>
                  <a:lnTo>
                    <a:pt x="34" y="57"/>
                  </a:lnTo>
                  <a:lnTo>
                    <a:pt x="54" y="46"/>
                  </a:lnTo>
                  <a:lnTo>
                    <a:pt x="61" y="41"/>
                  </a:lnTo>
                  <a:lnTo>
                    <a:pt x="46" y="0"/>
                  </a:lnTo>
                  <a:lnTo>
                    <a:pt x="33" y="8"/>
                  </a:lnTo>
                  <a:lnTo>
                    <a:pt x="13" y="20"/>
                  </a:lnTo>
                  <a:lnTo>
                    <a:pt x="0" y="27"/>
                  </a:lnTo>
                  <a:lnTo>
                    <a:pt x="26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Freeform 196"/>
            <p:cNvSpPr/>
            <p:nvPr>
              <p:custDataLst>
                <p:tags r:id="rId27"/>
              </p:custDataLst>
            </p:nvPr>
          </p:nvSpPr>
          <p:spPr bwMode="auto">
            <a:xfrm>
              <a:off x="4918075" y="1952625"/>
              <a:ext cx="93663" cy="96838"/>
            </a:xfrm>
            <a:custGeom>
              <a:avLst/>
              <a:gdLst>
                <a:gd name="T0" fmla="*/ 39 w 59"/>
                <a:gd name="T1" fmla="*/ 61 h 61"/>
                <a:gd name="T2" fmla="*/ 44 w 59"/>
                <a:gd name="T3" fmla="*/ 54 h 61"/>
                <a:gd name="T4" fmla="*/ 55 w 59"/>
                <a:gd name="T5" fmla="*/ 34 h 61"/>
                <a:gd name="T6" fmla="*/ 59 w 59"/>
                <a:gd name="T7" fmla="*/ 26 h 61"/>
                <a:gd name="T8" fmla="*/ 26 w 59"/>
                <a:gd name="T9" fmla="*/ 0 h 61"/>
                <a:gd name="T10" fmla="*/ 18 w 59"/>
                <a:gd name="T11" fmla="*/ 13 h 61"/>
                <a:gd name="T12" fmla="*/ 7 w 59"/>
                <a:gd name="T13" fmla="*/ 33 h 61"/>
                <a:gd name="T14" fmla="*/ 0 w 59"/>
                <a:gd name="T15" fmla="*/ 46 h 61"/>
                <a:gd name="T16" fmla="*/ 39 w 59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39" y="61"/>
                  </a:moveTo>
                  <a:lnTo>
                    <a:pt x="44" y="54"/>
                  </a:lnTo>
                  <a:lnTo>
                    <a:pt x="55" y="34"/>
                  </a:lnTo>
                  <a:lnTo>
                    <a:pt x="59" y="26"/>
                  </a:lnTo>
                  <a:lnTo>
                    <a:pt x="26" y="0"/>
                  </a:lnTo>
                  <a:lnTo>
                    <a:pt x="18" y="13"/>
                  </a:lnTo>
                  <a:lnTo>
                    <a:pt x="7" y="33"/>
                  </a:lnTo>
                  <a:lnTo>
                    <a:pt x="0" y="46"/>
                  </a:lnTo>
                  <a:lnTo>
                    <a:pt x="39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Freeform 197"/>
            <p:cNvSpPr/>
            <p:nvPr>
              <p:custDataLst>
                <p:tags r:id="rId28"/>
              </p:custDataLst>
            </p:nvPr>
          </p:nvSpPr>
          <p:spPr bwMode="auto">
            <a:xfrm>
              <a:off x="4968875" y="1854200"/>
              <a:ext cx="66675" cy="84138"/>
            </a:xfrm>
            <a:custGeom>
              <a:avLst/>
              <a:gdLst>
                <a:gd name="T0" fmla="*/ 42 w 42"/>
                <a:gd name="T1" fmla="*/ 46 h 53"/>
                <a:gd name="T2" fmla="*/ 42 w 42"/>
                <a:gd name="T3" fmla="*/ 37 h 53"/>
                <a:gd name="T4" fmla="*/ 42 w 42"/>
                <a:gd name="T5" fmla="*/ 14 h 53"/>
                <a:gd name="T6" fmla="*/ 42 w 42"/>
                <a:gd name="T7" fmla="*/ 5 h 53"/>
                <a:gd name="T8" fmla="*/ 0 w 42"/>
                <a:gd name="T9" fmla="*/ 0 h 53"/>
                <a:gd name="T10" fmla="*/ 0 w 42"/>
                <a:gd name="T11" fmla="*/ 14 h 53"/>
                <a:gd name="T12" fmla="*/ 0 w 42"/>
                <a:gd name="T13" fmla="*/ 37 h 53"/>
                <a:gd name="T14" fmla="*/ 0 w 42"/>
                <a:gd name="T15" fmla="*/ 53 h 53"/>
                <a:gd name="T16" fmla="*/ 42 w 42"/>
                <a:gd name="T17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42" y="46"/>
                  </a:moveTo>
                  <a:lnTo>
                    <a:pt x="42" y="37"/>
                  </a:lnTo>
                  <a:lnTo>
                    <a:pt x="42" y="14"/>
                  </a:lnTo>
                  <a:lnTo>
                    <a:pt x="42" y="5"/>
                  </a:lnTo>
                  <a:lnTo>
                    <a:pt x="0" y="0"/>
                  </a:lnTo>
                  <a:lnTo>
                    <a:pt x="0" y="14"/>
                  </a:lnTo>
                  <a:lnTo>
                    <a:pt x="0" y="37"/>
                  </a:lnTo>
                  <a:lnTo>
                    <a:pt x="0" y="53"/>
                  </a:lnTo>
                  <a:lnTo>
                    <a:pt x="42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Freeform 198"/>
            <p:cNvSpPr/>
            <p:nvPr>
              <p:custDataLst>
                <p:tags r:id="rId29"/>
              </p:custDataLst>
            </p:nvPr>
          </p:nvSpPr>
          <p:spPr bwMode="auto">
            <a:xfrm>
              <a:off x="4926013" y="1738313"/>
              <a:ext cx="96838" cy="96838"/>
            </a:xfrm>
            <a:custGeom>
              <a:avLst/>
              <a:gdLst>
                <a:gd name="T0" fmla="*/ 61 w 61"/>
                <a:gd name="T1" fmla="*/ 34 h 61"/>
                <a:gd name="T2" fmla="*/ 56 w 61"/>
                <a:gd name="T3" fmla="*/ 27 h 61"/>
                <a:gd name="T4" fmla="*/ 45 w 61"/>
                <a:gd name="T5" fmla="*/ 8 h 61"/>
                <a:gd name="T6" fmla="*/ 41 w 61"/>
                <a:gd name="T7" fmla="*/ 0 h 61"/>
                <a:gd name="T8" fmla="*/ 0 w 61"/>
                <a:gd name="T9" fmla="*/ 16 h 61"/>
                <a:gd name="T10" fmla="*/ 8 w 61"/>
                <a:gd name="T11" fmla="*/ 29 h 61"/>
                <a:gd name="T12" fmla="*/ 20 w 61"/>
                <a:gd name="T13" fmla="*/ 48 h 61"/>
                <a:gd name="T14" fmla="*/ 27 w 61"/>
                <a:gd name="T15" fmla="*/ 61 h 61"/>
                <a:gd name="T16" fmla="*/ 61 w 61"/>
                <a:gd name="T17" fmla="*/ 3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61" y="34"/>
                  </a:moveTo>
                  <a:lnTo>
                    <a:pt x="56" y="27"/>
                  </a:lnTo>
                  <a:lnTo>
                    <a:pt x="45" y="8"/>
                  </a:lnTo>
                  <a:lnTo>
                    <a:pt x="41" y="0"/>
                  </a:lnTo>
                  <a:lnTo>
                    <a:pt x="0" y="16"/>
                  </a:lnTo>
                  <a:lnTo>
                    <a:pt x="8" y="29"/>
                  </a:lnTo>
                  <a:lnTo>
                    <a:pt x="20" y="48"/>
                  </a:lnTo>
                  <a:lnTo>
                    <a:pt x="27" y="61"/>
                  </a:lnTo>
                  <a:lnTo>
                    <a:pt x="61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Freeform 199"/>
            <p:cNvSpPr/>
            <p:nvPr>
              <p:custDataLst>
                <p:tags r:id="rId30"/>
              </p:custDataLst>
            </p:nvPr>
          </p:nvSpPr>
          <p:spPr bwMode="auto">
            <a:xfrm>
              <a:off x="4846638" y="1652588"/>
              <a:ext cx="96838" cy="95250"/>
            </a:xfrm>
            <a:custGeom>
              <a:avLst/>
              <a:gdLst>
                <a:gd name="T0" fmla="*/ 61 w 61"/>
                <a:gd name="T1" fmla="*/ 20 h 60"/>
                <a:gd name="T2" fmla="*/ 54 w 61"/>
                <a:gd name="T3" fmla="*/ 16 h 60"/>
                <a:gd name="T4" fmla="*/ 34 w 61"/>
                <a:gd name="T5" fmla="*/ 5 h 60"/>
                <a:gd name="T6" fmla="*/ 26 w 61"/>
                <a:gd name="T7" fmla="*/ 0 h 60"/>
                <a:gd name="T8" fmla="*/ 0 w 61"/>
                <a:gd name="T9" fmla="*/ 33 h 60"/>
                <a:gd name="T10" fmla="*/ 13 w 61"/>
                <a:gd name="T11" fmla="*/ 41 h 60"/>
                <a:gd name="T12" fmla="*/ 33 w 61"/>
                <a:gd name="T13" fmla="*/ 52 h 60"/>
                <a:gd name="T14" fmla="*/ 46 w 61"/>
                <a:gd name="T15" fmla="*/ 60 h 60"/>
                <a:gd name="T16" fmla="*/ 61 w 61"/>
                <a:gd name="T1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61" y="20"/>
                  </a:moveTo>
                  <a:lnTo>
                    <a:pt x="54" y="16"/>
                  </a:lnTo>
                  <a:lnTo>
                    <a:pt x="34" y="5"/>
                  </a:lnTo>
                  <a:lnTo>
                    <a:pt x="26" y="0"/>
                  </a:lnTo>
                  <a:lnTo>
                    <a:pt x="0" y="33"/>
                  </a:lnTo>
                  <a:lnTo>
                    <a:pt x="13" y="41"/>
                  </a:lnTo>
                  <a:lnTo>
                    <a:pt x="33" y="52"/>
                  </a:lnTo>
                  <a:lnTo>
                    <a:pt x="46" y="60"/>
                  </a:lnTo>
                  <a:lnTo>
                    <a:pt x="6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200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565650" y="1670050"/>
              <a:ext cx="425450" cy="428625"/>
            </a:xfrm>
            <a:custGeom>
              <a:avLst/>
              <a:gdLst>
                <a:gd name="T0" fmla="*/ 122 w 243"/>
                <a:gd name="T1" fmla="*/ 245 h 245"/>
                <a:gd name="T2" fmla="*/ 0 w 243"/>
                <a:gd name="T3" fmla="*/ 123 h 245"/>
                <a:gd name="T4" fmla="*/ 122 w 243"/>
                <a:gd name="T5" fmla="*/ 0 h 245"/>
                <a:gd name="T6" fmla="*/ 243 w 243"/>
                <a:gd name="T7" fmla="*/ 123 h 245"/>
                <a:gd name="T8" fmla="*/ 122 w 243"/>
                <a:gd name="T9" fmla="*/ 245 h 245"/>
                <a:gd name="T10" fmla="*/ 122 w 243"/>
                <a:gd name="T11" fmla="*/ 37 h 245"/>
                <a:gd name="T12" fmla="*/ 37 w 243"/>
                <a:gd name="T13" fmla="*/ 123 h 245"/>
                <a:gd name="T14" fmla="*/ 122 w 243"/>
                <a:gd name="T15" fmla="*/ 209 h 245"/>
                <a:gd name="T16" fmla="*/ 206 w 243"/>
                <a:gd name="T17" fmla="*/ 123 h 245"/>
                <a:gd name="T18" fmla="*/ 122 w 243"/>
                <a:gd name="T19" fmla="*/ 37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" h="245"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55"/>
                    <a:pt x="55" y="0"/>
                    <a:pt x="122" y="0"/>
                  </a:cubicBezTo>
                  <a:cubicBezTo>
                    <a:pt x="189" y="0"/>
                    <a:pt x="243" y="55"/>
                    <a:pt x="243" y="123"/>
                  </a:cubicBezTo>
                  <a:cubicBezTo>
                    <a:pt x="243" y="190"/>
                    <a:pt x="189" y="245"/>
                    <a:pt x="122" y="245"/>
                  </a:cubicBezTo>
                  <a:close/>
                  <a:moveTo>
                    <a:pt x="122" y="37"/>
                  </a:moveTo>
                  <a:cubicBezTo>
                    <a:pt x="75" y="37"/>
                    <a:pt x="37" y="75"/>
                    <a:pt x="37" y="123"/>
                  </a:cubicBezTo>
                  <a:cubicBezTo>
                    <a:pt x="37" y="170"/>
                    <a:pt x="75" y="209"/>
                    <a:pt x="122" y="209"/>
                  </a:cubicBezTo>
                  <a:cubicBezTo>
                    <a:pt x="168" y="209"/>
                    <a:pt x="206" y="170"/>
                    <a:pt x="206" y="123"/>
                  </a:cubicBezTo>
                  <a:cubicBezTo>
                    <a:pt x="206" y="75"/>
                    <a:pt x="168" y="37"/>
                    <a:pt x="122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32"/>
            </p:custDataLst>
          </p:nvPr>
        </p:nvGrpSpPr>
        <p:grpSpPr>
          <a:xfrm>
            <a:off x="403860" y="1061720"/>
            <a:ext cx="1009650" cy="1009650"/>
            <a:chOff x="636" y="1672"/>
            <a:chExt cx="1590" cy="1590"/>
          </a:xfrm>
        </p:grpSpPr>
        <p:sp>
          <p:nvSpPr>
            <p:cNvPr id="6" name="椭圆 5"/>
            <p:cNvSpPr/>
            <p:nvPr>
              <p:custDataLst>
                <p:tags r:id="rId33"/>
              </p:custDataLst>
            </p:nvPr>
          </p:nvSpPr>
          <p:spPr>
            <a:xfrm>
              <a:off x="636" y="1672"/>
              <a:ext cx="1591" cy="1591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>
              <p:custDataLst>
                <p:tags r:id="rId34"/>
              </p:custDataLst>
            </p:nvPr>
          </p:nvGrpSpPr>
          <p:grpSpPr>
            <a:xfrm>
              <a:off x="1185" y="2025"/>
              <a:ext cx="668" cy="885"/>
              <a:chOff x="8555038" y="305593"/>
              <a:chExt cx="423863" cy="561975"/>
            </a:xfrm>
            <a:solidFill>
              <a:schemeClr val="bg1"/>
            </a:solidFill>
          </p:grpSpPr>
          <p:sp>
            <p:nvSpPr>
              <p:cNvPr id="66" name="Freeform 333"/>
              <p:cNvSpPr>
                <a:spLocks noEditPoint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8555038" y="305593"/>
                <a:ext cx="285750" cy="561975"/>
              </a:xfrm>
              <a:custGeom>
                <a:avLst/>
                <a:gdLst>
                  <a:gd name="T0" fmla="*/ 153 w 163"/>
                  <a:gd name="T1" fmla="*/ 214 h 322"/>
                  <a:gd name="T2" fmla="*/ 153 w 163"/>
                  <a:gd name="T3" fmla="*/ 259 h 322"/>
                  <a:gd name="T4" fmla="*/ 11 w 163"/>
                  <a:gd name="T5" fmla="*/ 259 h 322"/>
                  <a:gd name="T6" fmla="*/ 11 w 163"/>
                  <a:gd name="T7" fmla="*/ 49 h 322"/>
                  <a:gd name="T8" fmla="*/ 153 w 163"/>
                  <a:gd name="T9" fmla="*/ 49 h 322"/>
                  <a:gd name="T10" fmla="*/ 153 w 163"/>
                  <a:gd name="T11" fmla="*/ 91 h 322"/>
                  <a:gd name="T12" fmla="*/ 163 w 163"/>
                  <a:gd name="T13" fmla="*/ 92 h 322"/>
                  <a:gd name="T14" fmla="*/ 163 w 163"/>
                  <a:gd name="T15" fmla="*/ 25 h 322"/>
                  <a:gd name="T16" fmla="*/ 139 w 163"/>
                  <a:gd name="T17" fmla="*/ 0 h 322"/>
                  <a:gd name="T18" fmla="*/ 25 w 163"/>
                  <a:gd name="T19" fmla="*/ 0 h 322"/>
                  <a:gd name="T20" fmla="*/ 0 w 163"/>
                  <a:gd name="T21" fmla="*/ 25 h 322"/>
                  <a:gd name="T22" fmla="*/ 0 w 163"/>
                  <a:gd name="T23" fmla="*/ 297 h 322"/>
                  <a:gd name="T24" fmla="*/ 25 w 163"/>
                  <a:gd name="T25" fmla="*/ 322 h 322"/>
                  <a:gd name="T26" fmla="*/ 139 w 163"/>
                  <a:gd name="T27" fmla="*/ 322 h 322"/>
                  <a:gd name="T28" fmla="*/ 163 w 163"/>
                  <a:gd name="T29" fmla="*/ 297 h 322"/>
                  <a:gd name="T30" fmla="*/ 163 w 163"/>
                  <a:gd name="T31" fmla="*/ 213 h 322"/>
                  <a:gd name="T32" fmla="*/ 153 w 163"/>
                  <a:gd name="T33" fmla="*/ 214 h 322"/>
                  <a:gd name="T34" fmla="*/ 60 w 163"/>
                  <a:gd name="T35" fmla="*/ 18 h 322"/>
                  <a:gd name="T36" fmla="*/ 103 w 163"/>
                  <a:gd name="T37" fmla="*/ 18 h 322"/>
                  <a:gd name="T38" fmla="*/ 105 w 163"/>
                  <a:gd name="T39" fmla="*/ 21 h 322"/>
                  <a:gd name="T40" fmla="*/ 103 w 163"/>
                  <a:gd name="T41" fmla="*/ 24 h 322"/>
                  <a:gd name="T42" fmla="*/ 60 w 163"/>
                  <a:gd name="T43" fmla="*/ 24 h 322"/>
                  <a:gd name="T44" fmla="*/ 58 w 163"/>
                  <a:gd name="T45" fmla="*/ 21 h 322"/>
                  <a:gd name="T46" fmla="*/ 60 w 163"/>
                  <a:gd name="T47" fmla="*/ 18 h 322"/>
                  <a:gd name="T48" fmla="*/ 82 w 163"/>
                  <a:gd name="T49" fmla="*/ 304 h 322"/>
                  <a:gd name="T50" fmla="*/ 67 w 163"/>
                  <a:gd name="T51" fmla="*/ 289 h 322"/>
                  <a:gd name="T52" fmla="*/ 82 w 163"/>
                  <a:gd name="T53" fmla="*/ 275 h 322"/>
                  <a:gd name="T54" fmla="*/ 96 w 163"/>
                  <a:gd name="T55" fmla="*/ 289 h 322"/>
                  <a:gd name="T56" fmla="*/ 82 w 163"/>
                  <a:gd name="T57" fmla="*/ 30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3" h="322">
                    <a:moveTo>
                      <a:pt x="153" y="214"/>
                    </a:moveTo>
                    <a:cubicBezTo>
                      <a:pt x="153" y="259"/>
                      <a:pt x="153" y="259"/>
                      <a:pt x="153" y="259"/>
                    </a:cubicBezTo>
                    <a:cubicBezTo>
                      <a:pt x="11" y="259"/>
                      <a:pt x="11" y="259"/>
                      <a:pt x="11" y="25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53" y="49"/>
                      <a:pt x="153" y="49"/>
                      <a:pt x="153" y="49"/>
                    </a:cubicBezTo>
                    <a:cubicBezTo>
                      <a:pt x="153" y="91"/>
                      <a:pt x="153" y="91"/>
                      <a:pt x="153" y="91"/>
                    </a:cubicBezTo>
                    <a:cubicBezTo>
                      <a:pt x="156" y="91"/>
                      <a:pt x="160" y="91"/>
                      <a:pt x="163" y="92"/>
                    </a:cubicBezTo>
                    <a:cubicBezTo>
                      <a:pt x="163" y="25"/>
                      <a:pt x="163" y="25"/>
                      <a:pt x="163" y="25"/>
                    </a:cubicBezTo>
                    <a:cubicBezTo>
                      <a:pt x="163" y="11"/>
                      <a:pt x="152" y="0"/>
                      <a:pt x="139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297"/>
                      <a:pt x="0" y="297"/>
                      <a:pt x="0" y="297"/>
                    </a:cubicBezTo>
                    <a:cubicBezTo>
                      <a:pt x="0" y="311"/>
                      <a:pt x="11" y="322"/>
                      <a:pt x="25" y="322"/>
                    </a:cubicBezTo>
                    <a:cubicBezTo>
                      <a:pt x="139" y="322"/>
                      <a:pt x="139" y="322"/>
                      <a:pt x="139" y="322"/>
                    </a:cubicBezTo>
                    <a:cubicBezTo>
                      <a:pt x="152" y="322"/>
                      <a:pt x="163" y="311"/>
                      <a:pt x="163" y="297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60" y="213"/>
                      <a:pt x="156" y="214"/>
                      <a:pt x="153" y="214"/>
                    </a:cubicBezTo>
                    <a:close/>
                    <a:moveTo>
                      <a:pt x="60" y="18"/>
                    </a:moveTo>
                    <a:cubicBezTo>
                      <a:pt x="103" y="18"/>
                      <a:pt x="103" y="18"/>
                      <a:pt x="103" y="18"/>
                    </a:cubicBezTo>
                    <a:cubicBezTo>
                      <a:pt x="104" y="18"/>
                      <a:pt x="105" y="19"/>
                      <a:pt x="105" y="21"/>
                    </a:cubicBezTo>
                    <a:cubicBezTo>
                      <a:pt x="105" y="23"/>
                      <a:pt x="104" y="24"/>
                      <a:pt x="103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59" y="24"/>
                      <a:pt x="58" y="23"/>
                      <a:pt x="58" y="21"/>
                    </a:cubicBezTo>
                    <a:cubicBezTo>
                      <a:pt x="58" y="19"/>
                      <a:pt x="59" y="18"/>
                      <a:pt x="60" y="18"/>
                    </a:cubicBezTo>
                    <a:close/>
                    <a:moveTo>
                      <a:pt x="82" y="304"/>
                    </a:moveTo>
                    <a:cubicBezTo>
                      <a:pt x="74" y="304"/>
                      <a:pt x="67" y="297"/>
                      <a:pt x="67" y="289"/>
                    </a:cubicBezTo>
                    <a:cubicBezTo>
                      <a:pt x="67" y="281"/>
                      <a:pt x="74" y="275"/>
                      <a:pt x="82" y="275"/>
                    </a:cubicBezTo>
                    <a:cubicBezTo>
                      <a:pt x="90" y="275"/>
                      <a:pt x="96" y="281"/>
                      <a:pt x="96" y="289"/>
                    </a:cubicBezTo>
                    <a:cubicBezTo>
                      <a:pt x="96" y="297"/>
                      <a:pt x="90" y="304"/>
                      <a:pt x="82" y="3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7" name="Freeform 334"/>
              <p:cNvSpPr>
                <a:spLocks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653463" y="408781"/>
                <a:ext cx="325438" cy="325438"/>
              </a:xfrm>
              <a:custGeom>
                <a:avLst/>
                <a:gdLst>
                  <a:gd name="T0" fmla="*/ 186 w 186"/>
                  <a:gd name="T1" fmla="*/ 103 h 186"/>
                  <a:gd name="T2" fmla="*/ 186 w 186"/>
                  <a:gd name="T3" fmla="*/ 86 h 186"/>
                  <a:gd name="T4" fmla="*/ 167 w 186"/>
                  <a:gd name="T5" fmla="*/ 72 h 186"/>
                  <a:gd name="T6" fmla="*/ 179 w 186"/>
                  <a:gd name="T7" fmla="*/ 56 h 186"/>
                  <a:gd name="T8" fmla="*/ 170 w 186"/>
                  <a:gd name="T9" fmla="*/ 40 h 186"/>
                  <a:gd name="T10" fmla="*/ 147 w 186"/>
                  <a:gd name="T11" fmla="*/ 37 h 186"/>
                  <a:gd name="T12" fmla="*/ 149 w 186"/>
                  <a:gd name="T13" fmla="*/ 18 h 186"/>
                  <a:gd name="T14" fmla="*/ 133 w 186"/>
                  <a:gd name="T15" fmla="*/ 9 h 186"/>
                  <a:gd name="T16" fmla="*/ 111 w 186"/>
                  <a:gd name="T17" fmla="*/ 18 h 186"/>
                  <a:gd name="T18" fmla="*/ 103 w 186"/>
                  <a:gd name="T19" fmla="*/ 0 h 186"/>
                  <a:gd name="T20" fmla="*/ 86 w 186"/>
                  <a:gd name="T21" fmla="*/ 0 h 186"/>
                  <a:gd name="T22" fmla="*/ 71 w 186"/>
                  <a:gd name="T23" fmla="*/ 19 h 186"/>
                  <a:gd name="T24" fmla="*/ 56 w 186"/>
                  <a:gd name="T25" fmla="*/ 8 h 186"/>
                  <a:gd name="T26" fmla="*/ 40 w 186"/>
                  <a:gd name="T27" fmla="*/ 17 h 186"/>
                  <a:gd name="T28" fmla="*/ 37 w 186"/>
                  <a:gd name="T29" fmla="*/ 40 h 186"/>
                  <a:gd name="T30" fmla="*/ 18 w 186"/>
                  <a:gd name="T31" fmla="*/ 38 h 186"/>
                  <a:gd name="T32" fmla="*/ 9 w 186"/>
                  <a:gd name="T33" fmla="*/ 54 h 186"/>
                  <a:gd name="T34" fmla="*/ 19 w 186"/>
                  <a:gd name="T35" fmla="*/ 75 h 186"/>
                  <a:gd name="T36" fmla="*/ 0 w 186"/>
                  <a:gd name="T37" fmla="*/ 83 h 186"/>
                  <a:gd name="T38" fmla="*/ 0 w 186"/>
                  <a:gd name="T39" fmla="*/ 101 h 186"/>
                  <a:gd name="T40" fmla="*/ 20 w 186"/>
                  <a:gd name="T41" fmla="*/ 115 h 186"/>
                  <a:gd name="T42" fmla="*/ 8 w 186"/>
                  <a:gd name="T43" fmla="*/ 131 h 186"/>
                  <a:gd name="T44" fmla="*/ 17 w 186"/>
                  <a:gd name="T45" fmla="*/ 147 h 186"/>
                  <a:gd name="T46" fmla="*/ 40 w 186"/>
                  <a:gd name="T47" fmla="*/ 150 h 186"/>
                  <a:gd name="T48" fmla="*/ 38 w 186"/>
                  <a:gd name="T49" fmla="*/ 169 h 186"/>
                  <a:gd name="T50" fmla="*/ 54 w 186"/>
                  <a:gd name="T51" fmla="*/ 178 h 186"/>
                  <a:gd name="T52" fmla="*/ 76 w 186"/>
                  <a:gd name="T53" fmla="*/ 169 h 186"/>
                  <a:gd name="T54" fmla="*/ 83 w 186"/>
                  <a:gd name="T55" fmla="*/ 186 h 186"/>
                  <a:gd name="T56" fmla="*/ 101 w 186"/>
                  <a:gd name="T57" fmla="*/ 186 h 186"/>
                  <a:gd name="T58" fmla="*/ 116 w 186"/>
                  <a:gd name="T59" fmla="*/ 168 h 186"/>
                  <a:gd name="T60" fmla="*/ 131 w 186"/>
                  <a:gd name="T61" fmla="*/ 179 h 186"/>
                  <a:gd name="T62" fmla="*/ 147 w 186"/>
                  <a:gd name="T63" fmla="*/ 170 h 186"/>
                  <a:gd name="T64" fmla="*/ 149 w 186"/>
                  <a:gd name="T65" fmla="*/ 146 h 186"/>
                  <a:gd name="T66" fmla="*/ 169 w 186"/>
                  <a:gd name="T67" fmla="*/ 149 h 186"/>
                  <a:gd name="T68" fmla="*/ 178 w 186"/>
                  <a:gd name="T69" fmla="*/ 133 h 186"/>
                  <a:gd name="T70" fmla="*/ 168 w 186"/>
                  <a:gd name="T71" fmla="*/ 111 h 186"/>
                  <a:gd name="T72" fmla="*/ 93 w 186"/>
                  <a:gd name="T73" fmla="*/ 148 h 186"/>
                  <a:gd name="T74" fmla="*/ 93 w 186"/>
                  <a:gd name="T75" fmla="*/ 39 h 186"/>
                  <a:gd name="T76" fmla="*/ 93 w 186"/>
                  <a:gd name="T77" fmla="*/ 148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6" h="186">
                    <a:moveTo>
                      <a:pt x="186" y="109"/>
                    </a:move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91"/>
                      <a:pt x="186" y="91"/>
                      <a:pt x="186" y="91"/>
                    </a:cubicBezTo>
                    <a:cubicBezTo>
                      <a:pt x="186" y="86"/>
                      <a:pt x="186" y="86"/>
                      <a:pt x="186" y="86"/>
                    </a:cubicBezTo>
                    <a:cubicBezTo>
                      <a:pt x="170" y="83"/>
                      <a:pt x="170" y="83"/>
                      <a:pt x="170" y="83"/>
                    </a:cubicBezTo>
                    <a:cubicBezTo>
                      <a:pt x="169" y="79"/>
                      <a:pt x="168" y="75"/>
                      <a:pt x="167" y="72"/>
                    </a:cubicBezTo>
                    <a:cubicBezTo>
                      <a:pt x="182" y="60"/>
                      <a:pt x="182" y="60"/>
                      <a:pt x="182" y="60"/>
                    </a:cubicBezTo>
                    <a:cubicBezTo>
                      <a:pt x="179" y="56"/>
                      <a:pt x="179" y="56"/>
                      <a:pt x="179" y="56"/>
                    </a:cubicBezTo>
                    <a:cubicBezTo>
                      <a:pt x="173" y="45"/>
                      <a:pt x="173" y="45"/>
                      <a:pt x="173" y="45"/>
                    </a:cubicBezTo>
                    <a:cubicBezTo>
                      <a:pt x="170" y="40"/>
                      <a:pt x="170" y="40"/>
                      <a:pt x="170" y="40"/>
                    </a:cubicBezTo>
                    <a:cubicBezTo>
                      <a:pt x="154" y="46"/>
                      <a:pt x="154" y="46"/>
                      <a:pt x="154" y="46"/>
                    </a:cubicBezTo>
                    <a:cubicBezTo>
                      <a:pt x="152" y="43"/>
                      <a:pt x="149" y="40"/>
                      <a:pt x="147" y="37"/>
                    </a:cubicBezTo>
                    <a:cubicBezTo>
                      <a:pt x="153" y="20"/>
                      <a:pt x="153" y="20"/>
                      <a:pt x="153" y="20"/>
                    </a:cubicBezTo>
                    <a:cubicBezTo>
                      <a:pt x="149" y="18"/>
                      <a:pt x="149" y="18"/>
                      <a:pt x="149" y="18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19" y="20"/>
                      <a:pt x="115" y="19"/>
                      <a:pt x="111" y="18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79" y="17"/>
                      <a:pt x="75" y="18"/>
                      <a:pt x="71" y="19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3" y="35"/>
                      <a:pt x="40" y="37"/>
                      <a:pt x="37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1" y="68"/>
                      <a:pt x="20" y="72"/>
                      <a:pt x="19" y="7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8" y="108"/>
                      <a:pt x="19" y="112"/>
                      <a:pt x="20" y="115"/>
                    </a:cubicBezTo>
                    <a:cubicBezTo>
                      <a:pt x="5" y="127"/>
                      <a:pt x="5" y="127"/>
                      <a:pt x="5" y="127"/>
                    </a:cubicBezTo>
                    <a:cubicBezTo>
                      <a:pt x="8" y="131"/>
                      <a:pt x="8" y="131"/>
                      <a:pt x="8" y="131"/>
                    </a:cubicBezTo>
                    <a:cubicBezTo>
                      <a:pt x="14" y="142"/>
                      <a:pt x="14" y="142"/>
                      <a:pt x="14" y="142"/>
                    </a:cubicBezTo>
                    <a:cubicBezTo>
                      <a:pt x="17" y="147"/>
                      <a:pt x="17" y="147"/>
                      <a:pt x="17" y="147"/>
                    </a:cubicBezTo>
                    <a:cubicBezTo>
                      <a:pt x="32" y="141"/>
                      <a:pt x="32" y="141"/>
                      <a:pt x="32" y="141"/>
                    </a:cubicBezTo>
                    <a:cubicBezTo>
                      <a:pt x="35" y="144"/>
                      <a:pt x="37" y="147"/>
                      <a:pt x="40" y="150"/>
                    </a:cubicBezTo>
                    <a:cubicBezTo>
                      <a:pt x="34" y="166"/>
                      <a:pt x="34" y="166"/>
                      <a:pt x="34" y="166"/>
                    </a:cubicBezTo>
                    <a:cubicBezTo>
                      <a:pt x="38" y="169"/>
                      <a:pt x="38" y="169"/>
                      <a:pt x="38" y="169"/>
                    </a:cubicBezTo>
                    <a:cubicBezTo>
                      <a:pt x="49" y="175"/>
                      <a:pt x="49" y="175"/>
                      <a:pt x="49" y="175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64" y="165"/>
                      <a:pt x="64" y="165"/>
                      <a:pt x="64" y="165"/>
                    </a:cubicBezTo>
                    <a:cubicBezTo>
                      <a:pt x="68" y="167"/>
                      <a:pt x="72" y="168"/>
                      <a:pt x="76" y="169"/>
                    </a:cubicBezTo>
                    <a:cubicBezTo>
                      <a:pt x="78" y="186"/>
                      <a:pt x="78" y="186"/>
                      <a:pt x="78" y="186"/>
                    </a:cubicBezTo>
                    <a:cubicBezTo>
                      <a:pt x="83" y="186"/>
                      <a:pt x="83" y="186"/>
                      <a:pt x="83" y="186"/>
                    </a:cubicBezTo>
                    <a:cubicBezTo>
                      <a:pt x="96" y="186"/>
                      <a:pt x="96" y="186"/>
                      <a:pt x="96" y="186"/>
                    </a:cubicBezTo>
                    <a:cubicBezTo>
                      <a:pt x="101" y="186"/>
                      <a:pt x="101" y="186"/>
                      <a:pt x="101" y="186"/>
                    </a:cubicBezTo>
                    <a:cubicBezTo>
                      <a:pt x="104" y="170"/>
                      <a:pt x="104" y="170"/>
                      <a:pt x="104" y="170"/>
                    </a:cubicBezTo>
                    <a:cubicBezTo>
                      <a:pt x="108" y="170"/>
                      <a:pt x="112" y="169"/>
                      <a:pt x="116" y="168"/>
                    </a:cubicBezTo>
                    <a:cubicBezTo>
                      <a:pt x="127" y="182"/>
                      <a:pt x="127" y="182"/>
                      <a:pt x="127" y="182"/>
                    </a:cubicBezTo>
                    <a:cubicBezTo>
                      <a:pt x="131" y="179"/>
                      <a:pt x="131" y="179"/>
                      <a:pt x="131" y="179"/>
                    </a:cubicBezTo>
                    <a:cubicBezTo>
                      <a:pt x="142" y="173"/>
                      <a:pt x="142" y="173"/>
                      <a:pt x="142" y="173"/>
                    </a:cubicBezTo>
                    <a:cubicBezTo>
                      <a:pt x="147" y="170"/>
                      <a:pt x="147" y="170"/>
                      <a:pt x="147" y="170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2"/>
                      <a:pt x="147" y="149"/>
                      <a:pt x="149" y="146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9" y="149"/>
                      <a:pt x="169" y="149"/>
                      <a:pt x="169" y="149"/>
                    </a:cubicBezTo>
                    <a:cubicBezTo>
                      <a:pt x="175" y="138"/>
                      <a:pt x="175" y="138"/>
                      <a:pt x="175" y="138"/>
                    </a:cubicBezTo>
                    <a:cubicBezTo>
                      <a:pt x="178" y="133"/>
                      <a:pt x="178" y="133"/>
                      <a:pt x="178" y="133"/>
                    </a:cubicBezTo>
                    <a:cubicBezTo>
                      <a:pt x="165" y="123"/>
                      <a:pt x="165" y="123"/>
                      <a:pt x="165" y="123"/>
                    </a:cubicBezTo>
                    <a:cubicBezTo>
                      <a:pt x="166" y="119"/>
                      <a:pt x="167" y="115"/>
                      <a:pt x="168" y="111"/>
                    </a:cubicBezTo>
                    <a:lnTo>
                      <a:pt x="186" y="109"/>
                    </a:lnTo>
                    <a:close/>
                    <a:moveTo>
                      <a:pt x="93" y="148"/>
                    </a:moveTo>
                    <a:cubicBezTo>
                      <a:pt x="64" y="148"/>
                      <a:pt x="40" y="123"/>
                      <a:pt x="40" y="93"/>
                    </a:cubicBezTo>
                    <a:cubicBezTo>
                      <a:pt x="40" y="63"/>
                      <a:pt x="64" y="39"/>
                      <a:pt x="93" y="39"/>
                    </a:cubicBezTo>
                    <a:cubicBezTo>
                      <a:pt x="123" y="39"/>
                      <a:pt x="147" y="63"/>
                      <a:pt x="147" y="93"/>
                    </a:cubicBezTo>
                    <a:cubicBezTo>
                      <a:pt x="147" y="123"/>
                      <a:pt x="123" y="148"/>
                      <a:pt x="93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8" name="Oval 335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759825" y="515143"/>
                <a:ext cx="114300" cy="1127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609090" y="1238001"/>
            <a:ext cx="5054671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长期</a:t>
            </a:r>
            <a:r>
              <a:rPr lang="en-US" altLang="zh-CN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LAI</a:t>
            </a:r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产品的问题成因</a:t>
            </a:r>
            <a:endParaRPr lang="zh-CN" altLang="en-US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16" name="图片 15" descr="C:/Users/Xuan/Desktop/民丹岛红树林萤火虫之旅蓝湖浮潜按摩.webp民丹岛红树林萤火虫之旅蓝湖浮潜按摩"/>
          <p:cNvPicPr>
            <a:picLocks noChangeAspect="1"/>
          </p:cNvPicPr>
          <p:nvPr/>
        </p:nvPicPr>
        <p:blipFill>
          <a:blip r:embed="rId38"/>
          <a:srcRect l="27825" r="27825"/>
          <a:stretch>
            <a:fillRect/>
          </a:stretch>
        </p:blipFill>
        <p:spPr>
          <a:xfrm>
            <a:off x="6292215" y="1608455"/>
            <a:ext cx="5899785" cy="4428490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39"/>
            </p:custDataLst>
          </p:nvPr>
        </p:nvGrpSpPr>
        <p:grpSpPr>
          <a:xfrm>
            <a:off x="403225" y="2278380"/>
            <a:ext cx="5798185" cy="2110105"/>
            <a:chOff x="1185" y="3988"/>
            <a:chExt cx="9131" cy="3323"/>
          </a:xfrm>
        </p:grpSpPr>
        <p:sp>
          <p:nvSpPr>
            <p:cNvPr id="5" name="矩形 4"/>
            <p:cNvSpPr/>
            <p:nvPr>
              <p:custDataLst>
                <p:tags r:id="rId40"/>
              </p:custDataLst>
            </p:nvPr>
          </p:nvSpPr>
          <p:spPr>
            <a:xfrm>
              <a:off x="1602" y="4524"/>
              <a:ext cx="8714" cy="27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长期全球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产品多来自美国国家海洋和大气管理局 （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NOAA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卫星系列搭载的 超高分辨率辐射计（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AVHRR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数据，而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AVHRR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长时间序列比短期数据更容易有不确定性。主要不确定性来源包括：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传感器退化、缺少星上定标、卫星轨道漂移、平台和传感器变化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这些误差，会进一步的被传递到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产品里面，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同时算法本身也会引入额外的误差。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41"/>
              </p:custDataLst>
            </p:nvPr>
          </p:nvSpPr>
          <p:spPr>
            <a:xfrm>
              <a:off x="1185" y="3988"/>
              <a:ext cx="3573" cy="5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solidFill>
                    <a:srgbClr val="3F56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主要原因</a:t>
              </a:r>
              <a:endParaRPr lang="zh-CN" altLang="en-US" sz="14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42"/>
            </p:custDataLst>
          </p:nvPr>
        </p:nvGrpSpPr>
        <p:grpSpPr>
          <a:xfrm>
            <a:off x="403860" y="4166870"/>
            <a:ext cx="5798185" cy="1870075"/>
            <a:chOff x="1185" y="3988"/>
            <a:chExt cx="9131" cy="2945"/>
          </a:xfrm>
        </p:grpSpPr>
        <p:sp>
          <p:nvSpPr>
            <p:cNvPr id="17" name="矩形 16"/>
            <p:cNvSpPr/>
            <p:nvPr>
              <p:custDataLst>
                <p:tags r:id="rId43"/>
              </p:custDataLst>
            </p:nvPr>
          </p:nvSpPr>
          <p:spPr>
            <a:xfrm>
              <a:off x="1602" y="4524"/>
              <a:ext cx="8714" cy="24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MODIS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是2000年前后才开始广泛使用的，而1980年代以来的全球植被遥感长期记录，主要依赖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NOAA/AVHRR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。因此，论文提到，将研究划分为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个时期：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AutoNum type="arabicPeriod"/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1982–2011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年：30年长期阶段；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AutoNum type="arabicPeriod"/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1982–1999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：pre-MODIS，MODIS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前阶段；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AutoNum type="arabicPeriod"/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2003–2011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：overlap period，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多个产品重叠阶段。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44"/>
              </p:custDataLst>
            </p:nvPr>
          </p:nvSpPr>
          <p:spPr>
            <a:xfrm>
              <a:off x="1185" y="3988"/>
              <a:ext cx="3573" cy="5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solidFill>
                    <a:srgbClr val="3F56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时期划分</a:t>
              </a:r>
              <a:endParaRPr lang="zh-CN" altLang="en-US" sz="14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5722121" y="380998"/>
            <a:ext cx="6156533" cy="61565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2200" y="837565"/>
            <a:ext cx="4159250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>
                <a:solidFill>
                  <a:srgbClr val="3F564F"/>
                </a:solidFill>
                <a:latin typeface="微软雅黑" panose="020B0503020204020204" pitchFamily="34" charset="-122"/>
              </a:rPr>
              <a:t>02</a:t>
            </a:r>
            <a:endParaRPr lang="zh-CN" altLang="en-US" sz="23900" b="1">
              <a:solidFill>
                <a:srgbClr val="3F56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9535" y="2982482"/>
            <a:ext cx="3823790" cy="2042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3653" y="3863217"/>
            <a:ext cx="4015554" cy="1050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论文比较了哪些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产品？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不同产品如何被统一到可比较尺度？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作者从哪些指标判断产品是否一致？</a:t>
            </a:r>
            <a:endParaRPr kumimoji="1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6961" y="3028890"/>
            <a:ext cx="3288938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 panose="02010609000101010101" pitchFamily="49" charset="-122"/>
                <a:ea typeface="苏新诗古印宋简" panose="02010609000101010101" pitchFamily="49" charset="-122"/>
              </a:defRPr>
            </a:lvl1pPr>
          </a:lstStyle>
          <a:p>
            <a:pPr algn="ctr"/>
            <a:r>
              <a:rPr lang="zh-CN" altLang="en-US" b="1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数据与方法</a:t>
            </a:r>
            <a:endParaRPr lang="zh-CN" altLang="en-US" b="1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数据选取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413979" y="5104857"/>
            <a:ext cx="511175" cy="452438"/>
            <a:chOff x="4662488" y="381793"/>
            <a:chExt cx="511175" cy="452438"/>
          </a:xfrm>
          <a:solidFill>
            <a:schemeClr val="bg1"/>
          </a:solidFill>
        </p:grpSpPr>
        <p:sp>
          <p:nvSpPr>
            <p:cNvPr id="12" name="Freeform 51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4662488" y="381793"/>
              <a:ext cx="511175" cy="452438"/>
            </a:xfrm>
            <a:custGeom>
              <a:avLst/>
              <a:gdLst>
                <a:gd name="T0" fmla="*/ 283 w 293"/>
                <a:gd name="T1" fmla="*/ 0 h 259"/>
                <a:gd name="T2" fmla="*/ 10 w 293"/>
                <a:gd name="T3" fmla="*/ 0 h 259"/>
                <a:gd name="T4" fmla="*/ 0 w 293"/>
                <a:gd name="T5" fmla="*/ 9 h 259"/>
                <a:gd name="T6" fmla="*/ 0 w 293"/>
                <a:gd name="T7" fmla="*/ 250 h 259"/>
                <a:gd name="T8" fmla="*/ 10 w 293"/>
                <a:gd name="T9" fmla="*/ 259 h 259"/>
                <a:gd name="T10" fmla="*/ 283 w 293"/>
                <a:gd name="T11" fmla="*/ 259 h 259"/>
                <a:gd name="T12" fmla="*/ 293 w 293"/>
                <a:gd name="T13" fmla="*/ 250 h 259"/>
                <a:gd name="T14" fmla="*/ 293 w 293"/>
                <a:gd name="T15" fmla="*/ 9 h 259"/>
                <a:gd name="T16" fmla="*/ 283 w 293"/>
                <a:gd name="T17" fmla="*/ 0 h 259"/>
                <a:gd name="T18" fmla="*/ 225 w 293"/>
                <a:gd name="T19" fmla="*/ 20 h 259"/>
                <a:gd name="T20" fmla="*/ 238 w 293"/>
                <a:gd name="T21" fmla="*/ 32 h 259"/>
                <a:gd name="T22" fmla="*/ 225 w 293"/>
                <a:gd name="T23" fmla="*/ 44 h 259"/>
                <a:gd name="T24" fmla="*/ 213 w 293"/>
                <a:gd name="T25" fmla="*/ 32 h 259"/>
                <a:gd name="T26" fmla="*/ 225 w 293"/>
                <a:gd name="T27" fmla="*/ 20 h 259"/>
                <a:gd name="T28" fmla="*/ 189 w 293"/>
                <a:gd name="T29" fmla="*/ 20 h 259"/>
                <a:gd name="T30" fmla="*/ 201 w 293"/>
                <a:gd name="T31" fmla="*/ 32 h 259"/>
                <a:gd name="T32" fmla="*/ 189 w 293"/>
                <a:gd name="T33" fmla="*/ 44 h 259"/>
                <a:gd name="T34" fmla="*/ 177 w 293"/>
                <a:gd name="T35" fmla="*/ 32 h 259"/>
                <a:gd name="T36" fmla="*/ 189 w 293"/>
                <a:gd name="T37" fmla="*/ 20 h 259"/>
                <a:gd name="T38" fmla="*/ 274 w 293"/>
                <a:gd name="T39" fmla="*/ 241 h 259"/>
                <a:gd name="T40" fmla="*/ 19 w 293"/>
                <a:gd name="T41" fmla="*/ 241 h 259"/>
                <a:gd name="T42" fmla="*/ 19 w 293"/>
                <a:gd name="T43" fmla="*/ 65 h 259"/>
                <a:gd name="T44" fmla="*/ 274 w 293"/>
                <a:gd name="T45" fmla="*/ 65 h 259"/>
                <a:gd name="T46" fmla="*/ 274 w 293"/>
                <a:gd name="T47" fmla="*/ 241 h 259"/>
                <a:gd name="T48" fmla="*/ 262 w 293"/>
                <a:gd name="T49" fmla="*/ 44 h 259"/>
                <a:gd name="T50" fmla="*/ 249 w 293"/>
                <a:gd name="T51" fmla="*/ 32 h 259"/>
                <a:gd name="T52" fmla="*/ 262 w 293"/>
                <a:gd name="T53" fmla="*/ 20 h 259"/>
                <a:gd name="T54" fmla="*/ 274 w 293"/>
                <a:gd name="T55" fmla="*/ 32 h 259"/>
                <a:gd name="T56" fmla="*/ 262 w 293"/>
                <a:gd name="T57" fmla="*/ 44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3" h="259">
                  <a:moveTo>
                    <a:pt x="283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250"/>
                    <a:pt x="0" y="250"/>
                    <a:pt x="0" y="250"/>
                  </a:cubicBezTo>
                  <a:cubicBezTo>
                    <a:pt x="0" y="255"/>
                    <a:pt x="5" y="259"/>
                    <a:pt x="10" y="259"/>
                  </a:cubicBezTo>
                  <a:cubicBezTo>
                    <a:pt x="283" y="259"/>
                    <a:pt x="283" y="259"/>
                    <a:pt x="283" y="259"/>
                  </a:cubicBezTo>
                  <a:cubicBezTo>
                    <a:pt x="289" y="259"/>
                    <a:pt x="293" y="255"/>
                    <a:pt x="293" y="250"/>
                  </a:cubicBezTo>
                  <a:cubicBezTo>
                    <a:pt x="293" y="9"/>
                    <a:pt x="293" y="9"/>
                    <a:pt x="293" y="9"/>
                  </a:cubicBezTo>
                  <a:cubicBezTo>
                    <a:pt x="293" y="4"/>
                    <a:pt x="289" y="0"/>
                    <a:pt x="283" y="0"/>
                  </a:cubicBezTo>
                  <a:close/>
                  <a:moveTo>
                    <a:pt x="225" y="20"/>
                  </a:moveTo>
                  <a:cubicBezTo>
                    <a:pt x="232" y="20"/>
                    <a:pt x="238" y="25"/>
                    <a:pt x="238" y="32"/>
                  </a:cubicBezTo>
                  <a:cubicBezTo>
                    <a:pt x="238" y="39"/>
                    <a:pt x="232" y="44"/>
                    <a:pt x="225" y="44"/>
                  </a:cubicBezTo>
                  <a:cubicBezTo>
                    <a:pt x="219" y="44"/>
                    <a:pt x="213" y="39"/>
                    <a:pt x="213" y="32"/>
                  </a:cubicBezTo>
                  <a:cubicBezTo>
                    <a:pt x="213" y="25"/>
                    <a:pt x="219" y="20"/>
                    <a:pt x="225" y="20"/>
                  </a:cubicBezTo>
                  <a:close/>
                  <a:moveTo>
                    <a:pt x="189" y="20"/>
                  </a:moveTo>
                  <a:cubicBezTo>
                    <a:pt x="196" y="20"/>
                    <a:pt x="201" y="25"/>
                    <a:pt x="201" y="32"/>
                  </a:cubicBezTo>
                  <a:cubicBezTo>
                    <a:pt x="201" y="39"/>
                    <a:pt x="196" y="44"/>
                    <a:pt x="189" y="44"/>
                  </a:cubicBezTo>
                  <a:cubicBezTo>
                    <a:pt x="182" y="44"/>
                    <a:pt x="177" y="39"/>
                    <a:pt x="177" y="32"/>
                  </a:cubicBezTo>
                  <a:cubicBezTo>
                    <a:pt x="177" y="25"/>
                    <a:pt x="182" y="20"/>
                    <a:pt x="189" y="20"/>
                  </a:cubicBezTo>
                  <a:close/>
                  <a:moveTo>
                    <a:pt x="274" y="241"/>
                  </a:moveTo>
                  <a:cubicBezTo>
                    <a:pt x="19" y="241"/>
                    <a:pt x="19" y="241"/>
                    <a:pt x="19" y="241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74" y="65"/>
                    <a:pt x="274" y="65"/>
                    <a:pt x="274" y="65"/>
                  </a:cubicBezTo>
                  <a:lnTo>
                    <a:pt x="274" y="241"/>
                  </a:lnTo>
                  <a:close/>
                  <a:moveTo>
                    <a:pt x="262" y="44"/>
                  </a:moveTo>
                  <a:cubicBezTo>
                    <a:pt x="255" y="44"/>
                    <a:pt x="249" y="39"/>
                    <a:pt x="249" y="32"/>
                  </a:cubicBezTo>
                  <a:cubicBezTo>
                    <a:pt x="249" y="25"/>
                    <a:pt x="255" y="20"/>
                    <a:pt x="262" y="20"/>
                  </a:cubicBezTo>
                  <a:cubicBezTo>
                    <a:pt x="269" y="20"/>
                    <a:pt x="274" y="25"/>
                    <a:pt x="274" y="32"/>
                  </a:cubicBezTo>
                  <a:cubicBezTo>
                    <a:pt x="274" y="39"/>
                    <a:pt x="269" y="44"/>
                    <a:pt x="262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52"/>
            <p:cNvSpPr/>
            <p:nvPr>
              <p:custDataLst>
                <p:tags r:id="rId3"/>
              </p:custDataLst>
            </p:nvPr>
          </p:nvSpPr>
          <p:spPr bwMode="auto">
            <a:xfrm>
              <a:off x="4735513" y="573881"/>
              <a:ext cx="122238" cy="153988"/>
            </a:xfrm>
            <a:custGeom>
              <a:avLst/>
              <a:gdLst>
                <a:gd name="T0" fmla="*/ 58 w 70"/>
                <a:gd name="T1" fmla="*/ 88 h 88"/>
                <a:gd name="T2" fmla="*/ 52 w 70"/>
                <a:gd name="T3" fmla="*/ 86 h 88"/>
                <a:gd name="T4" fmla="*/ 5 w 70"/>
                <a:gd name="T5" fmla="*/ 53 h 88"/>
                <a:gd name="T6" fmla="*/ 0 w 70"/>
                <a:gd name="T7" fmla="*/ 44 h 88"/>
                <a:gd name="T8" fmla="*/ 5 w 70"/>
                <a:gd name="T9" fmla="*/ 36 h 88"/>
                <a:gd name="T10" fmla="*/ 52 w 70"/>
                <a:gd name="T11" fmla="*/ 3 h 88"/>
                <a:gd name="T12" fmla="*/ 67 w 70"/>
                <a:gd name="T13" fmla="*/ 5 h 88"/>
                <a:gd name="T14" fmla="*/ 64 w 70"/>
                <a:gd name="T15" fmla="*/ 20 h 88"/>
                <a:gd name="T16" fmla="*/ 29 w 70"/>
                <a:gd name="T17" fmla="*/ 44 h 88"/>
                <a:gd name="T18" fmla="*/ 64 w 70"/>
                <a:gd name="T19" fmla="*/ 69 h 88"/>
                <a:gd name="T20" fmla="*/ 67 w 70"/>
                <a:gd name="T21" fmla="*/ 83 h 88"/>
                <a:gd name="T22" fmla="*/ 58 w 7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88">
                  <a:moveTo>
                    <a:pt x="58" y="88"/>
                  </a:moveTo>
                  <a:cubicBezTo>
                    <a:pt x="56" y="88"/>
                    <a:pt x="54" y="87"/>
                    <a:pt x="52" y="86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2" y="51"/>
                    <a:pt x="0" y="48"/>
                    <a:pt x="0" y="44"/>
                  </a:cubicBezTo>
                  <a:cubicBezTo>
                    <a:pt x="0" y="41"/>
                    <a:pt x="2" y="38"/>
                    <a:pt x="5" y="36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57" y="0"/>
                    <a:pt x="63" y="1"/>
                    <a:pt x="67" y="5"/>
                  </a:cubicBezTo>
                  <a:cubicBezTo>
                    <a:pt x="70" y="10"/>
                    <a:pt x="69" y="17"/>
                    <a:pt x="64" y="20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9" y="72"/>
                    <a:pt x="70" y="79"/>
                    <a:pt x="67" y="83"/>
                  </a:cubicBezTo>
                  <a:cubicBezTo>
                    <a:pt x="65" y="86"/>
                    <a:pt x="61" y="88"/>
                    <a:pt x="58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53"/>
            <p:cNvSpPr/>
            <p:nvPr>
              <p:custDataLst>
                <p:tags r:id="rId4"/>
              </p:custDataLst>
            </p:nvPr>
          </p:nvSpPr>
          <p:spPr bwMode="auto">
            <a:xfrm>
              <a:off x="4978400" y="573881"/>
              <a:ext cx="120650" cy="153988"/>
            </a:xfrm>
            <a:custGeom>
              <a:avLst/>
              <a:gdLst>
                <a:gd name="T0" fmla="*/ 12 w 69"/>
                <a:gd name="T1" fmla="*/ 88 h 88"/>
                <a:gd name="T2" fmla="*/ 3 w 69"/>
                <a:gd name="T3" fmla="*/ 83 h 88"/>
                <a:gd name="T4" fmla="*/ 5 w 69"/>
                <a:gd name="T5" fmla="*/ 69 h 88"/>
                <a:gd name="T6" fmla="*/ 40 w 69"/>
                <a:gd name="T7" fmla="*/ 44 h 88"/>
                <a:gd name="T8" fmla="*/ 5 w 69"/>
                <a:gd name="T9" fmla="*/ 20 h 88"/>
                <a:gd name="T10" fmla="*/ 3 w 69"/>
                <a:gd name="T11" fmla="*/ 5 h 88"/>
                <a:gd name="T12" fmla="*/ 18 w 69"/>
                <a:gd name="T13" fmla="*/ 3 h 88"/>
                <a:gd name="T14" fmla="*/ 65 w 69"/>
                <a:gd name="T15" fmla="*/ 36 h 88"/>
                <a:gd name="T16" fmla="*/ 69 w 69"/>
                <a:gd name="T17" fmla="*/ 44 h 88"/>
                <a:gd name="T18" fmla="*/ 65 w 69"/>
                <a:gd name="T19" fmla="*/ 53 h 88"/>
                <a:gd name="T20" fmla="*/ 18 w 69"/>
                <a:gd name="T21" fmla="*/ 86 h 88"/>
                <a:gd name="T22" fmla="*/ 12 w 69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88">
                  <a:moveTo>
                    <a:pt x="12" y="88"/>
                  </a:moveTo>
                  <a:cubicBezTo>
                    <a:pt x="8" y="88"/>
                    <a:pt x="5" y="86"/>
                    <a:pt x="3" y="83"/>
                  </a:cubicBezTo>
                  <a:cubicBezTo>
                    <a:pt x="0" y="79"/>
                    <a:pt x="1" y="72"/>
                    <a:pt x="5" y="69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1" y="17"/>
                    <a:pt x="0" y="10"/>
                    <a:pt x="3" y="5"/>
                  </a:cubicBezTo>
                  <a:cubicBezTo>
                    <a:pt x="6" y="1"/>
                    <a:pt x="13" y="0"/>
                    <a:pt x="18" y="3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8" y="38"/>
                    <a:pt x="69" y="41"/>
                    <a:pt x="69" y="44"/>
                  </a:cubicBezTo>
                  <a:cubicBezTo>
                    <a:pt x="69" y="48"/>
                    <a:pt x="68" y="51"/>
                    <a:pt x="65" y="53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6" y="87"/>
                    <a:pt x="14" y="88"/>
                    <a:pt x="12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54"/>
            <p:cNvSpPr/>
            <p:nvPr>
              <p:custDataLst>
                <p:tags r:id="rId5"/>
              </p:custDataLst>
            </p:nvPr>
          </p:nvSpPr>
          <p:spPr bwMode="auto">
            <a:xfrm>
              <a:off x="4865688" y="559593"/>
              <a:ext cx="101600" cy="182563"/>
            </a:xfrm>
            <a:custGeom>
              <a:avLst/>
              <a:gdLst>
                <a:gd name="T0" fmla="*/ 12 w 58"/>
                <a:gd name="T1" fmla="*/ 104 h 104"/>
                <a:gd name="T2" fmla="*/ 8 w 58"/>
                <a:gd name="T3" fmla="*/ 103 h 104"/>
                <a:gd name="T4" fmla="*/ 3 w 58"/>
                <a:gd name="T5" fmla="*/ 89 h 104"/>
                <a:gd name="T6" fmla="*/ 36 w 58"/>
                <a:gd name="T7" fmla="*/ 8 h 104"/>
                <a:gd name="T8" fmla="*/ 50 w 58"/>
                <a:gd name="T9" fmla="*/ 2 h 104"/>
                <a:gd name="T10" fmla="*/ 56 w 58"/>
                <a:gd name="T11" fmla="*/ 16 h 104"/>
                <a:gd name="T12" fmla="*/ 22 w 58"/>
                <a:gd name="T13" fmla="*/ 97 h 104"/>
                <a:gd name="T14" fmla="*/ 12 w 58"/>
                <a:gd name="T15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04">
                  <a:moveTo>
                    <a:pt x="12" y="104"/>
                  </a:moveTo>
                  <a:cubicBezTo>
                    <a:pt x="11" y="104"/>
                    <a:pt x="10" y="104"/>
                    <a:pt x="8" y="103"/>
                  </a:cubicBezTo>
                  <a:cubicBezTo>
                    <a:pt x="3" y="101"/>
                    <a:pt x="0" y="95"/>
                    <a:pt x="3" y="89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9" y="2"/>
                    <a:pt x="45" y="0"/>
                    <a:pt x="50" y="2"/>
                  </a:cubicBezTo>
                  <a:cubicBezTo>
                    <a:pt x="55" y="4"/>
                    <a:pt x="58" y="10"/>
                    <a:pt x="56" y="16"/>
                  </a:cubicBezTo>
                  <a:cubicBezTo>
                    <a:pt x="22" y="97"/>
                    <a:pt x="22" y="97"/>
                    <a:pt x="22" y="97"/>
                  </a:cubicBezTo>
                  <a:cubicBezTo>
                    <a:pt x="21" y="101"/>
                    <a:pt x="17" y="104"/>
                    <a:pt x="12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>
            <a:off x="6935039" y="4637686"/>
            <a:ext cx="892804" cy="846049"/>
            <a:chOff x="4522788" y="1538288"/>
            <a:chExt cx="636587" cy="603250"/>
          </a:xfrm>
          <a:solidFill>
            <a:schemeClr val="bg1"/>
          </a:solidFill>
        </p:grpSpPr>
        <p:sp>
          <p:nvSpPr>
            <p:cNvPr id="21" name="Freeform 176"/>
            <p:cNvSpPr/>
            <p:nvPr>
              <p:custDataLst>
                <p:tags r:id="rId7"/>
              </p:custDataLst>
            </p:nvPr>
          </p:nvSpPr>
          <p:spPr bwMode="auto">
            <a:xfrm>
              <a:off x="5032375" y="1538288"/>
              <a:ext cx="47625" cy="39688"/>
            </a:xfrm>
            <a:custGeom>
              <a:avLst/>
              <a:gdLst>
                <a:gd name="T0" fmla="*/ 27 w 27"/>
                <a:gd name="T1" fmla="*/ 18 h 23"/>
                <a:gd name="T2" fmla="*/ 23 w 27"/>
                <a:gd name="T3" fmla="*/ 23 h 23"/>
                <a:gd name="T4" fmla="*/ 4 w 27"/>
                <a:gd name="T5" fmla="*/ 23 h 23"/>
                <a:gd name="T6" fmla="*/ 0 w 27"/>
                <a:gd name="T7" fmla="*/ 18 h 23"/>
                <a:gd name="T8" fmla="*/ 0 w 27"/>
                <a:gd name="T9" fmla="*/ 4 h 23"/>
                <a:gd name="T10" fmla="*/ 4 w 27"/>
                <a:gd name="T11" fmla="*/ 0 h 23"/>
                <a:gd name="T12" fmla="*/ 23 w 27"/>
                <a:gd name="T13" fmla="*/ 0 h 23"/>
                <a:gd name="T14" fmla="*/ 27 w 27"/>
                <a:gd name="T15" fmla="*/ 4 h 23"/>
                <a:gd name="T16" fmla="*/ 27 w 27"/>
                <a:gd name="T17" fmla="*/ 1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27" y="18"/>
                  </a:moveTo>
                  <a:cubicBezTo>
                    <a:pt x="27" y="21"/>
                    <a:pt x="25" y="23"/>
                    <a:pt x="23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2" y="23"/>
                    <a:pt x="0" y="21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lnTo>
                    <a:pt x="27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177"/>
            <p:cNvSpPr/>
            <p:nvPr>
              <p:custDataLst>
                <p:tags r:id="rId8"/>
              </p:custDataLst>
            </p:nvPr>
          </p:nvSpPr>
          <p:spPr bwMode="auto">
            <a:xfrm>
              <a:off x="4959350" y="1573213"/>
              <a:ext cx="53975" cy="57150"/>
            </a:xfrm>
            <a:custGeom>
              <a:avLst/>
              <a:gdLst>
                <a:gd name="T0" fmla="*/ 28 w 31"/>
                <a:gd name="T1" fmla="*/ 8 h 33"/>
                <a:gd name="T2" fmla="*/ 30 w 31"/>
                <a:gd name="T3" fmla="*/ 14 h 33"/>
                <a:gd name="T4" fmla="*/ 21 w 31"/>
                <a:gd name="T5" fmla="*/ 30 h 33"/>
                <a:gd name="T6" fmla="*/ 15 w 31"/>
                <a:gd name="T7" fmla="*/ 32 h 33"/>
                <a:gd name="T8" fmla="*/ 3 w 31"/>
                <a:gd name="T9" fmla="*/ 25 h 33"/>
                <a:gd name="T10" fmla="*/ 1 w 31"/>
                <a:gd name="T11" fmla="*/ 19 h 33"/>
                <a:gd name="T12" fmla="*/ 10 w 31"/>
                <a:gd name="T13" fmla="*/ 3 h 33"/>
                <a:gd name="T14" fmla="*/ 16 w 31"/>
                <a:gd name="T15" fmla="*/ 1 h 33"/>
                <a:gd name="T16" fmla="*/ 28 w 31"/>
                <a:gd name="T17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28" y="8"/>
                  </a:moveTo>
                  <a:cubicBezTo>
                    <a:pt x="30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1"/>
                    <a:pt x="14" y="0"/>
                    <a:pt x="16" y="1"/>
                  </a:cubicBezTo>
                  <a:lnTo>
                    <a:pt x="2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178"/>
            <p:cNvSpPr/>
            <p:nvPr>
              <p:custDataLst>
                <p:tags r:id="rId9"/>
              </p:custDataLst>
            </p:nvPr>
          </p:nvSpPr>
          <p:spPr bwMode="auto">
            <a:xfrm>
              <a:off x="4962525" y="1654175"/>
              <a:ext cx="55563" cy="58738"/>
            </a:xfrm>
            <a:custGeom>
              <a:avLst/>
              <a:gdLst>
                <a:gd name="T0" fmla="*/ 15 w 31"/>
                <a:gd name="T1" fmla="*/ 1 h 33"/>
                <a:gd name="T2" fmla="*/ 20 w 31"/>
                <a:gd name="T3" fmla="*/ 3 h 33"/>
                <a:gd name="T4" fmla="*/ 30 w 31"/>
                <a:gd name="T5" fmla="*/ 19 h 33"/>
                <a:gd name="T6" fmla="*/ 28 w 31"/>
                <a:gd name="T7" fmla="*/ 25 h 33"/>
                <a:gd name="T8" fmla="*/ 16 w 31"/>
                <a:gd name="T9" fmla="*/ 32 h 33"/>
                <a:gd name="T10" fmla="*/ 10 w 31"/>
                <a:gd name="T11" fmla="*/ 30 h 33"/>
                <a:gd name="T12" fmla="*/ 1 w 31"/>
                <a:gd name="T13" fmla="*/ 14 h 33"/>
                <a:gd name="T14" fmla="*/ 2 w 31"/>
                <a:gd name="T15" fmla="*/ 8 h 33"/>
                <a:gd name="T16" fmla="*/ 15 w 3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15" y="1"/>
                  </a:moveTo>
                  <a:cubicBezTo>
                    <a:pt x="17" y="0"/>
                    <a:pt x="19" y="1"/>
                    <a:pt x="20" y="3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1" y="21"/>
                    <a:pt x="30" y="23"/>
                    <a:pt x="28" y="25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1" y="32"/>
                    <a:pt x="10" y="30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2"/>
                    <a:pt x="0" y="9"/>
                    <a:pt x="2" y="8"/>
                  </a:cubicBezTo>
                  <a:lnTo>
                    <a:pt x="1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179"/>
            <p:cNvSpPr/>
            <p:nvPr>
              <p:custDataLst>
                <p:tags r:id="rId10"/>
              </p:custDataLst>
            </p:nvPr>
          </p:nvSpPr>
          <p:spPr bwMode="auto">
            <a:xfrm>
              <a:off x="5038725" y="1701800"/>
              <a:ext cx="46038" cy="39688"/>
            </a:xfrm>
            <a:custGeom>
              <a:avLst/>
              <a:gdLst>
                <a:gd name="T0" fmla="*/ 0 w 27"/>
                <a:gd name="T1" fmla="*/ 4 h 23"/>
                <a:gd name="T2" fmla="*/ 5 w 27"/>
                <a:gd name="T3" fmla="*/ 0 h 23"/>
                <a:gd name="T4" fmla="*/ 23 w 27"/>
                <a:gd name="T5" fmla="*/ 0 h 23"/>
                <a:gd name="T6" fmla="*/ 27 w 27"/>
                <a:gd name="T7" fmla="*/ 4 h 23"/>
                <a:gd name="T8" fmla="*/ 27 w 27"/>
                <a:gd name="T9" fmla="*/ 19 h 23"/>
                <a:gd name="T10" fmla="*/ 23 w 27"/>
                <a:gd name="T11" fmla="*/ 23 h 23"/>
                <a:gd name="T12" fmla="*/ 5 w 27"/>
                <a:gd name="T13" fmla="*/ 23 h 23"/>
                <a:gd name="T14" fmla="*/ 0 w 27"/>
                <a:gd name="T15" fmla="*/ 19 h 23"/>
                <a:gd name="T16" fmla="*/ 0 w 27"/>
                <a:gd name="T17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3">
                  <a:moveTo>
                    <a:pt x="0" y="4"/>
                  </a:moveTo>
                  <a:cubicBezTo>
                    <a:pt x="0" y="2"/>
                    <a:pt x="2" y="0"/>
                    <a:pt x="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5" y="0"/>
                    <a:pt x="27" y="2"/>
                    <a:pt x="27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21"/>
                    <a:pt x="25" y="23"/>
                    <a:pt x="23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2" y="23"/>
                    <a:pt x="0" y="21"/>
                    <a:pt x="0" y="19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180"/>
            <p:cNvSpPr/>
            <p:nvPr>
              <p:custDataLst>
                <p:tags r:id="rId11"/>
              </p:custDataLst>
            </p:nvPr>
          </p:nvSpPr>
          <p:spPr bwMode="auto">
            <a:xfrm>
              <a:off x="5105400" y="1649413"/>
              <a:ext cx="53975" cy="57150"/>
            </a:xfrm>
            <a:custGeom>
              <a:avLst/>
              <a:gdLst>
                <a:gd name="T0" fmla="*/ 3 w 31"/>
                <a:gd name="T1" fmla="*/ 25 h 33"/>
                <a:gd name="T2" fmla="*/ 1 w 31"/>
                <a:gd name="T3" fmla="*/ 19 h 33"/>
                <a:gd name="T4" fmla="*/ 10 w 31"/>
                <a:gd name="T5" fmla="*/ 3 h 33"/>
                <a:gd name="T6" fmla="*/ 16 w 31"/>
                <a:gd name="T7" fmla="*/ 1 h 33"/>
                <a:gd name="T8" fmla="*/ 29 w 31"/>
                <a:gd name="T9" fmla="*/ 8 h 33"/>
                <a:gd name="T10" fmla="*/ 30 w 31"/>
                <a:gd name="T11" fmla="*/ 14 h 33"/>
                <a:gd name="T12" fmla="*/ 21 w 31"/>
                <a:gd name="T13" fmla="*/ 30 h 33"/>
                <a:gd name="T14" fmla="*/ 15 w 31"/>
                <a:gd name="T15" fmla="*/ 32 h 33"/>
                <a:gd name="T16" fmla="*/ 3 w 31"/>
                <a:gd name="T17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3">
                  <a:moveTo>
                    <a:pt x="3" y="25"/>
                  </a:moveTo>
                  <a:cubicBezTo>
                    <a:pt x="1" y="23"/>
                    <a:pt x="0" y="21"/>
                    <a:pt x="1" y="19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2" y="1"/>
                    <a:pt x="14" y="0"/>
                    <a:pt x="16" y="1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31" y="9"/>
                    <a:pt x="31" y="12"/>
                    <a:pt x="30" y="14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2"/>
                    <a:pt x="17" y="33"/>
                    <a:pt x="15" y="32"/>
                  </a:cubicBezTo>
                  <a:lnTo>
                    <a:pt x="3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181"/>
            <p:cNvSpPr/>
            <p:nvPr>
              <p:custDataLst>
                <p:tags r:id="rId12"/>
              </p:custDataLst>
            </p:nvPr>
          </p:nvSpPr>
          <p:spPr bwMode="auto">
            <a:xfrm>
              <a:off x="5100638" y="1566863"/>
              <a:ext cx="57150" cy="58738"/>
            </a:xfrm>
            <a:custGeom>
              <a:avLst/>
              <a:gdLst>
                <a:gd name="T0" fmla="*/ 17 w 32"/>
                <a:gd name="T1" fmla="*/ 32 h 33"/>
                <a:gd name="T2" fmla="*/ 11 w 32"/>
                <a:gd name="T3" fmla="*/ 30 h 33"/>
                <a:gd name="T4" fmla="*/ 2 w 32"/>
                <a:gd name="T5" fmla="*/ 14 h 33"/>
                <a:gd name="T6" fmla="*/ 3 w 32"/>
                <a:gd name="T7" fmla="*/ 8 h 33"/>
                <a:gd name="T8" fmla="*/ 15 w 32"/>
                <a:gd name="T9" fmla="*/ 1 h 33"/>
                <a:gd name="T10" fmla="*/ 21 w 32"/>
                <a:gd name="T11" fmla="*/ 3 h 33"/>
                <a:gd name="T12" fmla="*/ 31 w 32"/>
                <a:gd name="T13" fmla="*/ 19 h 33"/>
                <a:gd name="T14" fmla="*/ 29 w 32"/>
                <a:gd name="T15" fmla="*/ 25 h 33"/>
                <a:gd name="T16" fmla="*/ 17 w 32"/>
                <a:gd name="T17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3">
                  <a:moveTo>
                    <a:pt x="17" y="32"/>
                  </a:moveTo>
                  <a:cubicBezTo>
                    <a:pt x="15" y="33"/>
                    <a:pt x="12" y="32"/>
                    <a:pt x="11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2"/>
                    <a:pt x="1" y="9"/>
                    <a:pt x="3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7" y="0"/>
                    <a:pt x="20" y="1"/>
                    <a:pt x="21" y="3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21"/>
                    <a:pt x="31" y="23"/>
                    <a:pt x="29" y="25"/>
                  </a:cubicBez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182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4986338" y="1565275"/>
              <a:ext cx="146050" cy="149225"/>
            </a:xfrm>
            <a:custGeom>
              <a:avLst/>
              <a:gdLst>
                <a:gd name="T0" fmla="*/ 42 w 84"/>
                <a:gd name="T1" fmla="*/ 0 h 85"/>
                <a:gd name="T2" fmla="*/ 0 w 84"/>
                <a:gd name="T3" fmla="*/ 42 h 85"/>
                <a:gd name="T4" fmla="*/ 42 w 84"/>
                <a:gd name="T5" fmla="*/ 85 h 85"/>
                <a:gd name="T6" fmla="*/ 84 w 84"/>
                <a:gd name="T7" fmla="*/ 42 h 85"/>
                <a:gd name="T8" fmla="*/ 42 w 84"/>
                <a:gd name="T9" fmla="*/ 0 h 85"/>
                <a:gd name="T10" fmla="*/ 42 w 84"/>
                <a:gd name="T11" fmla="*/ 63 h 85"/>
                <a:gd name="T12" fmla="*/ 22 w 84"/>
                <a:gd name="T13" fmla="*/ 42 h 85"/>
                <a:gd name="T14" fmla="*/ 42 w 84"/>
                <a:gd name="T15" fmla="*/ 22 h 85"/>
                <a:gd name="T16" fmla="*/ 62 w 84"/>
                <a:gd name="T17" fmla="*/ 42 h 85"/>
                <a:gd name="T18" fmla="*/ 42 w 84"/>
                <a:gd name="T19" fmla="*/ 6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5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2" y="85"/>
                  </a:cubicBezTo>
                  <a:cubicBezTo>
                    <a:pt x="65" y="85"/>
                    <a:pt x="84" y="66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63"/>
                  </a:moveTo>
                  <a:cubicBezTo>
                    <a:pt x="31" y="63"/>
                    <a:pt x="22" y="54"/>
                    <a:pt x="22" y="42"/>
                  </a:cubicBezTo>
                  <a:cubicBezTo>
                    <a:pt x="22" y="31"/>
                    <a:pt x="31" y="22"/>
                    <a:pt x="42" y="22"/>
                  </a:cubicBezTo>
                  <a:cubicBezTo>
                    <a:pt x="53" y="22"/>
                    <a:pt x="62" y="31"/>
                    <a:pt x="62" y="42"/>
                  </a:cubicBezTo>
                  <a:cubicBezTo>
                    <a:pt x="62" y="54"/>
                    <a:pt x="53" y="63"/>
                    <a:pt x="4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18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4595813" y="1700213"/>
              <a:ext cx="365125" cy="368300"/>
            </a:xfrm>
            <a:custGeom>
              <a:avLst/>
              <a:gdLst>
                <a:gd name="T0" fmla="*/ 105 w 209"/>
                <a:gd name="T1" fmla="*/ 211 h 211"/>
                <a:gd name="T2" fmla="*/ 0 w 209"/>
                <a:gd name="T3" fmla="*/ 106 h 211"/>
                <a:gd name="T4" fmla="*/ 105 w 209"/>
                <a:gd name="T5" fmla="*/ 0 h 211"/>
                <a:gd name="T6" fmla="*/ 209 w 209"/>
                <a:gd name="T7" fmla="*/ 106 h 211"/>
                <a:gd name="T8" fmla="*/ 105 w 209"/>
                <a:gd name="T9" fmla="*/ 211 h 211"/>
                <a:gd name="T10" fmla="*/ 105 w 209"/>
                <a:gd name="T11" fmla="*/ 19 h 211"/>
                <a:gd name="T12" fmla="*/ 19 w 209"/>
                <a:gd name="T13" fmla="*/ 106 h 211"/>
                <a:gd name="T14" fmla="*/ 105 w 209"/>
                <a:gd name="T15" fmla="*/ 192 h 211"/>
                <a:gd name="T16" fmla="*/ 190 w 209"/>
                <a:gd name="T17" fmla="*/ 106 h 211"/>
                <a:gd name="T18" fmla="*/ 105 w 209"/>
                <a:gd name="T19" fmla="*/ 1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" h="211">
                  <a:moveTo>
                    <a:pt x="105" y="211"/>
                  </a:moveTo>
                  <a:cubicBezTo>
                    <a:pt x="47" y="211"/>
                    <a:pt x="0" y="164"/>
                    <a:pt x="0" y="106"/>
                  </a:cubicBezTo>
                  <a:cubicBezTo>
                    <a:pt x="0" y="48"/>
                    <a:pt x="47" y="0"/>
                    <a:pt x="105" y="0"/>
                  </a:cubicBezTo>
                  <a:cubicBezTo>
                    <a:pt x="162" y="0"/>
                    <a:pt x="209" y="48"/>
                    <a:pt x="209" y="106"/>
                  </a:cubicBezTo>
                  <a:cubicBezTo>
                    <a:pt x="209" y="164"/>
                    <a:pt x="162" y="211"/>
                    <a:pt x="105" y="211"/>
                  </a:cubicBezTo>
                  <a:close/>
                  <a:moveTo>
                    <a:pt x="105" y="19"/>
                  </a:moveTo>
                  <a:cubicBezTo>
                    <a:pt x="58" y="19"/>
                    <a:pt x="19" y="58"/>
                    <a:pt x="19" y="106"/>
                  </a:cubicBezTo>
                  <a:cubicBezTo>
                    <a:pt x="19" y="154"/>
                    <a:pt x="58" y="192"/>
                    <a:pt x="105" y="192"/>
                  </a:cubicBezTo>
                  <a:cubicBezTo>
                    <a:pt x="152" y="192"/>
                    <a:pt x="190" y="154"/>
                    <a:pt x="190" y="106"/>
                  </a:cubicBezTo>
                  <a:cubicBezTo>
                    <a:pt x="190" y="58"/>
                    <a:pt x="152" y="19"/>
                    <a:pt x="10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184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4694238" y="1704975"/>
              <a:ext cx="171450" cy="360363"/>
            </a:xfrm>
            <a:custGeom>
              <a:avLst/>
              <a:gdLst>
                <a:gd name="T0" fmla="*/ 49 w 98"/>
                <a:gd name="T1" fmla="*/ 206 h 206"/>
                <a:gd name="T2" fmla="*/ 0 w 98"/>
                <a:gd name="T3" fmla="*/ 103 h 206"/>
                <a:gd name="T4" fmla="*/ 49 w 98"/>
                <a:gd name="T5" fmla="*/ 0 h 206"/>
                <a:gd name="T6" fmla="*/ 98 w 98"/>
                <a:gd name="T7" fmla="*/ 103 h 206"/>
                <a:gd name="T8" fmla="*/ 49 w 98"/>
                <a:gd name="T9" fmla="*/ 206 h 206"/>
                <a:gd name="T10" fmla="*/ 49 w 98"/>
                <a:gd name="T11" fmla="*/ 19 h 206"/>
                <a:gd name="T12" fmla="*/ 19 w 98"/>
                <a:gd name="T13" fmla="*/ 103 h 206"/>
                <a:gd name="T14" fmla="*/ 49 w 98"/>
                <a:gd name="T15" fmla="*/ 187 h 206"/>
                <a:gd name="T16" fmla="*/ 79 w 98"/>
                <a:gd name="T17" fmla="*/ 103 h 206"/>
                <a:gd name="T18" fmla="*/ 49 w 98"/>
                <a:gd name="T19" fmla="*/ 1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" h="206">
                  <a:moveTo>
                    <a:pt x="49" y="206"/>
                  </a:moveTo>
                  <a:cubicBezTo>
                    <a:pt x="21" y="206"/>
                    <a:pt x="0" y="161"/>
                    <a:pt x="0" y="103"/>
                  </a:cubicBezTo>
                  <a:cubicBezTo>
                    <a:pt x="0" y="44"/>
                    <a:pt x="21" y="0"/>
                    <a:pt x="49" y="0"/>
                  </a:cubicBezTo>
                  <a:cubicBezTo>
                    <a:pt x="77" y="0"/>
                    <a:pt x="98" y="44"/>
                    <a:pt x="98" y="103"/>
                  </a:cubicBezTo>
                  <a:cubicBezTo>
                    <a:pt x="98" y="161"/>
                    <a:pt x="77" y="206"/>
                    <a:pt x="49" y="206"/>
                  </a:cubicBezTo>
                  <a:close/>
                  <a:moveTo>
                    <a:pt x="49" y="19"/>
                  </a:moveTo>
                  <a:cubicBezTo>
                    <a:pt x="36" y="19"/>
                    <a:pt x="19" y="51"/>
                    <a:pt x="19" y="103"/>
                  </a:cubicBezTo>
                  <a:cubicBezTo>
                    <a:pt x="19" y="154"/>
                    <a:pt x="36" y="187"/>
                    <a:pt x="49" y="187"/>
                  </a:cubicBezTo>
                  <a:cubicBezTo>
                    <a:pt x="61" y="187"/>
                    <a:pt x="79" y="154"/>
                    <a:pt x="79" y="103"/>
                  </a:cubicBezTo>
                  <a:cubicBezTo>
                    <a:pt x="79" y="51"/>
                    <a:pt x="61" y="19"/>
                    <a:pt x="49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185"/>
            <p:cNvSpPr/>
            <p:nvPr>
              <p:custDataLst>
                <p:tags r:id="rId16"/>
              </p:custDataLst>
            </p:nvPr>
          </p:nvSpPr>
          <p:spPr bwMode="auto">
            <a:xfrm>
              <a:off x="4595813" y="1868488"/>
              <a:ext cx="365125" cy="33338"/>
            </a:xfrm>
            <a:custGeom>
              <a:avLst/>
              <a:gdLst>
                <a:gd name="T0" fmla="*/ 200 w 209"/>
                <a:gd name="T1" fmla="*/ 19 h 19"/>
                <a:gd name="T2" fmla="*/ 10 w 209"/>
                <a:gd name="T3" fmla="*/ 19 h 19"/>
                <a:gd name="T4" fmla="*/ 0 w 209"/>
                <a:gd name="T5" fmla="*/ 10 h 19"/>
                <a:gd name="T6" fmla="*/ 10 w 209"/>
                <a:gd name="T7" fmla="*/ 0 h 19"/>
                <a:gd name="T8" fmla="*/ 200 w 209"/>
                <a:gd name="T9" fmla="*/ 0 h 19"/>
                <a:gd name="T10" fmla="*/ 209 w 209"/>
                <a:gd name="T11" fmla="*/ 10 h 19"/>
                <a:gd name="T12" fmla="*/ 200 w 209"/>
                <a:gd name="T13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19">
                  <a:moveTo>
                    <a:pt x="200" y="19"/>
                  </a:moveTo>
                  <a:cubicBezTo>
                    <a:pt x="10" y="19"/>
                    <a:pt x="10" y="19"/>
                    <a:pt x="10" y="19"/>
                  </a:cubicBezTo>
                  <a:cubicBezTo>
                    <a:pt x="4" y="19"/>
                    <a:pt x="0" y="15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5" y="0"/>
                    <a:pt x="209" y="5"/>
                    <a:pt x="209" y="10"/>
                  </a:cubicBezTo>
                  <a:cubicBezTo>
                    <a:pt x="209" y="15"/>
                    <a:pt x="205" y="19"/>
                    <a:pt x="20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186"/>
            <p:cNvSpPr/>
            <p:nvPr>
              <p:custDataLst>
                <p:tags r:id="rId17"/>
              </p:custDataLst>
            </p:nvPr>
          </p:nvSpPr>
          <p:spPr bwMode="auto">
            <a:xfrm>
              <a:off x="4622800" y="1774825"/>
              <a:ext cx="312738" cy="55563"/>
            </a:xfrm>
            <a:custGeom>
              <a:avLst/>
              <a:gdLst>
                <a:gd name="T0" fmla="*/ 90 w 179"/>
                <a:gd name="T1" fmla="*/ 31 h 31"/>
                <a:gd name="T2" fmla="*/ 8 w 179"/>
                <a:gd name="T3" fmla="*/ 20 h 31"/>
                <a:gd name="T4" fmla="*/ 1 w 179"/>
                <a:gd name="T5" fmla="*/ 8 h 31"/>
                <a:gd name="T6" fmla="*/ 13 w 179"/>
                <a:gd name="T7" fmla="*/ 1 h 31"/>
                <a:gd name="T8" fmla="*/ 166 w 179"/>
                <a:gd name="T9" fmla="*/ 1 h 31"/>
                <a:gd name="T10" fmla="*/ 178 w 179"/>
                <a:gd name="T11" fmla="*/ 8 h 31"/>
                <a:gd name="T12" fmla="*/ 171 w 179"/>
                <a:gd name="T13" fmla="*/ 20 h 31"/>
                <a:gd name="T14" fmla="*/ 90 w 179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1">
                  <a:moveTo>
                    <a:pt x="90" y="31"/>
                  </a:moveTo>
                  <a:cubicBezTo>
                    <a:pt x="62" y="31"/>
                    <a:pt x="35" y="27"/>
                    <a:pt x="8" y="20"/>
                  </a:cubicBezTo>
                  <a:cubicBezTo>
                    <a:pt x="3" y="18"/>
                    <a:pt x="0" y="13"/>
                    <a:pt x="1" y="8"/>
                  </a:cubicBezTo>
                  <a:cubicBezTo>
                    <a:pt x="3" y="3"/>
                    <a:pt x="8" y="0"/>
                    <a:pt x="13" y="1"/>
                  </a:cubicBezTo>
                  <a:cubicBezTo>
                    <a:pt x="63" y="15"/>
                    <a:pt x="116" y="15"/>
                    <a:pt x="166" y="1"/>
                  </a:cubicBezTo>
                  <a:cubicBezTo>
                    <a:pt x="171" y="0"/>
                    <a:pt x="177" y="3"/>
                    <a:pt x="178" y="8"/>
                  </a:cubicBezTo>
                  <a:cubicBezTo>
                    <a:pt x="179" y="13"/>
                    <a:pt x="176" y="18"/>
                    <a:pt x="171" y="20"/>
                  </a:cubicBezTo>
                  <a:cubicBezTo>
                    <a:pt x="145" y="27"/>
                    <a:pt x="117" y="31"/>
                    <a:pt x="90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187"/>
            <p:cNvSpPr/>
            <p:nvPr>
              <p:custDataLst>
                <p:tags r:id="rId18"/>
              </p:custDataLst>
            </p:nvPr>
          </p:nvSpPr>
          <p:spPr bwMode="auto">
            <a:xfrm>
              <a:off x="4622800" y="1935163"/>
              <a:ext cx="312738" cy="60325"/>
            </a:xfrm>
            <a:custGeom>
              <a:avLst/>
              <a:gdLst>
                <a:gd name="T0" fmla="*/ 11 w 179"/>
                <a:gd name="T1" fmla="*/ 34 h 35"/>
                <a:gd name="T2" fmla="*/ 1 w 179"/>
                <a:gd name="T3" fmla="*/ 27 h 35"/>
                <a:gd name="T4" fmla="*/ 8 w 179"/>
                <a:gd name="T5" fmla="*/ 15 h 35"/>
                <a:gd name="T6" fmla="*/ 171 w 179"/>
                <a:gd name="T7" fmla="*/ 15 h 35"/>
                <a:gd name="T8" fmla="*/ 178 w 179"/>
                <a:gd name="T9" fmla="*/ 27 h 35"/>
                <a:gd name="T10" fmla="*/ 166 w 179"/>
                <a:gd name="T11" fmla="*/ 33 h 35"/>
                <a:gd name="T12" fmla="*/ 13 w 179"/>
                <a:gd name="T13" fmla="*/ 33 h 35"/>
                <a:gd name="T14" fmla="*/ 11 w 179"/>
                <a:gd name="T1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9" h="35">
                  <a:moveTo>
                    <a:pt x="11" y="34"/>
                  </a:moveTo>
                  <a:cubicBezTo>
                    <a:pt x="6" y="34"/>
                    <a:pt x="3" y="31"/>
                    <a:pt x="1" y="27"/>
                  </a:cubicBezTo>
                  <a:cubicBezTo>
                    <a:pt x="0" y="22"/>
                    <a:pt x="3" y="16"/>
                    <a:pt x="8" y="15"/>
                  </a:cubicBezTo>
                  <a:cubicBezTo>
                    <a:pt x="62" y="0"/>
                    <a:pt x="118" y="0"/>
                    <a:pt x="171" y="15"/>
                  </a:cubicBezTo>
                  <a:cubicBezTo>
                    <a:pt x="176" y="16"/>
                    <a:pt x="179" y="22"/>
                    <a:pt x="178" y="27"/>
                  </a:cubicBezTo>
                  <a:cubicBezTo>
                    <a:pt x="177" y="32"/>
                    <a:pt x="171" y="35"/>
                    <a:pt x="166" y="33"/>
                  </a:cubicBezTo>
                  <a:cubicBezTo>
                    <a:pt x="116" y="19"/>
                    <a:pt x="63" y="19"/>
                    <a:pt x="13" y="33"/>
                  </a:cubicBezTo>
                  <a:cubicBezTo>
                    <a:pt x="12" y="33"/>
                    <a:pt x="11" y="34"/>
                    <a:pt x="11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188"/>
            <p:cNvSpPr/>
            <p:nvPr>
              <p:custDataLst>
                <p:tags r:id="rId19"/>
              </p:custDataLst>
            </p:nvPr>
          </p:nvSpPr>
          <p:spPr bwMode="auto">
            <a:xfrm>
              <a:off x="4748213" y="1628775"/>
              <a:ext cx="84138" cy="66675"/>
            </a:xfrm>
            <a:custGeom>
              <a:avLst/>
              <a:gdLst>
                <a:gd name="T0" fmla="*/ 46 w 53"/>
                <a:gd name="T1" fmla="*/ 0 h 42"/>
                <a:gd name="T2" fmla="*/ 37 w 53"/>
                <a:gd name="T3" fmla="*/ 0 h 42"/>
                <a:gd name="T4" fmla="*/ 14 w 53"/>
                <a:gd name="T5" fmla="*/ 0 h 42"/>
                <a:gd name="T6" fmla="*/ 5 w 53"/>
                <a:gd name="T7" fmla="*/ 0 h 42"/>
                <a:gd name="T8" fmla="*/ 0 w 53"/>
                <a:gd name="T9" fmla="*/ 42 h 42"/>
                <a:gd name="T10" fmla="*/ 14 w 53"/>
                <a:gd name="T11" fmla="*/ 42 h 42"/>
                <a:gd name="T12" fmla="*/ 37 w 53"/>
                <a:gd name="T13" fmla="*/ 42 h 42"/>
                <a:gd name="T14" fmla="*/ 53 w 53"/>
                <a:gd name="T15" fmla="*/ 42 h 42"/>
                <a:gd name="T16" fmla="*/ 46 w 53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46" y="0"/>
                  </a:moveTo>
                  <a:lnTo>
                    <a:pt x="37" y="0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42"/>
                  </a:lnTo>
                  <a:lnTo>
                    <a:pt x="14" y="42"/>
                  </a:lnTo>
                  <a:lnTo>
                    <a:pt x="37" y="42"/>
                  </a:lnTo>
                  <a:lnTo>
                    <a:pt x="53" y="42"/>
                  </a:lnTo>
                  <a:lnTo>
                    <a:pt x="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189"/>
            <p:cNvSpPr/>
            <p:nvPr>
              <p:custDataLst>
                <p:tags r:id="rId20"/>
              </p:custDataLst>
            </p:nvPr>
          </p:nvSpPr>
          <p:spPr bwMode="auto">
            <a:xfrm>
              <a:off x="4632325" y="1643063"/>
              <a:ext cx="96838" cy="93663"/>
            </a:xfrm>
            <a:custGeom>
              <a:avLst/>
              <a:gdLst>
                <a:gd name="T0" fmla="*/ 34 w 61"/>
                <a:gd name="T1" fmla="*/ 0 h 59"/>
                <a:gd name="T2" fmla="*/ 27 w 61"/>
                <a:gd name="T3" fmla="*/ 4 h 59"/>
                <a:gd name="T4" fmla="*/ 8 w 61"/>
                <a:gd name="T5" fmla="*/ 15 h 59"/>
                <a:gd name="T6" fmla="*/ 0 w 61"/>
                <a:gd name="T7" fmla="*/ 19 h 59"/>
                <a:gd name="T8" fmla="*/ 16 w 61"/>
                <a:gd name="T9" fmla="*/ 59 h 59"/>
                <a:gd name="T10" fmla="*/ 29 w 61"/>
                <a:gd name="T11" fmla="*/ 51 h 59"/>
                <a:gd name="T12" fmla="*/ 48 w 61"/>
                <a:gd name="T13" fmla="*/ 40 h 59"/>
                <a:gd name="T14" fmla="*/ 61 w 61"/>
                <a:gd name="T15" fmla="*/ 33 h 59"/>
                <a:gd name="T16" fmla="*/ 34 w 61"/>
                <a:gd name="T1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4" y="0"/>
                  </a:moveTo>
                  <a:lnTo>
                    <a:pt x="27" y="4"/>
                  </a:lnTo>
                  <a:lnTo>
                    <a:pt x="8" y="15"/>
                  </a:lnTo>
                  <a:lnTo>
                    <a:pt x="0" y="19"/>
                  </a:lnTo>
                  <a:lnTo>
                    <a:pt x="16" y="59"/>
                  </a:lnTo>
                  <a:lnTo>
                    <a:pt x="29" y="51"/>
                  </a:lnTo>
                  <a:lnTo>
                    <a:pt x="48" y="40"/>
                  </a:lnTo>
                  <a:lnTo>
                    <a:pt x="61" y="33"/>
                  </a:lnTo>
                  <a:lnTo>
                    <a:pt x="3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190"/>
            <p:cNvSpPr/>
            <p:nvPr>
              <p:custDataLst>
                <p:tags r:id="rId21"/>
              </p:custDataLst>
            </p:nvPr>
          </p:nvSpPr>
          <p:spPr bwMode="auto">
            <a:xfrm>
              <a:off x="4546600" y="1720850"/>
              <a:ext cx="95250" cy="96838"/>
            </a:xfrm>
            <a:custGeom>
              <a:avLst/>
              <a:gdLst>
                <a:gd name="T0" fmla="*/ 20 w 60"/>
                <a:gd name="T1" fmla="*/ 0 h 61"/>
                <a:gd name="T2" fmla="*/ 16 w 60"/>
                <a:gd name="T3" fmla="*/ 8 h 61"/>
                <a:gd name="T4" fmla="*/ 5 w 60"/>
                <a:gd name="T5" fmla="*/ 27 h 61"/>
                <a:gd name="T6" fmla="*/ 0 w 60"/>
                <a:gd name="T7" fmla="*/ 34 h 61"/>
                <a:gd name="T8" fmla="*/ 33 w 60"/>
                <a:gd name="T9" fmla="*/ 61 h 61"/>
                <a:gd name="T10" fmla="*/ 41 w 60"/>
                <a:gd name="T11" fmla="*/ 48 h 61"/>
                <a:gd name="T12" fmla="*/ 52 w 60"/>
                <a:gd name="T13" fmla="*/ 29 h 61"/>
                <a:gd name="T14" fmla="*/ 60 w 60"/>
                <a:gd name="T15" fmla="*/ 16 h 61"/>
                <a:gd name="T16" fmla="*/ 20 w 60"/>
                <a:gd name="T1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1">
                  <a:moveTo>
                    <a:pt x="20" y="0"/>
                  </a:moveTo>
                  <a:lnTo>
                    <a:pt x="16" y="8"/>
                  </a:lnTo>
                  <a:lnTo>
                    <a:pt x="5" y="27"/>
                  </a:lnTo>
                  <a:lnTo>
                    <a:pt x="0" y="34"/>
                  </a:lnTo>
                  <a:lnTo>
                    <a:pt x="33" y="61"/>
                  </a:lnTo>
                  <a:lnTo>
                    <a:pt x="41" y="48"/>
                  </a:lnTo>
                  <a:lnTo>
                    <a:pt x="52" y="29"/>
                  </a:lnTo>
                  <a:lnTo>
                    <a:pt x="60" y="16"/>
                  </a:lnTo>
                  <a:lnTo>
                    <a:pt x="2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191"/>
            <p:cNvSpPr/>
            <p:nvPr>
              <p:custDataLst>
                <p:tags r:id="rId22"/>
              </p:custDataLst>
            </p:nvPr>
          </p:nvSpPr>
          <p:spPr bwMode="auto">
            <a:xfrm>
              <a:off x="4522788" y="1833563"/>
              <a:ext cx="66675" cy="84138"/>
            </a:xfrm>
            <a:custGeom>
              <a:avLst/>
              <a:gdLst>
                <a:gd name="T0" fmla="*/ 0 w 42"/>
                <a:gd name="T1" fmla="*/ 6 h 53"/>
                <a:gd name="T2" fmla="*/ 0 w 42"/>
                <a:gd name="T3" fmla="*/ 15 h 53"/>
                <a:gd name="T4" fmla="*/ 0 w 42"/>
                <a:gd name="T5" fmla="*/ 37 h 53"/>
                <a:gd name="T6" fmla="*/ 0 w 42"/>
                <a:gd name="T7" fmla="*/ 46 h 53"/>
                <a:gd name="T8" fmla="*/ 42 w 42"/>
                <a:gd name="T9" fmla="*/ 53 h 53"/>
                <a:gd name="T10" fmla="*/ 42 w 42"/>
                <a:gd name="T11" fmla="*/ 37 h 53"/>
                <a:gd name="T12" fmla="*/ 42 w 42"/>
                <a:gd name="T13" fmla="*/ 15 h 53"/>
                <a:gd name="T14" fmla="*/ 42 w 42"/>
                <a:gd name="T15" fmla="*/ 0 h 53"/>
                <a:gd name="T16" fmla="*/ 0 w 42"/>
                <a:gd name="T17" fmla="*/ 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0" y="6"/>
                  </a:moveTo>
                  <a:lnTo>
                    <a:pt x="0" y="15"/>
                  </a:lnTo>
                  <a:lnTo>
                    <a:pt x="0" y="37"/>
                  </a:lnTo>
                  <a:lnTo>
                    <a:pt x="0" y="46"/>
                  </a:lnTo>
                  <a:lnTo>
                    <a:pt x="42" y="53"/>
                  </a:lnTo>
                  <a:lnTo>
                    <a:pt x="42" y="37"/>
                  </a:lnTo>
                  <a:lnTo>
                    <a:pt x="42" y="15"/>
                  </a:lnTo>
                  <a:lnTo>
                    <a:pt x="42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192"/>
            <p:cNvSpPr/>
            <p:nvPr>
              <p:custDataLst>
                <p:tags r:id="rId23"/>
              </p:custDataLst>
            </p:nvPr>
          </p:nvSpPr>
          <p:spPr bwMode="auto">
            <a:xfrm>
              <a:off x="4537075" y="1935163"/>
              <a:ext cx="93663" cy="96838"/>
            </a:xfrm>
            <a:custGeom>
              <a:avLst/>
              <a:gdLst>
                <a:gd name="T0" fmla="*/ 0 w 59"/>
                <a:gd name="T1" fmla="*/ 26 h 61"/>
                <a:gd name="T2" fmla="*/ 4 w 59"/>
                <a:gd name="T3" fmla="*/ 34 h 61"/>
                <a:gd name="T4" fmla="*/ 15 w 59"/>
                <a:gd name="T5" fmla="*/ 54 h 61"/>
                <a:gd name="T6" fmla="*/ 19 w 59"/>
                <a:gd name="T7" fmla="*/ 61 h 61"/>
                <a:gd name="T8" fmla="*/ 59 w 59"/>
                <a:gd name="T9" fmla="*/ 46 h 61"/>
                <a:gd name="T10" fmla="*/ 51 w 59"/>
                <a:gd name="T11" fmla="*/ 33 h 61"/>
                <a:gd name="T12" fmla="*/ 40 w 59"/>
                <a:gd name="T13" fmla="*/ 13 h 61"/>
                <a:gd name="T14" fmla="*/ 33 w 59"/>
                <a:gd name="T15" fmla="*/ 0 h 61"/>
                <a:gd name="T16" fmla="*/ 0 w 59"/>
                <a:gd name="T17" fmla="*/ 2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0" y="26"/>
                  </a:moveTo>
                  <a:lnTo>
                    <a:pt x="4" y="34"/>
                  </a:lnTo>
                  <a:lnTo>
                    <a:pt x="15" y="54"/>
                  </a:lnTo>
                  <a:lnTo>
                    <a:pt x="19" y="61"/>
                  </a:lnTo>
                  <a:lnTo>
                    <a:pt x="59" y="46"/>
                  </a:lnTo>
                  <a:lnTo>
                    <a:pt x="51" y="33"/>
                  </a:lnTo>
                  <a:lnTo>
                    <a:pt x="40" y="13"/>
                  </a:lnTo>
                  <a:lnTo>
                    <a:pt x="33" y="0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193"/>
            <p:cNvSpPr/>
            <p:nvPr>
              <p:custDataLst>
                <p:tags r:id="rId24"/>
              </p:custDataLst>
            </p:nvPr>
          </p:nvSpPr>
          <p:spPr bwMode="auto">
            <a:xfrm>
              <a:off x="4614863" y="2024063"/>
              <a:ext cx="96838" cy="93663"/>
            </a:xfrm>
            <a:custGeom>
              <a:avLst/>
              <a:gdLst>
                <a:gd name="T0" fmla="*/ 0 w 61"/>
                <a:gd name="T1" fmla="*/ 39 h 59"/>
                <a:gd name="T2" fmla="*/ 8 w 61"/>
                <a:gd name="T3" fmla="*/ 44 h 59"/>
                <a:gd name="T4" fmla="*/ 27 w 61"/>
                <a:gd name="T5" fmla="*/ 55 h 59"/>
                <a:gd name="T6" fmla="*/ 34 w 61"/>
                <a:gd name="T7" fmla="*/ 59 h 59"/>
                <a:gd name="T8" fmla="*/ 61 w 61"/>
                <a:gd name="T9" fmla="*/ 26 h 59"/>
                <a:gd name="T10" fmla="*/ 48 w 61"/>
                <a:gd name="T11" fmla="*/ 19 h 59"/>
                <a:gd name="T12" fmla="*/ 29 w 61"/>
                <a:gd name="T13" fmla="*/ 8 h 59"/>
                <a:gd name="T14" fmla="*/ 16 w 61"/>
                <a:gd name="T15" fmla="*/ 0 h 59"/>
                <a:gd name="T16" fmla="*/ 0 w 61"/>
                <a:gd name="T17" fmla="*/ 3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0" y="39"/>
                  </a:moveTo>
                  <a:lnTo>
                    <a:pt x="8" y="44"/>
                  </a:lnTo>
                  <a:lnTo>
                    <a:pt x="27" y="55"/>
                  </a:lnTo>
                  <a:lnTo>
                    <a:pt x="34" y="59"/>
                  </a:lnTo>
                  <a:lnTo>
                    <a:pt x="61" y="26"/>
                  </a:lnTo>
                  <a:lnTo>
                    <a:pt x="48" y="19"/>
                  </a:lnTo>
                  <a:lnTo>
                    <a:pt x="29" y="8"/>
                  </a:lnTo>
                  <a:lnTo>
                    <a:pt x="16" y="0"/>
                  </a:lnTo>
                  <a:lnTo>
                    <a:pt x="0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194"/>
            <p:cNvSpPr/>
            <p:nvPr>
              <p:custDataLst>
                <p:tags r:id="rId25"/>
              </p:custDataLst>
            </p:nvPr>
          </p:nvSpPr>
          <p:spPr bwMode="auto">
            <a:xfrm>
              <a:off x="4727575" y="2074863"/>
              <a:ext cx="84138" cy="66675"/>
            </a:xfrm>
            <a:custGeom>
              <a:avLst/>
              <a:gdLst>
                <a:gd name="T0" fmla="*/ 6 w 53"/>
                <a:gd name="T1" fmla="*/ 42 h 42"/>
                <a:gd name="T2" fmla="*/ 15 w 53"/>
                <a:gd name="T3" fmla="*/ 42 h 42"/>
                <a:gd name="T4" fmla="*/ 37 w 53"/>
                <a:gd name="T5" fmla="*/ 42 h 42"/>
                <a:gd name="T6" fmla="*/ 46 w 53"/>
                <a:gd name="T7" fmla="*/ 42 h 42"/>
                <a:gd name="T8" fmla="*/ 53 w 53"/>
                <a:gd name="T9" fmla="*/ 0 h 42"/>
                <a:gd name="T10" fmla="*/ 37 w 53"/>
                <a:gd name="T11" fmla="*/ 0 h 42"/>
                <a:gd name="T12" fmla="*/ 15 w 53"/>
                <a:gd name="T13" fmla="*/ 0 h 42"/>
                <a:gd name="T14" fmla="*/ 0 w 53"/>
                <a:gd name="T15" fmla="*/ 0 h 42"/>
                <a:gd name="T16" fmla="*/ 6 w 53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2">
                  <a:moveTo>
                    <a:pt x="6" y="42"/>
                  </a:moveTo>
                  <a:lnTo>
                    <a:pt x="15" y="42"/>
                  </a:lnTo>
                  <a:lnTo>
                    <a:pt x="37" y="42"/>
                  </a:lnTo>
                  <a:lnTo>
                    <a:pt x="46" y="42"/>
                  </a:lnTo>
                  <a:lnTo>
                    <a:pt x="53" y="0"/>
                  </a:lnTo>
                  <a:lnTo>
                    <a:pt x="37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6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195"/>
            <p:cNvSpPr/>
            <p:nvPr>
              <p:custDataLst>
                <p:tags r:id="rId26"/>
              </p:custDataLst>
            </p:nvPr>
          </p:nvSpPr>
          <p:spPr bwMode="auto">
            <a:xfrm>
              <a:off x="4829175" y="2032000"/>
              <a:ext cx="96838" cy="96838"/>
            </a:xfrm>
            <a:custGeom>
              <a:avLst/>
              <a:gdLst>
                <a:gd name="T0" fmla="*/ 26 w 61"/>
                <a:gd name="T1" fmla="*/ 61 h 61"/>
                <a:gd name="T2" fmla="*/ 34 w 61"/>
                <a:gd name="T3" fmla="*/ 57 h 61"/>
                <a:gd name="T4" fmla="*/ 54 w 61"/>
                <a:gd name="T5" fmla="*/ 46 h 61"/>
                <a:gd name="T6" fmla="*/ 61 w 61"/>
                <a:gd name="T7" fmla="*/ 41 h 61"/>
                <a:gd name="T8" fmla="*/ 46 w 61"/>
                <a:gd name="T9" fmla="*/ 0 h 61"/>
                <a:gd name="T10" fmla="*/ 33 w 61"/>
                <a:gd name="T11" fmla="*/ 8 h 61"/>
                <a:gd name="T12" fmla="*/ 13 w 61"/>
                <a:gd name="T13" fmla="*/ 20 h 61"/>
                <a:gd name="T14" fmla="*/ 0 w 61"/>
                <a:gd name="T15" fmla="*/ 27 h 61"/>
                <a:gd name="T16" fmla="*/ 26 w 61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26" y="61"/>
                  </a:moveTo>
                  <a:lnTo>
                    <a:pt x="34" y="57"/>
                  </a:lnTo>
                  <a:lnTo>
                    <a:pt x="54" y="46"/>
                  </a:lnTo>
                  <a:lnTo>
                    <a:pt x="61" y="41"/>
                  </a:lnTo>
                  <a:lnTo>
                    <a:pt x="46" y="0"/>
                  </a:lnTo>
                  <a:lnTo>
                    <a:pt x="33" y="8"/>
                  </a:lnTo>
                  <a:lnTo>
                    <a:pt x="13" y="20"/>
                  </a:lnTo>
                  <a:lnTo>
                    <a:pt x="0" y="27"/>
                  </a:lnTo>
                  <a:lnTo>
                    <a:pt x="26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Freeform 196"/>
            <p:cNvSpPr/>
            <p:nvPr>
              <p:custDataLst>
                <p:tags r:id="rId27"/>
              </p:custDataLst>
            </p:nvPr>
          </p:nvSpPr>
          <p:spPr bwMode="auto">
            <a:xfrm>
              <a:off x="4918075" y="1952625"/>
              <a:ext cx="93663" cy="96838"/>
            </a:xfrm>
            <a:custGeom>
              <a:avLst/>
              <a:gdLst>
                <a:gd name="T0" fmla="*/ 39 w 59"/>
                <a:gd name="T1" fmla="*/ 61 h 61"/>
                <a:gd name="T2" fmla="*/ 44 w 59"/>
                <a:gd name="T3" fmla="*/ 54 h 61"/>
                <a:gd name="T4" fmla="*/ 55 w 59"/>
                <a:gd name="T5" fmla="*/ 34 h 61"/>
                <a:gd name="T6" fmla="*/ 59 w 59"/>
                <a:gd name="T7" fmla="*/ 26 h 61"/>
                <a:gd name="T8" fmla="*/ 26 w 59"/>
                <a:gd name="T9" fmla="*/ 0 h 61"/>
                <a:gd name="T10" fmla="*/ 18 w 59"/>
                <a:gd name="T11" fmla="*/ 13 h 61"/>
                <a:gd name="T12" fmla="*/ 7 w 59"/>
                <a:gd name="T13" fmla="*/ 33 h 61"/>
                <a:gd name="T14" fmla="*/ 0 w 59"/>
                <a:gd name="T15" fmla="*/ 46 h 61"/>
                <a:gd name="T16" fmla="*/ 39 w 59"/>
                <a:gd name="T17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1">
                  <a:moveTo>
                    <a:pt x="39" y="61"/>
                  </a:moveTo>
                  <a:lnTo>
                    <a:pt x="44" y="54"/>
                  </a:lnTo>
                  <a:lnTo>
                    <a:pt x="55" y="34"/>
                  </a:lnTo>
                  <a:lnTo>
                    <a:pt x="59" y="26"/>
                  </a:lnTo>
                  <a:lnTo>
                    <a:pt x="26" y="0"/>
                  </a:lnTo>
                  <a:lnTo>
                    <a:pt x="18" y="13"/>
                  </a:lnTo>
                  <a:lnTo>
                    <a:pt x="7" y="33"/>
                  </a:lnTo>
                  <a:lnTo>
                    <a:pt x="0" y="46"/>
                  </a:lnTo>
                  <a:lnTo>
                    <a:pt x="39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Freeform 197"/>
            <p:cNvSpPr/>
            <p:nvPr>
              <p:custDataLst>
                <p:tags r:id="rId28"/>
              </p:custDataLst>
            </p:nvPr>
          </p:nvSpPr>
          <p:spPr bwMode="auto">
            <a:xfrm>
              <a:off x="4968875" y="1854200"/>
              <a:ext cx="66675" cy="84138"/>
            </a:xfrm>
            <a:custGeom>
              <a:avLst/>
              <a:gdLst>
                <a:gd name="T0" fmla="*/ 42 w 42"/>
                <a:gd name="T1" fmla="*/ 46 h 53"/>
                <a:gd name="T2" fmla="*/ 42 w 42"/>
                <a:gd name="T3" fmla="*/ 37 h 53"/>
                <a:gd name="T4" fmla="*/ 42 w 42"/>
                <a:gd name="T5" fmla="*/ 14 h 53"/>
                <a:gd name="T6" fmla="*/ 42 w 42"/>
                <a:gd name="T7" fmla="*/ 5 h 53"/>
                <a:gd name="T8" fmla="*/ 0 w 42"/>
                <a:gd name="T9" fmla="*/ 0 h 53"/>
                <a:gd name="T10" fmla="*/ 0 w 42"/>
                <a:gd name="T11" fmla="*/ 14 h 53"/>
                <a:gd name="T12" fmla="*/ 0 w 42"/>
                <a:gd name="T13" fmla="*/ 37 h 53"/>
                <a:gd name="T14" fmla="*/ 0 w 42"/>
                <a:gd name="T15" fmla="*/ 53 h 53"/>
                <a:gd name="T16" fmla="*/ 42 w 42"/>
                <a:gd name="T17" fmla="*/ 4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52">
                  <a:moveTo>
                    <a:pt x="42" y="46"/>
                  </a:moveTo>
                  <a:lnTo>
                    <a:pt x="42" y="37"/>
                  </a:lnTo>
                  <a:lnTo>
                    <a:pt x="42" y="14"/>
                  </a:lnTo>
                  <a:lnTo>
                    <a:pt x="42" y="5"/>
                  </a:lnTo>
                  <a:lnTo>
                    <a:pt x="0" y="0"/>
                  </a:lnTo>
                  <a:lnTo>
                    <a:pt x="0" y="14"/>
                  </a:lnTo>
                  <a:lnTo>
                    <a:pt x="0" y="37"/>
                  </a:lnTo>
                  <a:lnTo>
                    <a:pt x="0" y="53"/>
                  </a:lnTo>
                  <a:lnTo>
                    <a:pt x="42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Freeform 198"/>
            <p:cNvSpPr/>
            <p:nvPr>
              <p:custDataLst>
                <p:tags r:id="rId29"/>
              </p:custDataLst>
            </p:nvPr>
          </p:nvSpPr>
          <p:spPr bwMode="auto">
            <a:xfrm>
              <a:off x="4926013" y="1738313"/>
              <a:ext cx="96838" cy="96838"/>
            </a:xfrm>
            <a:custGeom>
              <a:avLst/>
              <a:gdLst>
                <a:gd name="T0" fmla="*/ 61 w 61"/>
                <a:gd name="T1" fmla="*/ 34 h 61"/>
                <a:gd name="T2" fmla="*/ 56 w 61"/>
                <a:gd name="T3" fmla="*/ 27 h 61"/>
                <a:gd name="T4" fmla="*/ 45 w 61"/>
                <a:gd name="T5" fmla="*/ 8 h 61"/>
                <a:gd name="T6" fmla="*/ 41 w 61"/>
                <a:gd name="T7" fmla="*/ 0 h 61"/>
                <a:gd name="T8" fmla="*/ 0 w 61"/>
                <a:gd name="T9" fmla="*/ 16 h 61"/>
                <a:gd name="T10" fmla="*/ 8 w 61"/>
                <a:gd name="T11" fmla="*/ 29 h 61"/>
                <a:gd name="T12" fmla="*/ 20 w 61"/>
                <a:gd name="T13" fmla="*/ 48 h 61"/>
                <a:gd name="T14" fmla="*/ 27 w 61"/>
                <a:gd name="T15" fmla="*/ 61 h 61"/>
                <a:gd name="T16" fmla="*/ 61 w 61"/>
                <a:gd name="T17" fmla="*/ 3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61" y="34"/>
                  </a:moveTo>
                  <a:lnTo>
                    <a:pt x="56" y="27"/>
                  </a:lnTo>
                  <a:lnTo>
                    <a:pt x="45" y="8"/>
                  </a:lnTo>
                  <a:lnTo>
                    <a:pt x="41" y="0"/>
                  </a:lnTo>
                  <a:lnTo>
                    <a:pt x="0" y="16"/>
                  </a:lnTo>
                  <a:lnTo>
                    <a:pt x="8" y="29"/>
                  </a:lnTo>
                  <a:lnTo>
                    <a:pt x="20" y="48"/>
                  </a:lnTo>
                  <a:lnTo>
                    <a:pt x="27" y="61"/>
                  </a:lnTo>
                  <a:lnTo>
                    <a:pt x="61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Freeform 199"/>
            <p:cNvSpPr/>
            <p:nvPr>
              <p:custDataLst>
                <p:tags r:id="rId30"/>
              </p:custDataLst>
            </p:nvPr>
          </p:nvSpPr>
          <p:spPr bwMode="auto">
            <a:xfrm>
              <a:off x="4846638" y="1652588"/>
              <a:ext cx="96838" cy="95250"/>
            </a:xfrm>
            <a:custGeom>
              <a:avLst/>
              <a:gdLst>
                <a:gd name="T0" fmla="*/ 61 w 61"/>
                <a:gd name="T1" fmla="*/ 20 h 60"/>
                <a:gd name="T2" fmla="*/ 54 w 61"/>
                <a:gd name="T3" fmla="*/ 16 h 60"/>
                <a:gd name="T4" fmla="*/ 34 w 61"/>
                <a:gd name="T5" fmla="*/ 5 h 60"/>
                <a:gd name="T6" fmla="*/ 26 w 61"/>
                <a:gd name="T7" fmla="*/ 0 h 60"/>
                <a:gd name="T8" fmla="*/ 0 w 61"/>
                <a:gd name="T9" fmla="*/ 33 h 60"/>
                <a:gd name="T10" fmla="*/ 13 w 61"/>
                <a:gd name="T11" fmla="*/ 41 h 60"/>
                <a:gd name="T12" fmla="*/ 33 w 61"/>
                <a:gd name="T13" fmla="*/ 52 h 60"/>
                <a:gd name="T14" fmla="*/ 46 w 61"/>
                <a:gd name="T15" fmla="*/ 60 h 60"/>
                <a:gd name="T16" fmla="*/ 61 w 61"/>
                <a:gd name="T17" fmla="*/ 2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61" y="20"/>
                  </a:moveTo>
                  <a:lnTo>
                    <a:pt x="54" y="16"/>
                  </a:lnTo>
                  <a:lnTo>
                    <a:pt x="34" y="5"/>
                  </a:lnTo>
                  <a:lnTo>
                    <a:pt x="26" y="0"/>
                  </a:lnTo>
                  <a:lnTo>
                    <a:pt x="0" y="33"/>
                  </a:lnTo>
                  <a:lnTo>
                    <a:pt x="13" y="41"/>
                  </a:lnTo>
                  <a:lnTo>
                    <a:pt x="33" y="52"/>
                  </a:lnTo>
                  <a:lnTo>
                    <a:pt x="46" y="60"/>
                  </a:lnTo>
                  <a:lnTo>
                    <a:pt x="6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Freeform 200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565650" y="1670050"/>
              <a:ext cx="425450" cy="428625"/>
            </a:xfrm>
            <a:custGeom>
              <a:avLst/>
              <a:gdLst>
                <a:gd name="T0" fmla="*/ 122 w 243"/>
                <a:gd name="T1" fmla="*/ 245 h 245"/>
                <a:gd name="T2" fmla="*/ 0 w 243"/>
                <a:gd name="T3" fmla="*/ 123 h 245"/>
                <a:gd name="T4" fmla="*/ 122 w 243"/>
                <a:gd name="T5" fmla="*/ 0 h 245"/>
                <a:gd name="T6" fmla="*/ 243 w 243"/>
                <a:gd name="T7" fmla="*/ 123 h 245"/>
                <a:gd name="T8" fmla="*/ 122 w 243"/>
                <a:gd name="T9" fmla="*/ 245 h 245"/>
                <a:gd name="T10" fmla="*/ 122 w 243"/>
                <a:gd name="T11" fmla="*/ 37 h 245"/>
                <a:gd name="T12" fmla="*/ 37 w 243"/>
                <a:gd name="T13" fmla="*/ 123 h 245"/>
                <a:gd name="T14" fmla="*/ 122 w 243"/>
                <a:gd name="T15" fmla="*/ 209 h 245"/>
                <a:gd name="T16" fmla="*/ 206 w 243"/>
                <a:gd name="T17" fmla="*/ 123 h 245"/>
                <a:gd name="T18" fmla="*/ 122 w 243"/>
                <a:gd name="T19" fmla="*/ 37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3" h="245"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55"/>
                    <a:pt x="55" y="0"/>
                    <a:pt x="122" y="0"/>
                  </a:cubicBezTo>
                  <a:cubicBezTo>
                    <a:pt x="189" y="0"/>
                    <a:pt x="243" y="55"/>
                    <a:pt x="243" y="123"/>
                  </a:cubicBezTo>
                  <a:cubicBezTo>
                    <a:pt x="243" y="190"/>
                    <a:pt x="189" y="245"/>
                    <a:pt x="122" y="245"/>
                  </a:cubicBezTo>
                  <a:close/>
                  <a:moveTo>
                    <a:pt x="122" y="37"/>
                  </a:moveTo>
                  <a:cubicBezTo>
                    <a:pt x="75" y="37"/>
                    <a:pt x="37" y="75"/>
                    <a:pt x="37" y="123"/>
                  </a:cubicBezTo>
                  <a:cubicBezTo>
                    <a:pt x="37" y="170"/>
                    <a:pt x="75" y="209"/>
                    <a:pt x="122" y="209"/>
                  </a:cubicBezTo>
                  <a:cubicBezTo>
                    <a:pt x="168" y="209"/>
                    <a:pt x="206" y="170"/>
                    <a:pt x="206" y="123"/>
                  </a:cubicBezTo>
                  <a:cubicBezTo>
                    <a:pt x="206" y="75"/>
                    <a:pt x="168" y="37"/>
                    <a:pt x="122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32"/>
            </p:custDataLst>
          </p:nvPr>
        </p:nvGrpSpPr>
        <p:grpSpPr>
          <a:xfrm>
            <a:off x="403860" y="1061720"/>
            <a:ext cx="1009650" cy="1009650"/>
            <a:chOff x="636" y="1672"/>
            <a:chExt cx="1590" cy="1590"/>
          </a:xfrm>
        </p:grpSpPr>
        <p:sp>
          <p:nvSpPr>
            <p:cNvPr id="6" name="椭圆 5"/>
            <p:cNvSpPr/>
            <p:nvPr>
              <p:custDataLst>
                <p:tags r:id="rId33"/>
              </p:custDataLst>
            </p:nvPr>
          </p:nvSpPr>
          <p:spPr>
            <a:xfrm>
              <a:off x="636" y="1672"/>
              <a:ext cx="1591" cy="1591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>
              <p:custDataLst>
                <p:tags r:id="rId34"/>
              </p:custDataLst>
            </p:nvPr>
          </p:nvGrpSpPr>
          <p:grpSpPr>
            <a:xfrm>
              <a:off x="1185" y="2025"/>
              <a:ext cx="668" cy="885"/>
              <a:chOff x="8555038" y="305593"/>
              <a:chExt cx="423863" cy="561975"/>
            </a:xfrm>
            <a:solidFill>
              <a:schemeClr val="bg1"/>
            </a:solidFill>
          </p:grpSpPr>
          <p:sp>
            <p:nvSpPr>
              <p:cNvPr id="66" name="Freeform 333"/>
              <p:cNvSpPr>
                <a:spLocks noEditPoint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8555038" y="305593"/>
                <a:ext cx="285750" cy="561975"/>
              </a:xfrm>
              <a:custGeom>
                <a:avLst/>
                <a:gdLst>
                  <a:gd name="T0" fmla="*/ 153 w 163"/>
                  <a:gd name="T1" fmla="*/ 214 h 322"/>
                  <a:gd name="T2" fmla="*/ 153 w 163"/>
                  <a:gd name="T3" fmla="*/ 259 h 322"/>
                  <a:gd name="T4" fmla="*/ 11 w 163"/>
                  <a:gd name="T5" fmla="*/ 259 h 322"/>
                  <a:gd name="T6" fmla="*/ 11 w 163"/>
                  <a:gd name="T7" fmla="*/ 49 h 322"/>
                  <a:gd name="T8" fmla="*/ 153 w 163"/>
                  <a:gd name="T9" fmla="*/ 49 h 322"/>
                  <a:gd name="T10" fmla="*/ 153 w 163"/>
                  <a:gd name="T11" fmla="*/ 91 h 322"/>
                  <a:gd name="T12" fmla="*/ 163 w 163"/>
                  <a:gd name="T13" fmla="*/ 92 h 322"/>
                  <a:gd name="T14" fmla="*/ 163 w 163"/>
                  <a:gd name="T15" fmla="*/ 25 h 322"/>
                  <a:gd name="T16" fmla="*/ 139 w 163"/>
                  <a:gd name="T17" fmla="*/ 0 h 322"/>
                  <a:gd name="T18" fmla="*/ 25 w 163"/>
                  <a:gd name="T19" fmla="*/ 0 h 322"/>
                  <a:gd name="T20" fmla="*/ 0 w 163"/>
                  <a:gd name="T21" fmla="*/ 25 h 322"/>
                  <a:gd name="T22" fmla="*/ 0 w 163"/>
                  <a:gd name="T23" fmla="*/ 297 h 322"/>
                  <a:gd name="T24" fmla="*/ 25 w 163"/>
                  <a:gd name="T25" fmla="*/ 322 h 322"/>
                  <a:gd name="T26" fmla="*/ 139 w 163"/>
                  <a:gd name="T27" fmla="*/ 322 h 322"/>
                  <a:gd name="T28" fmla="*/ 163 w 163"/>
                  <a:gd name="T29" fmla="*/ 297 h 322"/>
                  <a:gd name="T30" fmla="*/ 163 w 163"/>
                  <a:gd name="T31" fmla="*/ 213 h 322"/>
                  <a:gd name="T32" fmla="*/ 153 w 163"/>
                  <a:gd name="T33" fmla="*/ 214 h 322"/>
                  <a:gd name="T34" fmla="*/ 60 w 163"/>
                  <a:gd name="T35" fmla="*/ 18 h 322"/>
                  <a:gd name="T36" fmla="*/ 103 w 163"/>
                  <a:gd name="T37" fmla="*/ 18 h 322"/>
                  <a:gd name="T38" fmla="*/ 105 w 163"/>
                  <a:gd name="T39" fmla="*/ 21 h 322"/>
                  <a:gd name="T40" fmla="*/ 103 w 163"/>
                  <a:gd name="T41" fmla="*/ 24 h 322"/>
                  <a:gd name="T42" fmla="*/ 60 w 163"/>
                  <a:gd name="T43" fmla="*/ 24 h 322"/>
                  <a:gd name="T44" fmla="*/ 58 w 163"/>
                  <a:gd name="T45" fmla="*/ 21 h 322"/>
                  <a:gd name="T46" fmla="*/ 60 w 163"/>
                  <a:gd name="T47" fmla="*/ 18 h 322"/>
                  <a:gd name="T48" fmla="*/ 82 w 163"/>
                  <a:gd name="T49" fmla="*/ 304 h 322"/>
                  <a:gd name="T50" fmla="*/ 67 w 163"/>
                  <a:gd name="T51" fmla="*/ 289 h 322"/>
                  <a:gd name="T52" fmla="*/ 82 w 163"/>
                  <a:gd name="T53" fmla="*/ 275 h 322"/>
                  <a:gd name="T54" fmla="*/ 96 w 163"/>
                  <a:gd name="T55" fmla="*/ 289 h 322"/>
                  <a:gd name="T56" fmla="*/ 82 w 163"/>
                  <a:gd name="T57" fmla="*/ 30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63" h="322">
                    <a:moveTo>
                      <a:pt x="153" y="214"/>
                    </a:moveTo>
                    <a:cubicBezTo>
                      <a:pt x="153" y="259"/>
                      <a:pt x="153" y="259"/>
                      <a:pt x="153" y="259"/>
                    </a:cubicBezTo>
                    <a:cubicBezTo>
                      <a:pt x="11" y="259"/>
                      <a:pt x="11" y="259"/>
                      <a:pt x="11" y="25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53" y="49"/>
                      <a:pt x="153" y="49"/>
                      <a:pt x="153" y="49"/>
                    </a:cubicBezTo>
                    <a:cubicBezTo>
                      <a:pt x="153" y="91"/>
                      <a:pt x="153" y="91"/>
                      <a:pt x="153" y="91"/>
                    </a:cubicBezTo>
                    <a:cubicBezTo>
                      <a:pt x="156" y="91"/>
                      <a:pt x="160" y="91"/>
                      <a:pt x="163" y="92"/>
                    </a:cubicBezTo>
                    <a:cubicBezTo>
                      <a:pt x="163" y="25"/>
                      <a:pt x="163" y="25"/>
                      <a:pt x="163" y="25"/>
                    </a:cubicBezTo>
                    <a:cubicBezTo>
                      <a:pt x="163" y="11"/>
                      <a:pt x="152" y="0"/>
                      <a:pt x="139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297"/>
                      <a:pt x="0" y="297"/>
                      <a:pt x="0" y="297"/>
                    </a:cubicBezTo>
                    <a:cubicBezTo>
                      <a:pt x="0" y="311"/>
                      <a:pt x="11" y="322"/>
                      <a:pt x="25" y="322"/>
                    </a:cubicBezTo>
                    <a:cubicBezTo>
                      <a:pt x="139" y="322"/>
                      <a:pt x="139" y="322"/>
                      <a:pt x="139" y="322"/>
                    </a:cubicBezTo>
                    <a:cubicBezTo>
                      <a:pt x="152" y="322"/>
                      <a:pt x="163" y="311"/>
                      <a:pt x="163" y="297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60" y="213"/>
                      <a:pt x="156" y="214"/>
                      <a:pt x="153" y="214"/>
                    </a:cubicBezTo>
                    <a:close/>
                    <a:moveTo>
                      <a:pt x="60" y="18"/>
                    </a:moveTo>
                    <a:cubicBezTo>
                      <a:pt x="103" y="18"/>
                      <a:pt x="103" y="18"/>
                      <a:pt x="103" y="18"/>
                    </a:cubicBezTo>
                    <a:cubicBezTo>
                      <a:pt x="104" y="18"/>
                      <a:pt x="105" y="19"/>
                      <a:pt x="105" y="21"/>
                    </a:cubicBezTo>
                    <a:cubicBezTo>
                      <a:pt x="105" y="23"/>
                      <a:pt x="104" y="24"/>
                      <a:pt x="103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59" y="24"/>
                      <a:pt x="58" y="23"/>
                      <a:pt x="58" y="21"/>
                    </a:cubicBezTo>
                    <a:cubicBezTo>
                      <a:pt x="58" y="19"/>
                      <a:pt x="59" y="18"/>
                      <a:pt x="60" y="18"/>
                    </a:cubicBezTo>
                    <a:close/>
                    <a:moveTo>
                      <a:pt x="82" y="304"/>
                    </a:moveTo>
                    <a:cubicBezTo>
                      <a:pt x="74" y="304"/>
                      <a:pt x="67" y="297"/>
                      <a:pt x="67" y="289"/>
                    </a:cubicBezTo>
                    <a:cubicBezTo>
                      <a:pt x="67" y="281"/>
                      <a:pt x="74" y="275"/>
                      <a:pt x="82" y="275"/>
                    </a:cubicBezTo>
                    <a:cubicBezTo>
                      <a:pt x="90" y="275"/>
                      <a:pt x="96" y="281"/>
                      <a:pt x="96" y="289"/>
                    </a:cubicBezTo>
                    <a:cubicBezTo>
                      <a:pt x="96" y="297"/>
                      <a:pt x="90" y="304"/>
                      <a:pt x="82" y="3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7" name="Freeform 334"/>
              <p:cNvSpPr>
                <a:spLocks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8653463" y="408781"/>
                <a:ext cx="325438" cy="325438"/>
              </a:xfrm>
              <a:custGeom>
                <a:avLst/>
                <a:gdLst>
                  <a:gd name="T0" fmla="*/ 186 w 186"/>
                  <a:gd name="T1" fmla="*/ 103 h 186"/>
                  <a:gd name="T2" fmla="*/ 186 w 186"/>
                  <a:gd name="T3" fmla="*/ 86 h 186"/>
                  <a:gd name="T4" fmla="*/ 167 w 186"/>
                  <a:gd name="T5" fmla="*/ 72 h 186"/>
                  <a:gd name="T6" fmla="*/ 179 w 186"/>
                  <a:gd name="T7" fmla="*/ 56 h 186"/>
                  <a:gd name="T8" fmla="*/ 170 w 186"/>
                  <a:gd name="T9" fmla="*/ 40 h 186"/>
                  <a:gd name="T10" fmla="*/ 147 w 186"/>
                  <a:gd name="T11" fmla="*/ 37 h 186"/>
                  <a:gd name="T12" fmla="*/ 149 w 186"/>
                  <a:gd name="T13" fmla="*/ 18 h 186"/>
                  <a:gd name="T14" fmla="*/ 133 w 186"/>
                  <a:gd name="T15" fmla="*/ 9 h 186"/>
                  <a:gd name="T16" fmla="*/ 111 w 186"/>
                  <a:gd name="T17" fmla="*/ 18 h 186"/>
                  <a:gd name="T18" fmla="*/ 103 w 186"/>
                  <a:gd name="T19" fmla="*/ 0 h 186"/>
                  <a:gd name="T20" fmla="*/ 86 w 186"/>
                  <a:gd name="T21" fmla="*/ 0 h 186"/>
                  <a:gd name="T22" fmla="*/ 71 w 186"/>
                  <a:gd name="T23" fmla="*/ 19 h 186"/>
                  <a:gd name="T24" fmla="*/ 56 w 186"/>
                  <a:gd name="T25" fmla="*/ 8 h 186"/>
                  <a:gd name="T26" fmla="*/ 40 w 186"/>
                  <a:gd name="T27" fmla="*/ 17 h 186"/>
                  <a:gd name="T28" fmla="*/ 37 w 186"/>
                  <a:gd name="T29" fmla="*/ 40 h 186"/>
                  <a:gd name="T30" fmla="*/ 18 w 186"/>
                  <a:gd name="T31" fmla="*/ 38 h 186"/>
                  <a:gd name="T32" fmla="*/ 9 w 186"/>
                  <a:gd name="T33" fmla="*/ 54 h 186"/>
                  <a:gd name="T34" fmla="*/ 19 w 186"/>
                  <a:gd name="T35" fmla="*/ 75 h 186"/>
                  <a:gd name="T36" fmla="*/ 0 w 186"/>
                  <a:gd name="T37" fmla="*/ 83 h 186"/>
                  <a:gd name="T38" fmla="*/ 0 w 186"/>
                  <a:gd name="T39" fmla="*/ 101 h 186"/>
                  <a:gd name="T40" fmla="*/ 20 w 186"/>
                  <a:gd name="T41" fmla="*/ 115 h 186"/>
                  <a:gd name="T42" fmla="*/ 8 w 186"/>
                  <a:gd name="T43" fmla="*/ 131 h 186"/>
                  <a:gd name="T44" fmla="*/ 17 w 186"/>
                  <a:gd name="T45" fmla="*/ 147 h 186"/>
                  <a:gd name="T46" fmla="*/ 40 w 186"/>
                  <a:gd name="T47" fmla="*/ 150 h 186"/>
                  <a:gd name="T48" fmla="*/ 38 w 186"/>
                  <a:gd name="T49" fmla="*/ 169 h 186"/>
                  <a:gd name="T50" fmla="*/ 54 w 186"/>
                  <a:gd name="T51" fmla="*/ 178 h 186"/>
                  <a:gd name="T52" fmla="*/ 76 w 186"/>
                  <a:gd name="T53" fmla="*/ 169 h 186"/>
                  <a:gd name="T54" fmla="*/ 83 w 186"/>
                  <a:gd name="T55" fmla="*/ 186 h 186"/>
                  <a:gd name="T56" fmla="*/ 101 w 186"/>
                  <a:gd name="T57" fmla="*/ 186 h 186"/>
                  <a:gd name="T58" fmla="*/ 116 w 186"/>
                  <a:gd name="T59" fmla="*/ 168 h 186"/>
                  <a:gd name="T60" fmla="*/ 131 w 186"/>
                  <a:gd name="T61" fmla="*/ 179 h 186"/>
                  <a:gd name="T62" fmla="*/ 147 w 186"/>
                  <a:gd name="T63" fmla="*/ 170 h 186"/>
                  <a:gd name="T64" fmla="*/ 149 w 186"/>
                  <a:gd name="T65" fmla="*/ 146 h 186"/>
                  <a:gd name="T66" fmla="*/ 169 w 186"/>
                  <a:gd name="T67" fmla="*/ 149 h 186"/>
                  <a:gd name="T68" fmla="*/ 178 w 186"/>
                  <a:gd name="T69" fmla="*/ 133 h 186"/>
                  <a:gd name="T70" fmla="*/ 168 w 186"/>
                  <a:gd name="T71" fmla="*/ 111 h 186"/>
                  <a:gd name="T72" fmla="*/ 93 w 186"/>
                  <a:gd name="T73" fmla="*/ 148 h 186"/>
                  <a:gd name="T74" fmla="*/ 93 w 186"/>
                  <a:gd name="T75" fmla="*/ 39 h 186"/>
                  <a:gd name="T76" fmla="*/ 93 w 186"/>
                  <a:gd name="T77" fmla="*/ 148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6" h="186">
                    <a:moveTo>
                      <a:pt x="186" y="109"/>
                    </a:move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91"/>
                      <a:pt x="186" y="91"/>
                      <a:pt x="186" y="91"/>
                    </a:cubicBezTo>
                    <a:cubicBezTo>
                      <a:pt x="186" y="86"/>
                      <a:pt x="186" y="86"/>
                      <a:pt x="186" y="86"/>
                    </a:cubicBezTo>
                    <a:cubicBezTo>
                      <a:pt x="170" y="83"/>
                      <a:pt x="170" y="83"/>
                      <a:pt x="170" y="83"/>
                    </a:cubicBezTo>
                    <a:cubicBezTo>
                      <a:pt x="169" y="79"/>
                      <a:pt x="168" y="75"/>
                      <a:pt x="167" y="72"/>
                    </a:cubicBezTo>
                    <a:cubicBezTo>
                      <a:pt x="182" y="60"/>
                      <a:pt x="182" y="60"/>
                      <a:pt x="182" y="60"/>
                    </a:cubicBezTo>
                    <a:cubicBezTo>
                      <a:pt x="179" y="56"/>
                      <a:pt x="179" y="56"/>
                      <a:pt x="179" y="56"/>
                    </a:cubicBezTo>
                    <a:cubicBezTo>
                      <a:pt x="173" y="45"/>
                      <a:pt x="173" y="45"/>
                      <a:pt x="173" y="45"/>
                    </a:cubicBezTo>
                    <a:cubicBezTo>
                      <a:pt x="170" y="40"/>
                      <a:pt x="170" y="40"/>
                      <a:pt x="170" y="40"/>
                    </a:cubicBezTo>
                    <a:cubicBezTo>
                      <a:pt x="154" y="46"/>
                      <a:pt x="154" y="46"/>
                      <a:pt x="154" y="46"/>
                    </a:cubicBezTo>
                    <a:cubicBezTo>
                      <a:pt x="152" y="43"/>
                      <a:pt x="149" y="40"/>
                      <a:pt x="147" y="37"/>
                    </a:cubicBezTo>
                    <a:cubicBezTo>
                      <a:pt x="153" y="20"/>
                      <a:pt x="153" y="20"/>
                      <a:pt x="153" y="20"/>
                    </a:cubicBezTo>
                    <a:cubicBezTo>
                      <a:pt x="149" y="18"/>
                      <a:pt x="149" y="18"/>
                      <a:pt x="149" y="18"/>
                    </a:cubicBezTo>
                    <a:cubicBezTo>
                      <a:pt x="138" y="11"/>
                      <a:pt x="138" y="11"/>
                      <a:pt x="138" y="11"/>
                    </a:cubicBezTo>
                    <a:cubicBezTo>
                      <a:pt x="133" y="9"/>
                      <a:pt x="133" y="9"/>
                      <a:pt x="133" y="9"/>
                    </a:cubicBezTo>
                    <a:cubicBezTo>
                      <a:pt x="123" y="22"/>
                      <a:pt x="123" y="22"/>
                      <a:pt x="123" y="22"/>
                    </a:cubicBezTo>
                    <a:cubicBezTo>
                      <a:pt x="119" y="20"/>
                      <a:pt x="115" y="19"/>
                      <a:pt x="111" y="18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79" y="17"/>
                      <a:pt x="75" y="18"/>
                      <a:pt x="71" y="19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3" y="35"/>
                      <a:pt x="40" y="37"/>
                      <a:pt x="37" y="40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22" y="64"/>
                      <a:pt x="22" y="64"/>
                      <a:pt x="22" y="64"/>
                    </a:cubicBezTo>
                    <a:cubicBezTo>
                      <a:pt x="21" y="68"/>
                      <a:pt x="20" y="72"/>
                      <a:pt x="19" y="7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8" y="108"/>
                      <a:pt x="19" y="112"/>
                      <a:pt x="20" y="115"/>
                    </a:cubicBezTo>
                    <a:cubicBezTo>
                      <a:pt x="5" y="127"/>
                      <a:pt x="5" y="127"/>
                      <a:pt x="5" y="127"/>
                    </a:cubicBezTo>
                    <a:cubicBezTo>
                      <a:pt x="8" y="131"/>
                      <a:pt x="8" y="131"/>
                      <a:pt x="8" y="131"/>
                    </a:cubicBezTo>
                    <a:cubicBezTo>
                      <a:pt x="14" y="142"/>
                      <a:pt x="14" y="142"/>
                      <a:pt x="14" y="142"/>
                    </a:cubicBezTo>
                    <a:cubicBezTo>
                      <a:pt x="17" y="147"/>
                      <a:pt x="17" y="147"/>
                      <a:pt x="17" y="147"/>
                    </a:cubicBezTo>
                    <a:cubicBezTo>
                      <a:pt x="32" y="141"/>
                      <a:pt x="32" y="141"/>
                      <a:pt x="32" y="141"/>
                    </a:cubicBezTo>
                    <a:cubicBezTo>
                      <a:pt x="35" y="144"/>
                      <a:pt x="37" y="147"/>
                      <a:pt x="40" y="150"/>
                    </a:cubicBezTo>
                    <a:cubicBezTo>
                      <a:pt x="34" y="166"/>
                      <a:pt x="34" y="166"/>
                      <a:pt x="34" y="166"/>
                    </a:cubicBezTo>
                    <a:cubicBezTo>
                      <a:pt x="38" y="169"/>
                      <a:pt x="38" y="169"/>
                      <a:pt x="38" y="169"/>
                    </a:cubicBezTo>
                    <a:cubicBezTo>
                      <a:pt x="49" y="175"/>
                      <a:pt x="49" y="175"/>
                      <a:pt x="49" y="175"/>
                    </a:cubicBezTo>
                    <a:cubicBezTo>
                      <a:pt x="54" y="178"/>
                      <a:pt x="54" y="178"/>
                      <a:pt x="54" y="178"/>
                    </a:cubicBezTo>
                    <a:cubicBezTo>
                      <a:pt x="64" y="165"/>
                      <a:pt x="64" y="165"/>
                      <a:pt x="64" y="165"/>
                    </a:cubicBezTo>
                    <a:cubicBezTo>
                      <a:pt x="68" y="167"/>
                      <a:pt x="72" y="168"/>
                      <a:pt x="76" y="169"/>
                    </a:cubicBezTo>
                    <a:cubicBezTo>
                      <a:pt x="78" y="186"/>
                      <a:pt x="78" y="186"/>
                      <a:pt x="78" y="186"/>
                    </a:cubicBezTo>
                    <a:cubicBezTo>
                      <a:pt x="83" y="186"/>
                      <a:pt x="83" y="186"/>
                      <a:pt x="83" y="186"/>
                    </a:cubicBezTo>
                    <a:cubicBezTo>
                      <a:pt x="96" y="186"/>
                      <a:pt x="96" y="186"/>
                      <a:pt x="96" y="186"/>
                    </a:cubicBezTo>
                    <a:cubicBezTo>
                      <a:pt x="101" y="186"/>
                      <a:pt x="101" y="186"/>
                      <a:pt x="101" y="186"/>
                    </a:cubicBezTo>
                    <a:cubicBezTo>
                      <a:pt x="104" y="170"/>
                      <a:pt x="104" y="170"/>
                      <a:pt x="104" y="170"/>
                    </a:cubicBezTo>
                    <a:cubicBezTo>
                      <a:pt x="108" y="170"/>
                      <a:pt x="112" y="169"/>
                      <a:pt x="116" y="168"/>
                    </a:cubicBezTo>
                    <a:cubicBezTo>
                      <a:pt x="127" y="182"/>
                      <a:pt x="127" y="182"/>
                      <a:pt x="127" y="182"/>
                    </a:cubicBezTo>
                    <a:cubicBezTo>
                      <a:pt x="131" y="179"/>
                      <a:pt x="131" y="179"/>
                      <a:pt x="131" y="179"/>
                    </a:cubicBezTo>
                    <a:cubicBezTo>
                      <a:pt x="142" y="173"/>
                      <a:pt x="142" y="173"/>
                      <a:pt x="142" y="173"/>
                    </a:cubicBezTo>
                    <a:cubicBezTo>
                      <a:pt x="147" y="170"/>
                      <a:pt x="147" y="170"/>
                      <a:pt x="147" y="170"/>
                    </a:cubicBezTo>
                    <a:cubicBezTo>
                      <a:pt x="141" y="155"/>
                      <a:pt x="141" y="155"/>
                      <a:pt x="141" y="155"/>
                    </a:cubicBezTo>
                    <a:cubicBezTo>
                      <a:pt x="144" y="152"/>
                      <a:pt x="147" y="149"/>
                      <a:pt x="149" y="146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9" y="149"/>
                      <a:pt x="169" y="149"/>
                      <a:pt x="169" y="149"/>
                    </a:cubicBezTo>
                    <a:cubicBezTo>
                      <a:pt x="175" y="138"/>
                      <a:pt x="175" y="138"/>
                      <a:pt x="175" y="138"/>
                    </a:cubicBezTo>
                    <a:cubicBezTo>
                      <a:pt x="178" y="133"/>
                      <a:pt x="178" y="133"/>
                      <a:pt x="178" y="133"/>
                    </a:cubicBezTo>
                    <a:cubicBezTo>
                      <a:pt x="165" y="123"/>
                      <a:pt x="165" y="123"/>
                      <a:pt x="165" y="123"/>
                    </a:cubicBezTo>
                    <a:cubicBezTo>
                      <a:pt x="166" y="119"/>
                      <a:pt x="167" y="115"/>
                      <a:pt x="168" y="111"/>
                    </a:cubicBezTo>
                    <a:lnTo>
                      <a:pt x="186" y="109"/>
                    </a:lnTo>
                    <a:close/>
                    <a:moveTo>
                      <a:pt x="93" y="148"/>
                    </a:moveTo>
                    <a:cubicBezTo>
                      <a:pt x="64" y="148"/>
                      <a:pt x="40" y="123"/>
                      <a:pt x="40" y="93"/>
                    </a:cubicBezTo>
                    <a:cubicBezTo>
                      <a:pt x="40" y="63"/>
                      <a:pt x="64" y="39"/>
                      <a:pt x="93" y="39"/>
                    </a:cubicBezTo>
                    <a:cubicBezTo>
                      <a:pt x="123" y="39"/>
                      <a:pt x="147" y="63"/>
                      <a:pt x="147" y="93"/>
                    </a:cubicBezTo>
                    <a:cubicBezTo>
                      <a:pt x="147" y="123"/>
                      <a:pt x="123" y="148"/>
                      <a:pt x="93" y="1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8" name="Oval 335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759825" y="515143"/>
                <a:ext cx="114300" cy="1127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aphicFrame>
        <p:nvGraphicFramePr>
          <p:cNvPr id="5" name="表格 4"/>
          <p:cNvGraphicFramePr/>
          <p:nvPr>
            <p:custDataLst>
              <p:tags r:id="rId38"/>
            </p:custDataLst>
          </p:nvPr>
        </p:nvGraphicFramePr>
        <p:xfrm>
          <a:off x="1617345" y="2325370"/>
          <a:ext cx="9052560" cy="3776980"/>
        </p:xfrm>
        <a:graphic>
          <a:graphicData uri="http://schemas.openxmlformats.org/drawingml/2006/table">
            <a:tbl>
              <a:tblPr firstRow="1" bandRow="1">
                <a:tableStyleId>{746FDD92-9225-4A66-BE31-D4CA97522642}</a:tableStyleId>
              </a:tblPr>
              <a:tblGrid>
                <a:gridCol w="1098550"/>
                <a:gridCol w="1236980"/>
                <a:gridCol w="2108835"/>
                <a:gridCol w="1593850"/>
                <a:gridCol w="1441450"/>
                <a:gridCol w="1572895"/>
              </a:tblGrid>
              <a:tr h="39052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产品</a:t>
                      </a:r>
                      <a:endParaRPr lang="zh-CN" altLang="en-US" sz="1200" spc="120">
                        <a:solidFill>
                          <a:srgbClr val="3F564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时间跨度</a:t>
                      </a:r>
                      <a:endParaRPr lang="zh-CN" altLang="en-US" sz="1200" spc="12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数据源</a:t>
                      </a:r>
                      <a:endParaRPr lang="zh-CN" altLang="en-US" sz="1200" spc="12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空间分辨率</a:t>
                      </a:r>
                      <a:endParaRPr lang="zh-CN" altLang="en-US" sz="1200" spc="12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时间分辨率</a:t>
                      </a:r>
                      <a:endParaRPr lang="zh-CN" altLang="en-US" sz="1200" spc="12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黑体" panose="02010609060101010101" charset="-122"/>
                          <a:ea typeface="黑体" panose="02010609060101010101" charset="-122"/>
                        </a:rPr>
                        <a:t>参考文献</a:t>
                      </a:r>
                      <a:endParaRPr lang="zh-CN" altLang="en-US" sz="1200" spc="12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>
                    <a:solidFill>
                      <a:srgbClr val="3F564F"/>
                    </a:solidFill>
                  </a:tcPr>
                </a:tc>
              </a:tr>
              <a:tr h="53911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GLASS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1982–2014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NOAA/AVHRR LTDR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反射率；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Terra/MODIS C5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0.05°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，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1982–1999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；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 km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，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2001–2011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Xiao et al., 2016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72580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GLOBMAP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1982–2011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GIMMS NDVI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；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Terra/MODIS C5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1/13.75°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半月，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1982–1999/2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；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天，</a:t>
                      </a: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2000/3–2011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Liu et al., 2012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69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LAI3g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1982–2011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GIMMS NDVI3g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1/12°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</a:rPr>
                        <a:t>半月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Zhu et al., 2013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06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TCDR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1982–2015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NOAA/AVHRR TCDR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0.05°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</a:rPr>
                        <a:t>每日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Claverie et al., 2016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69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GEOV1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1999–2013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SPOT/VGT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1/112°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10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Baret et al., 2013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69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MERIS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2003–2011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ENVISAT/MERIS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1/360°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10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Tum et al., 2016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69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MODIS C5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2001–2015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Terra/MODIS C5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1 km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Shabanov et al., 2005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369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MODIS C6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2001–2015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Terra/MODIS C6 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反射率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500 m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8</a:t>
                      </a:r>
                      <a:r>
                        <a:rPr lang="zh-CN" altLang="en-US" sz="1000"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天</a:t>
                      </a:r>
                      <a:endParaRPr lang="zh-CN" altLang="en-US" sz="100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黑体" panose="02010609060101010101" charset="-122"/>
                          <a:ea typeface="黑体" panose="02010609060101010101" charset="-122"/>
                        </a:rPr>
                        <a:t>Yan et al., 2016</a:t>
                      </a:r>
                      <a:endParaRPr lang="en-US" altLang="zh-CN" sz="10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609090" y="1150620"/>
            <a:ext cx="9553575" cy="990600"/>
            <a:chOff x="1185" y="3988"/>
            <a:chExt cx="15045" cy="1560"/>
          </a:xfrm>
        </p:grpSpPr>
        <p:sp>
          <p:nvSpPr>
            <p:cNvPr id="9" name="矩形 8"/>
            <p:cNvSpPr/>
            <p:nvPr>
              <p:custDataLst>
                <p:tags r:id="rId39"/>
              </p:custDataLst>
            </p:nvPr>
          </p:nvSpPr>
          <p:spPr>
            <a:xfrm>
              <a:off x="1602" y="4524"/>
              <a:ext cx="14628" cy="10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针对两个研究阶段，作者分别整理了1982-2015年的长期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产品，和1999-2015年期间的辅助短期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产品，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主要包括产品的分辨率、生成周期、以及数据的生成方法</a:t>
              </a:r>
              <a:r>
                <a:rPr 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40"/>
              </p:custDataLst>
            </p:nvPr>
          </p:nvSpPr>
          <p:spPr>
            <a:xfrm>
              <a:off x="1185" y="3988"/>
              <a:ext cx="4987" cy="5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l"/>
              </a:pPr>
              <a:r>
                <a:rPr lang="zh-CN" altLang="en-US" sz="1400" b="1" dirty="0">
                  <a:solidFill>
                    <a:srgbClr val="3F56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长期产品与短期产品的对照</a:t>
              </a:r>
              <a:endParaRPr lang="zh-CN" altLang="en-US" sz="14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不同产品的差异分析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35069" y="1233400"/>
            <a:ext cx="551638" cy="474947"/>
            <a:chOff x="7970415" y="1262923"/>
            <a:chExt cx="551638" cy="474947"/>
          </a:xfrm>
          <a:solidFill>
            <a:srgbClr val="3F564F"/>
          </a:solidFill>
        </p:grpSpPr>
        <p:sp>
          <p:nvSpPr>
            <p:cNvPr id="5" name="Freeform 294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7970415" y="1262923"/>
              <a:ext cx="551638" cy="474947"/>
            </a:xfrm>
            <a:custGeom>
              <a:avLst/>
              <a:gdLst>
                <a:gd name="T0" fmla="*/ 224 w 261"/>
                <a:gd name="T1" fmla="*/ 22 h 225"/>
                <a:gd name="T2" fmla="*/ 224 w 261"/>
                <a:gd name="T3" fmla="*/ 15 h 225"/>
                <a:gd name="T4" fmla="*/ 192 w 261"/>
                <a:gd name="T5" fmla="*/ 0 h 225"/>
                <a:gd name="T6" fmla="*/ 159 w 261"/>
                <a:gd name="T7" fmla="*/ 15 h 225"/>
                <a:gd name="T8" fmla="*/ 159 w 261"/>
                <a:gd name="T9" fmla="*/ 22 h 225"/>
                <a:gd name="T10" fmla="*/ 36 w 261"/>
                <a:gd name="T11" fmla="*/ 22 h 225"/>
                <a:gd name="T12" fmla="*/ 0 w 261"/>
                <a:gd name="T13" fmla="*/ 58 h 225"/>
                <a:gd name="T14" fmla="*/ 0 w 261"/>
                <a:gd name="T15" fmla="*/ 188 h 225"/>
                <a:gd name="T16" fmla="*/ 36 w 261"/>
                <a:gd name="T17" fmla="*/ 225 h 225"/>
                <a:gd name="T18" fmla="*/ 224 w 261"/>
                <a:gd name="T19" fmla="*/ 225 h 225"/>
                <a:gd name="T20" fmla="*/ 261 w 261"/>
                <a:gd name="T21" fmla="*/ 188 h 225"/>
                <a:gd name="T22" fmla="*/ 261 w 261"/>
                <a:gd name="T23" fmla="*/ 58 h 225"/>
                <a:gd name="T24" fmla="*/ 224 w 261"/>
                <a:gd name="T25" fmla="*/ 22 h 225"/>
                <a:gd name="T26" fmla="*/ 239 w 261"/>
                <a:gd name="T27" fmla="*/ 188 h 225"/>
                <a:gd name="T28" fmla="*/ 224 w 261"/>
                <a:gd name="T29" fmla="*/ 203 h 225"/>
                <a:gd name="T30" fmla="*/ 36 w 261"/>
                <a:gd name="T31" fmla="*/ 203 h 225"/>
                <a:gd name="T32" fmla="*/ 22 w 261"/>
                <a:gd name="T33" fmla="*/ 188 h 225"/>
                <a:gd name="T34" fmla="*/ 22 w 261"/>
                <a:gd name="T35" fmla="*/ 58 h 225"/>
                <a:gd name="T36" fmla="*/ 36 w 261"/>
                <a:gd name="T37" fmla="*/ 44 h 225"/>
                <a:gd name="T38" fmla="*/ 224 w 261"/>
                <a:gd name="T39" fmla="*/ 44 h 225"/>
                <a:gd name="T40" fmla="*/ 239 w 261"/>
                <a:gd name="T41" fmla="*/ 58 h 225"/>
                <a:gd name="T42" fmla="*/ 239 w 261"/>
                <a:gd name="T43" fmla="*/ 188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1" h="225">
                  <a:moveTo>
                    <a:pt x="224" y="22"/>
                  </a:moveTo>
                  <a:cubicBezTo>
                    <a:pt x="224" y="15"/>
                    <a:pt x="224" y="15"/>
                    <a:pt x="224" y="15"/>
                  </a:cubicBezTo>
                  <a:cubicBezTo>
                    <a:pt x="224" y="7"/>
                    <a:pt x="210" y="0"/>
                    <a:pt x="192" y="0"/>
                  </a:cubicBezTo>
                  <a:cubicBezTo>
                    <a:pt x="174" y="0"/>
                    <a:pt x="159" y="7"/>
                    <a:pt x="159" y="15"/>
                  </a:cubicBezTo>
                  <a:cubicBezTo>
                    <a:pt x="159" y="22"/>
                    <a:pt x="159" y="22"/>
                    <a:pt x="159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16" y="22"/>
                    <a:pt x="0" y="38"/>
                    <a:pt x="0" y="58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208"/>
                    <a:pt x="16" y="225"/>
                    <a:pt x="36" y="225"/>
                  </a:cubicBezTo>
                  <a:cubicBezTo>
                    <a:pt x="224" y="225"/>
                    <a:pt x="224" y="225"/>
                    <a:pt x="224" y="225"/>
                  </a:cubicBezTo>
                  <a:cubicBezTo>
                    <a:pt x="244" y="225"/>
                    <a:pt x="261" y="208"/>
                    <a:pt x="261" y="18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38"/>
                    <a:pt x="244" y="22"/>
                    <a:pt x="224" y="22"/>
                  </a:cubicBezTo>
                  <a:close/>
                  <a:moveTo>
                    <a:pt x="239" y="188"/>
                  </a:moveTo>
                  <a:cubicBezTo>
                    <a:pt x="239" y="196"/>
                    <a:pt x="232" y="203"/>
                    <a:pt x="224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28" y="203"/>
                    <a:pt x="22" y="196"/>
                    <a:pt x="22" y="18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50"/>
                    <a:pt x="28" y="44"/>
                    <a:pt x="36" y="44"/>
                  </a:cubicBezTo>
                  <a:cubicBezTo>
                    <a:pt x="224" y="44"/>
                    <a:pt x="224" y="44"/>
                    <a:pt x="224" y="44"/>
                  </a:cubicBezTo>
                  <a:cubicBezTo>
                    <a:pt x="232" y="44"/>
                    <a:pt x="239" y="50"/>
                    <a:pt x="239" y="58"/>
                  </a:cubicBezTo>
                  <a:lnTo>
                    <a:pt x="23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295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8117070" y="1393433"/>
              <a:ext cx="259674" cy="259674"/>
            </a:xfrm>
            <a:custGeom>
              <a:avLst/>
              <a:gdLst>
                <a:gd name="T0" fmla="*/ 61 w 123"/>
                <a:gd name="T1" fmla="*/ 0 h 123"/>
                <a:gd name="T2" fmla="*/ 0 w 123"/>
                <a:gd name="T3" fmla="*/ 61 h 123"/>
                <a:gd name="T4" fmla="*/ 61 w 123"/>
                <a:gd name="T5" fmla="*/ 123 h 123"/>
                <a:gd name="T6" fmla="*/ 123 w 123"/>
                <a:gd name="T7" fmla="*/ 61 h 123"/>
                <a:gd name="T8" fmla="*/ 61 w 123"/>
                <a:gd name="T9" fmla="*/ 0 h 123"/>
                <a:gd name="T10" fmla="*/ 61 w 123"/>
                <a:gd name="T11" fmla="*/ 101 h 123"/>
                <a:gd name="T12" fmla="*/ 21 w 123"/>
                <a:gd name="T13" fmla="*/ 61 h 123"/>
                <a:gd name="T14" fmla="*/ 61 w 123"/>
                <a:gd name="T15" fmla="*/ 21 h 123"/>
                <a:gd name="T16" fmla="*/ 101 w 123"/>
                <a:gd name="T17" fmla="*/ 61 h 123"/>
                <a:gd name="T18" fmla="*/ 61 w 123"/>
                <a:gd name="T19" fmla="*/ 10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3" h="123">
                  <a:moveTo>
                    <a:pt x="61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5"/>
                    <a:pt x="27" y="123"/>
                    <a:pt x="61" y="123"/>
                  </a:cubicBezTo>
                  <a:cubicBezTo>
                    <a:pt x="95" y="123"/>
                    <a:pt x="123" y="95"/>
                    <a:pt x="123" y="61"/>
                  </a:cubicBezTo>
                  <a:cubicBezTo>
                    <a:pt x="123" y="27"/>
                    <a:pt x="95" y="0"/>
                    <a:pt x="61" y="0"/>
                  </a:cubicBezTo>
                  <a:close/>
                  <a:moveTo>
                    <a:pt x="61" y="101"/>
                  </a:moveTo>
                  <a:cubicBezTo>
                    <a:pt x="39" y="101"/>
                    <a:pt x="21" y="83"/>
                    <a:pt x="21" y="61"/>
                  </a:cubicBezTo>
                  <a:cubicBezTo>
                    <a:pt x="21" y="39"/>
                    <a:pt x="39" y="21"/>
                    <a:pt x="61" y="21"/>
                  </a:cubicBezTo>
                  <a:cubicBezTo>
                    <a:pt x="83" y="21"/>
                    <a:pt x="101" y="39"/>
                    <a:pt x="101" y="61"/>
                  </a:cubicBezTo>
                  <a:cubicBezTo>
                    <a:pt x="101" y="83"/>
                    <a:pt x="83" y="101"/>
                    <a:pt x="61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4"/>
            </p:custDataLst>
          </p:nvPr>
        </p:nvGrpSpPr>
        <p:grpSpPr>
          <a:xfrm>
            <a:off x="4278013" y="1233400"/>
            <a:ext cx="548947" cy="427856"/>
            <a:chOff x="9439656" y="2777910"/>
            <a:chExt cx="548947" cy="427856"/>
          </a:xfrm>
          <a:solidFill>
            <a:srgbClr val="3F564F"/>
          </a:solidFill>
        </p:grpSpPr>
        <p:sp>
          <p:nvSpPr>
            <p:cNvPr id="8" name="Freeform 26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9439656" y="2777910"/>
              <a:ext cx="548947" cy="427856"/>
            </a:xfrm>
            <a:custGeom>
              <a:avLst/>
              <a:gdLst>
                <a:gd name="T0" fmla="*/ 224 w 260"/>
                <a:gd name="T1" fmla="*/ 0 h 202"/>
                <a:gd name="T2" fmla="*/ 36 w 260"/>
                <a:gd name="T3" fmla="*/ 0 h 202"/>
                <a:gd name="T4" fmla="*/ 0 w 260"/>
                <a:gd name="T5" fmla="*/ 36 h 202"/>
                <a:gd name="T6" fmla="*/ 0 w 260"/>
                <a:gd name="T7" fmla="*/ 166 h 202"/>
                <a:gd name="T8" fmla="*/ 36 w 260"/>
                <a:gd name="T9" fmla="*/ 202 h 202"/>
                <a:gd name="T10" fmla="*/ 224 w 260"/>
                <a:gd name="T11" fmla="*/ 202 h 202"/>
                <a:gd name="T12" fmla="*/ 260 w 260"/>
                <a:gd name="T13" fmla="*/ 166 h 202"/>
                <a:gd name="T14" fmla="*/ 260 w 260"/>
                <a:gd name="T15" fmla="*/ 36 h 202"/>
                <a:gd name="T16" fmla="*/ 224 w 260"/>
                <a:gd name="T17" fmla="*/ 0 h 202"/>
                <a:gd name="T18" fmla="*/ 239 w 260"/>
                <a:gd name="T19" fmla="*/ 166 h 202"/>
                <a:gd name="T20" fmla="*/ 224 w 260"/>
                <a:gd name="T21" fmla="*/ 181 h 202"/>
                <a:gd name="T22" fmla="*/ 36 w 260"/>
                <a:gd name="T23" fmla="*/ 181 h 202"/>
                <a:gd name="T24" fmla="*/ 22 w 260"/>
                <a:gd name="T25" fmla="*/ 166 h 202"/>
                <a:gd name="T26" fmla="*/ 22 w 260"/>
                <a:gd name="T27" fmla="*/ 36 h 202"/>
                <a:gd name="T28" fmla="*/ 36 w 260"/>
                <a:gd name="T29" fmla="*/ 21 h 202"/>
                <a:gd name="T30" fmla="*/ 224 w 260"/>
                <a:gd name="T31" fmla="*/ 21 h 202"/>
                <a:gd name="T32" fmla="*/ 239 w 260"/>
                <a:gd name="T33" fmla="*/ 36 h 202"/>
                <a:gd name="T34" fmla="*/ 239 w 260"/>
                <a:gd name="T35" fmla="*/ 16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0" h="201">
                  <a:moveTo>
                    <a:pt x="224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86"/>
                    <a:pt x="16" y="202"/>
                    <a:pt x="36" y="202"/>
                  </a:cubicBezTo>
                  <a:cubicBezTo>
                    <a:pt x="224" y="202"/>
                    <a:pt x="224" y="202"/>
                    <a:pt x="224" y="202"/>
                  </a:cubicBezTo>
                  <a:cubicBezTo>
                    <a:pt x="244" y="202"/>
                    <a:pt x="260" y="186"/>
                    <a:pt x="260" y="166"/>
                  </a:cubicBezTo>
                  <a:cubicBezTo>
                    <a:pt x="260" y="36"/>
                    <a:pt x="260" y="36"/>
                    <a:pt x="260" y="36"/>
                  </a:cubicBezTo>
                  <a:cubicBezTo>
                    <a:pt x="260" y="16"/>
                    <a:pt x="244" y="0"/>
                    <a:pt x="224" y="0"/>
                  </a:cubicBezTo>
                  <a:close/>
                  <a:moveTo>
                    <a:pt x="239" y="166"/>
                  </a:moveTo>
                  <a:cubicBezTo>
                    <a:pt x="239" y="174"/>
                    <a:pt x="232" y="181"/>
                    <a:pt x="224" y="181"/>
                  </a:cubicBezTo>
                  <a:cubicBezTo>
                    <a:pt x="36" y="181"/>
                    <a:pt x="36" y="181"/>
                    <a:pt x="36" y="181"/>
                  </a:cubicBezTo>
                  <a:cubicBezTo>
                    <a:pt x="28" y="181"/>
                    <a:pt x="22" y="174"/>
                    <a:pt x="22" y="16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28"/>
                    <a:pt x="28" y="21"/>
                    <a:pt x="36" y="21"/>
                  </a:cubicBezTo>
                  <a:cubicBezTo>
                    <a:pt x="224" y="21"/>
                    <a:pt x="224" y="21"/>
                    <a:pt x="224" y="21"/>
                  </a:cubicBezTo>
                  <a:cubicBezTo>
                    <a:pt x="232" y="21"/>
                    <a:pt x="239" y="28"/>
                    <a:pt x="239" y="36"/>
                  </a:cubicBezTo>
                  <a:lnTo>
                    <a:pt x="239" y="1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268"/>
            <p:cNvSpPr/>
            <p:nvPr>
              <p:custDataLst>
                <p:tags r:id="rId6"/>
              </p:custDataLst>
            </p:nvPr>
          </p:nvSpPr>
          <p:spPr bwMode="auto">
            <a:xfrm>
              <a:off x="9638784" y="2884201"/>
              <a:ext cx="192401" cy="215273"/>
            </a:xfrm>
            <a:custGeom>
              <a:avLst/>
              <a:gdLst>
                <a:gd name="T0" fmla="*/ 80 w 91"/>
                <a:gd name="T1" fmla="*/ 40 h 102"/>
                <a:gd name="T2" fmla="*/ 19 w 91"/>
                <a:gd name="T3" fmla="*/ 6 h 102"/>
                <a:gd name="T4" fmla="*/ 0 w 91"/>
                <a:gd name="T5" fmla="*/ 17 h 102"/>
                <a:gd name="T6" fmla="*/ 0 w 91"/>
                <a:gd name="T7" fmla="*/ 85 h 102"/>
                <a:gd name="T8" fmla="*/ 19 w 91"/>
                <a:gd name="T9" fmla="*/ 96 h 102"/>
                <a:gd name="T10" fmla="*/ 80 w 91"/>
                <a:gd name="T11" fmla="*/ 62 h 102"/>
                <a:gd name="T12" fmla="*/ 80 w 91"/>
                <a:gd name="T13" fmla="*/ 4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102">
                  <a:moveTo>
                    <a:pt x="80" y="40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8" y="0"/>
                    <a:pt x="0" y="5"/>
                    <a:pt x="0" y="1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7"/>
                    <a:pt x="8" y="102"/>
                    <a:pt x="19" y="96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91" y="56"/>
                    <a:pt x="91" y="46"/>
                    <a:pt x="80" y="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8082429" y="1233400"/>
            <a:ext cx="548947" cy="524729"/>
            <a:chOff x="6472919" y="2732165"/>
            <a:chExt cx="548947" cy="524729"/>
          </a:xfrm>
          <a:solidFill>
            <a:srgbClr val="3F564F"/>
          </a:solidFill>
        </p:grpSpPr>
        <p:sp>
          <p:nvSpPr>
            <p:cNvPr id="11" name="Freeform 25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472919" y="2732165"/>
              <a:ext cx="548947" cy="524729"/>
            </a:xfrm>
            <a:custGeom>
              <a:avLst/>
              <a:gdLst>
                <a:gd name="T0" fmla="*/ 224 w 260"/>
                <a:gd name="T1" fmla="*/ 0 h 248"/>
                <a:gd name="T2" fmla="*/ 36 w 260"/>
                <a:gd name="T3" fmla="*/ 0 h 248"/>
                <a:gd name="T4" fmla="*/ 0 w 260"/>
                <a:gd name="T5" fmla="*/ 36 h 248"/>
                <a:gd name="T6" fmla="*/ 0 w 260"/>
                <a:gd name="T7" fmla="*/ 166 h 248"/>
                <a:gd name="T8" fmla="*/ 29 w 260"/>
                <a:gd name="T9" fmla="*/ 203 h 248"/>
                <a:gd name="T10" fmla="*/ 68 w 260"/>
                <a:gd name="T11" fmla="*/ 203 h 248"/>
                <a:gd name="T12" fmla="*/ 84 w 260"/>
                <a:gd name="T13" fmla="*/ 210 h 248"/>
                <a:gd name="T14" fmla="*/ 110 w 260"/>
                <a:gd name="T15" fmla="*/ 239 h 248"/>
                <a:gd name="T16" fmla="*/ 130 w 260"/>
                <a:gd name="T17" fmla="*/ 248 h 248"/>
                <a:gd name="T18" fmla="*/ 150 w 260"/>
                <a:gd name="T19" fmla="*/ 239 h 248"/>
                <a:gd name="T20" fmla="*/ 176 w 260"/>
                <a:gd name="T21" fmla="*/ 210 h 248"/>
                <a:gd name="T22" fmla="*/ 188 w 260"/>
                <a:gd name="T23" fmla="*/ 203 h 248"/>
                <a:gd name="T24" fmla="*/ 228 w 260"/>
                <a:gd name="T25" fmla="*/ 203 h 248"/>
                <a:gd name="T26" fmla="*/ 260 w 260"/>
                <a:gd name="T27" fmla="*/ 166 h 248"/>
                <a:gd name="T28" fmla="*/ 260 w 260"/>
                <a:gd name="T29" fmla="*/ 36 h 248"/>
                <a:gd name="T30" fmla="*/ 224 w 260"/>
                <a:gd name="T31" fmla="*/ 0 h 248"/>
                <a:gd name="T32" fmla="*/ 239 w 260"/>
                <a:gd name="T33" fmla="*/ 166 h 248"/>
                <a:gd name="T34" fmla="*/ 228 w 260"/>
                <a:gd name="T35" fmla="*/ 181 h 248"/>
                <a:gd name="T36" fmla="*/ 188 w 260"/>
                <a:gd name="T37" fmla="*/ 181 h 248"/>
                <a:gd name="T38" fmla="*/ 158 w 260"/>
                <a:gd name="T39" fmla="*/ 197 h 248"/>
                <a:gd name="T40" fmla="*/ 134 w 260"/>
                <a:gd name="T41" fmla="*/ 224 h 248"/>
                <a:gd name="T42" fmla="*/ 130 w 260"/>
                <a:gd name="T43" fmla="*/ 226 h 248"/>
                <a:gd name="T44" fmla="*/ 126 w 260"/>
                <a:gd name="T45" fmla="*/ 224 h 248"/>
                <a:gd name="T46" fmla="*/ 102 w 260"/>
                <a:gd name="T47" fmla="*/ 197 h 248"/>
                <a:gd name="T48" fmla="*/ 68 w 260"/>
                <a:gd name="T49" fmla="*/ 181 h 248"/>
                <a:gd name="T50" fmla="*/ 29 w 260"/>
                <a:gd name="T51" fmla="*/ 181 h 248"/>
                <a:gd name="T52" fmla="*/ 21 w 260"/>
                <a:gd name="T53" fmla="*/ 166 h 248"/>
                <a:gd name="T54" fmla="*/ 21 w 260"/>
                <a:gd name="T55" fmla="*/ 36 h 248"/>
                <a:gd name="T56" fmla="*/ 36 w 260"/>
                <a:gd name="T57" fmla="*/ 22 h 248"/>
                <a:gd name="T58" fmla="*/ 224 w 260"/>
                <a:gd name="T59" fmla="*/ 22 h 248"/>
                <a:gd name="T60" fmla="*/ 239 w 260"/>
                <a:gd name="T61" fmla="*/ 36 h 248"/>
                <a:gd name="T62" fmla="*/ 239 w 260"/>
                <a:gd name="T63" fmla="*/ 166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0" h="248">
                  <a:moveTo>
                    <a:pt x="224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86"/>
                    <a:pt x="13" y="203"/>
                    <a:pt x="29" y="203"/>
                  </a:cubicBezTo>
                  <a:cubicBezTo>
                    <a:pt x="45" y="203"/>
                    <a:pt x="62" y="203"/>
                    <a:pt x="68" y="203"/>
                  </a:cubicBezTo>
                  <a:cubicBezTo>
                    <a:pt x="74" y="203"/>
                    <a:pt x="82" y="206"/>
                    <a:pt x="84" y="210"/>
                  </a:cubicBezTo>
                  <a:cubicBezTo>
                    <a:pt x="87" y="214"/>
                    <a:pt x="99" y="227"/>
                    <a:pt x="110" y="239"/>
                  </a:cubicBezTo>
                  <a:cubicBezTo>
                    <a:pt x="115" y="245"/>
                    <a:pt x="123" y="248"/>
                    <a:pt x="130" y="248"/>
                  </a:cubicBezTo>
                  <a:cubicBezTo>
                    <a:pt x="137" y="248"/>
                    <a:pt x="145" y="245"/>
                    <a:pt x="150" y="239"/>
                  </a:cubicBezTo>
                  <a:cubicBezTo>
                    <a:pt x="161" y="227"/>
                    <a:pt x="173" y="214"/>
                    <a:pt x="176" y="210"/>
                  </a:cubicBezTo>
                  <a:cubicBezTo>
                    <a:pt x="178" y="206"/>
                    <a:pt x="184" y="203"/>
                    <a:pt x="188" y="203"/>
                  </a:cubicBezTo>
                  <a:cubicBezTo>
                    <a:pt x="192" y="203"/>
                    <a:pt x="210" y="203"/>
                    <a:pt x="228" y="203"/>
                  </a:cubicBezTo>
                  <a:cubicBezTo>
                    <a:pt x="246" y="203"/>
                    <a:pt x="260" y="186"/>
                    <a:pt x="260" y="166"/>
                  </a:cubicBezTo>
                  <a:cubicBezTo>
                    <a:pt x="260" y="36"/>
                    <a:pt x="260" y="36"/>
                    <a:pt x="260" y="36"/>
                  </a:cubicBezTo>
                  <a:cubicBezTo>
                    <a:pt x="260" y="16"/>
                    <a:pt x="244" y="0"/>
                    <a:pt x="224" y="0"/>
                  </a:cubicBezTo>
                  <a:close/>
                  <a:moveTo>
                    <a:pt x="239" y="166"/>
                  </a:moveTo>
                  <a:cubicBezTo>
                    <a:pt x="239" y="174"/>
                    <a:pt x="233" y="181"/>
                    <a:pt x="228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177" y="181"/>
                    <a:pt x="165" y="188"/>
                    <a:pt x="158" y="197"/>
                  </a:cubicBezTo>
                  <a:cubicBezTo>
                    <a:pt x="156" y="200"/>
                    <a:pt x="146" y="212"/>
                    <a:pt x="134" y="224"/>
                  </a:cubicBezTo>
                  <a:cubicBezTo>
                    <a:pt x="133" y="226"/>
                    <a:pt x="131" y="226"/>
                    <a:pt x="130" y="226"/>
                  </a:cubicBezTo>
                  <a:cubicBezTo>
                    <a:pt x="129" y="226"/>
                    <a:pt x="127" y="226"/>
                    <a:pt x="126" y="224"/>
                  </a:cubicBezTo>
                  <a:cubicBezTo>
                    <a:pt x="114" y="212"/>
                    <a:pt x="104" y="200"/>
                    <a:pt x="102" y="197"/>
                  </a:cubicBezTo>
                  <a:cubicBezTo>
                    <a:pt x="95" y="188"/>
                    <a:pt x="81" y="181"/>
                    <a:pt x="68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6" y="181"/>
                    <a:pt x="21" y="175"/>
                    <a:pt x="21" y="16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28"/>
                    <a:pt x="28" y="22"/>
                    <a:pt x="36" y="22"/>
                  </a:cubicBezTo>
                  <a:cubicBezTo>
                    <a:pt x="224" y="22"/>
                    <a:pt x="224" y="22"/>
                    <a:pt x="224" y="22"/>
                  </a:cubicBezTo>
                  <a:cubicBezTo>
                    <a:pt x="232" y="22"/>
                    <a:pt x="239" y="28"/>
                    <a:pt x="239" y="36"/>
                  </a:cubicBezTo>
                  <a:lnTo>
                    <a:pt x="239" y="1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Rectangle 25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624956" y="2901692"/>
              <a:ext cx="244874" cy="296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Rectangle 25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24956" y="2977038"/>
              <a:ext cx="244874" cy="296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97396" y="3760578"/>
            <a:ext cx="626984" cy="398256"/>
            <a:chOff x="10847006" y="2792710"/>
            <a:chExt cx="626984" cy="398256"/>
          </a:xfrm>
          <a:solidFill>
            <a:srgbClr val="3F564F"/>
          </a:solidFill>
        </p:grpSpPr>
        <p:sp>
          <p:nvSpPr>
            <p:cNvPr id="15" name="Freeform 248"/>
            <p:cNvSpPr/>
            <p:nvPr>
              <p:custDataLst>
                <p:tags r:id="rId12"/>
              </p:custDataLst>
            </p:nvPr>
          </p:nvSpPr>
          <p:spPr bwMode="auto">
            <a:xfrm>
              <a:off x="10847006" y="2792710"/>
              <a:ext cx="488402" cy="372692"/>
            </a:xfrm>
            <a:custGeom>
              <a:avLst/>
              <a:gdLst>
                <a:gd name="T0" fmla="*/ 58 w 231"/>
                <a:gd name="T1" fmla="*/ 101 h 176"/>
                <a:gd name="T2" fmla="*/ 58 w 231"/>
                <a:gd name="T3" fmla="*/ 51 h 176"/>
                <a:gd name="T4" fmla="*/ 79 w 231"/>
                <a:gd name="T5" fmla="*/ 29 h 176"/>
                <a:gd name="T6" fmla="*/ 217 w 231"/>
                <a:gd name="T7" fmla="*/ 29 h 176"/>
                <a:gd name="T8" fmla="*/ 231 w 231"/>
                <a:gd name="T9" fmla="*/ 0 h 176"/>
                <a:gd name="T10" fmla="*/ 79 w 231"/>
                <a:gd name="T11" fmla="*/ 0 h 176"/>
                <a:gd name="T12" fmla="*/ 29 w 231"/>
                <a:gd name="T13" fmla="*/ 51 h 176"/>
                <a:gd name="T14" fmla="*/ 29 w 231"/>
                <a:gd name="T15" fmla="*/ 101 h 176"/>
                <a:gd name="T16" fmla="*/ 0 w 231"/>
                <a:gd name="T17" fmla="*/ 101 h 176"/>
                <a:gd name="T18" fmla="*/ 43 w 231"/>
                <a:gd name="T19" fmla="*/ 176 h 176"/>
                <a:gd name="T20" fmla="*/ 86 w 231"/>
                <a:gd name="T21" fmla="*/ 101 h 176"/>
                <a:gd name="T22" fmla="*/ 58 w 231"/>
                <a:gd name="T23" fmla="*/ 101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1" h="176">
                  <a:moveTo>
                    <a:pt x="58" y="101"/>
                  </a:moveTo>
                  <a:cubicBezTo>
                    <a:pt x="58" y="51"/>
                    <a:pt x="58" y="51"/>
                    <a:pt x="58" y="51"/>
                  </a:cubicBezTo>
                  <a:cubicBezTo>
                    <a:pt x="58" y="39"/>
                    <a:pt x="67" y="29"/>
                    <a:pt x="79" y="29"/>
                  </a:cubicBezTo>
                  <a:cubicBezTo>
                    <a:pt x="217" y="29"/>
                    <a:pt x="217" y="29"/>
                    <a:pt x="217" y="29"/>
                  </a:cubicBezTo>
                  <a:cubicBezTo>
                    <a:pt x="231" y="0"/>
                    <a:pt x="231" y="0"/>
                    <a:pt x="231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51" y="0"/>
                    <a:pt x="29" y="23"/>
                    <a:pt x="29" y="5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43" y="176"/>
                    <a:pt x="43" y="176"/>
                    <a:pt x="43" y="176"/>
                  </a:cubicBezTo>
                  <a:cubicBezTo>
                    <a:pt x="86" y="101"/>
                    <a:pt x="86" y="101"/>
                    <a:pt x="86" y="101"/>
                  </a:cubicBezTo>
                  <a:lnTo>
                    <a:pt x="58" y="10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249"/>
            <p:cNvSpPr/>
            <p:nvPr>
              <p:custDataLst>
                <p:tags r:id="rId13"/>
              </p:custDataLst>
            </p:nvPr>
          </p:nvSpPr>
          <p:spPr bwMode="auto">
            <a:xfrm>
              <a:off x="10969443" y="2818274"/>
              <a:ext cx="504547" cy="372692"/>
            </a:xfrm>
            <a:custGeom>
              <a:avLst/>
              <a:gdLst>
                <a:gd name="T0" fmla="*/ 239 w 239"/>
                <a:gd name="T1" fmla="*/ 75 h 176"/>
                <a:gd name="T2" fmla="*/ 195 w 239"/>
                <a:gd name="T3" fmla="*/ 0 h 176"/>
                <a:gd name="T4" fmla="*/ 152 w 239"/>
                <a:gd name="T5" fmla="*/ 75 h 176"/>
                <a:gd name="T6" fmla="*/ 181 w 239"/>
                <a:gd name="T7" fmla="*/ 75 h 176"/>
                <a:gd name="T8" fmla="*/ 181 w 239"/>
                <a:gd name="T9" fmla="*/ 125 h 176"/>
                <a:gd name="T10" fmla="*/ 159 w 239"/>
                <a:gd name="T11" fmla="*/ 147 h 176"/>
                <a:gd name="T12" fmla="*/ 14 w 239"/>
                <a:gd name="T13" fmla="*/ 147 h 176"/>
                <a:gd name="T14" fmla="*/ 0 w 239"/>
                <a:gd name="T15" fmla="*/ 176 h 176"/>
                <a:gd name="T16" fmla="*/ 159 w 239"/>
                <a:gd name="T17" fmla="*/ 176 h 176"/>
                <a:gd name="T18" fmla="*/ 210 w 239"/>
                <a:gd name="T19" fmla="*/ 125 h 176"/>
                <a:gd name="T20" fmla="*/ 210 w 239"/>
                <a:gd name="T21" fmla="*/ 75 h 176"/>
                <a:gd name="T22" fmla="*/ 239 w 239"/>
                <a:gd name="T23" fmla="*/ 7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9" h="176">
                  <a:moveTo>
                    <a:pt x="239" y="75"/>
                  </a:moveTo>
                  <a:cubicBezTo>
                    <a:pt x="195" y="0"/>
                    <a:pt x="195" y="0"/>
                    <a:pt x="195" y="0"/>
                  </a:cubicBezTo>
                  <a:cubicBezTo>
                    <a:pt x="152" y="75"/>
                    <a:pt x="152" y="75"/>
                    <a:pt x="152" y="75"/>
                  </a:cubicBezTo>
                  <a:cubicBezTo>
                    <a:pt x="181" y="75"/>
                    <a:pt x="181" y="75"/>
                    <a:pt x="181" y="75"/>
                  </a:cubicBezTo>
                  <a:cubicBezTo>
                    <a:pt x="181" y="125"/>
                    <a:pt x="181" y="125"/>
                    <a:pt x="181" y="125"/>
                  </a:cubicBezTo>
                  <a:cubicBezTo>
                    <a:pt x="181" y="137"/>
                    <a:pt x="171" y="147"/>
                    <a:pt x="159" y="147"/>
                  </a:cubicBezTo>
                  <a:cubicBezTo>
                    <a:pt x="14" y="147"/>
                    <a:pt x="14" y="147"/>
                    <a:pt x="14" y="14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159" y="176"/>
                    <a:pt x="159" y="176"/>
                    <a:pt x="159" y="176"/>
                  </a:cubicBezTo>
                  <a:cubicBezTo>
                    <a:pt x="187" y="176"/>
                    <a:pt x="210" y="153"/>
                    <a:pt x="210" y="125"/>
                  </a:cubicBezTo>
                  <a:cubicBezTo>
                    <a:pt x="210" y="75"/>
                    <a:pt x="210" y="75"/>
                    <a:pt x="210" y="75"/>
                  </a:cubicBezTo>
                  <a:lnTo>
                    <a:pt x="239" y="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4"/>
            </p:custDataLst>
          </p:nvPr>
        </p:nvGrpSpPr>
        <p:grpSpPr>
          <a:xfrm>
            <a:off x="4270613" y="3760578"/>
            <a:ext cx="563747" cy="444001"/>
            <a:chOff x="9424856" y="1293869"/>
            <a:chExt cx="563747" cy="444001"/>
          </a:xfrm>
          <a:solidFill>
            <a:srgbClr val="3F564F"/>
          </a:solidFill>
        </p:grpSpPr>
        <p:sp>
          <p:nvSpPr>
            <p:cNvPr id="18" name="Freeform 258"/>
            <p:cNvSpPr/>
            <p:nvPr>
              <p:custDataLst>
                <p:tags r:id="rId15"/>
              </p:custDataLst>
            </p:nvPr>
          </p:nvSpPr>
          <p:spPr bwMode="auto">
            <a:xfrm>
              <a:off x="9439656" y="1308669"/>
              <a:ext cx="548947" cy="429201"/>
            </a:xfrm>
            <a:custGeom>
              <a:avLst/>
              <a:gdLst>
                <a:gd name="T0" fmla="*/ 224 w 260"/>
                <a:gd name="T1" fmla="*/ 0 h 203"/>
                <a:gd name="T2" fmla="*/ 174 w 260"/>
                <a:gd name="T3" fmla="*/ 0 h 203"/>
                <a:gd name="T4" fmla="*/ 174 w 260"/>
                <a:gd name="T5" fmla="*/ 22 h 203"/>
                <a:gd name="T6" fmla="*/ 224 w 260"/>
                <a:gd name="T7" fmla="*/ 22 h 203"/>
                <a:gd name="T8" fmla="*/ 239 w 260"/>
                <a:gd name="T9" fmla="*/ 36 h 203"/>
                <a:gd name="T10" fmla="*/ 239 w 260"/>
                <a:gd name="T11" fmla="*/ 166 h 203"/>
                <a:gd name="T12" fmla="*/ 224 w 260"/>
                <a:gd name="T13" fmla="*/ 181 h 203"/>
                <a:gd name="T14" fmla="*/ 36 w 260"/>
                <a:gd name="T15" fmla="*/ 181 h 203"/>
                <a:gd name="T16" fmla="*/ 22 w 260"/>
                <a:gd name="T17" fmla="*/ 166 h 203"/>
                <a:gd name="T18" fmla="*/ 22 w 260"/>
                <a:gd name="T19" fmla="*/ 123 h 203"/>
                <a:gd name="T20" fmla="*/ 0 w 260"/>
                <a:gd name="T21" fmla="*/ 123 h 203"/>
                <a:gd name="T22" fmla="*/ 0 w 260"/>
                <a:gd name="T23" fmla="*/ 166 h 203"/>
                <a:gd name="T24" fmla="*/ 36 w 260"/>
                <a:gd name="T25" fmla="*/ 203 h 203"/>
                <a:gd name="T26" fmla="*/ 224 w 260"/>
                <a:gd name="T27" fmla="*/ 203 h 203"/>
                <a:gd name="T28" fmla="*/ 260 w 260"/>
                <a:gd name="T29" fmla="*/ 166 h 203"/>
                <a:gd name="T30" fmla="*/ 260 w 260"/>
                <a:gd name="T31" fmla="*/ 36 h 203"/>
                <a:gd name="T32" fmla="*/ 224 w 260"/>
                <a:gd name="T3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0" h="203">
                  <a:moveTo>
                    <a:pt x="224" y="0"/>
                  </a:moveTo>
                  <a:cubicBezTo>
                    <a:pt x="174" y="0"/>
                    <a:pt x="174" y="0"/>
                    <a:pt x="174" y="0"/>
                  </a:cubicBezTo>
                  <a:cubicBezTo>
                    <a:pt x="174" y="22"/>
                    <a:pt x="174" y="22"/>
                    <a:pt x="174" y="22"/>
                  </a:cubicBezTo>
                  <a:cubicBezTo>
                    <a:pt x="224" y="22"/>
                    <a:pt x="224" y="22"/>
                    <a:pt x="224" y="22"/>
                  </a:cubicBezTo>
                  <a:cubicBezTo>
                    <a:pt x="232" y="22"/>
                    <a:pt x="239" y="28"/>
                    <a:pt x="239" y="36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9" y="174"/>
                    <a:pt x="232" y="181"/>
                    <a:pt x="224" y="181"/>
                  </a:cubicBezTo>
                  <a:cubicBezTo>
                    <a:pt x="36" y="181"/>
                    <a:pt x="36" y="181"/>
                    <a:pt x="36" y="181"/>
                  </a:cubicBezTo>
                  <a:cubicBezTo>
                    <a:pt x="28" y="181"/>
                    <a:pt x="22" y="174"/>
                    <a:pt x="22" y="166"/>
                  </a:cubicBezTo>
                  <a:cubicBezTo>
                    <a:pt x="22" y="123"/>
                    <a:pt x="22" y="123"/>
                    <a:pt x="22" y="1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86"/>
                    <a:pt x="16" y="203"/>
                    <a:pt x="36" y="203"/>
                  </a:cubicBezTo>
                  <a:cubicBezTo>
                    <a:pt x="224" y="203"/>
                    <a:pt x="224" y="203"/>
                    <a:pt x="224" y="203"/>
                  </a:cubicBezTo>
                  <a:cubicBezTo>
                    <a:pt x="244" y="203"/>
                    <a:pt x="260" y="186"/>
                    <a:pt x="260" y="166"/>
                  </a:cubicBezTo>
                  <a:cubicBezTo>
                    <a:pt x="260" y="36"/>
                    <a:pt x="260" y="36"/>
                    <a:pt x="260" y="36"/>
                  </a:cubicBezTo>
                  <a:cubicBezTo>
                    <a:pt x="260" y="16"/>
                    <a:pt x="244" y="0"/>
                    <a:pt x="2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Freeform 259"/>
            <p:cNvSpPr/>
            <p:nvPr>
              <p:custDataLst>
                <p:tags r:id="rId16"/>
              </p:custDataLst>
            </p:nvPr>
          </p:nvSpPr>
          <p:spPr bwMode="auto">
            <a:xfrm>
              <a:off x="9424856" y="1293869"/>
              <a:ext cx="152037" cy="220655"/>
            </a:xfrm>
            <a:custGeom>
              <a:avLst/>
              <a:gdLst>
                <a:gd name="T0" fmla="*/ 0 w 72"/>
                <a:gd name="T1" fmla="*/ 101 h 104"/>
                <a:gd name="T2" fmla="*/ 46 w 72"/>
                <a:gd name="T3" fmla="*/ 90 h 104"/>
                <a:gd name="T4" fmla="*/ 64 w 72"/>
                <a:gd name="T5" fmla="*/ 70 h 104"/>
                <a:gd name="T6" fmla="*/ 69 w 72"/>
                <a:gd name="T7" fmla="*/ 57 h 104"/>
                <a:gd name="T8" fmla="*/ 71 w 72"/>
                <a:gd name="T9" fmla="*/ 50 h 104"/>
                <a:gd name="T10" fmla="*/ 72 w 72"/>
                <a:gd name="T11" fmla="*/ 46 h 104"/>
                <a:gd name="T12" fmla="*/ 72 w 72"/>
                <a:gd name="T13" fmla="*/ 43 h 104"/>
                <a:gd name="T14" fmla="*/ 71 w 72"/>
                <a:gd name="T15" fmla="*/ 43 h 104"/>
                <a:gd name="T16" fmla="*/ 72 w 72"/>
                <a:gd name="T17" fmla="*/ 36 h 104"/>
                <a:gd name="T18" fmla="*/ 36 w 72"/>
                <a:gd name="T19" fmla="*/ 0 h 104"/>
                <a:gd name="T20" fmla="*/ 0 w 72"/>
                <a:gd name="T21" fmla="*/ 36 h 104"/>
                <a:gd name="T22" fmla="*/ 36 w 72"/>
                <a:gd name="T23" fmla="*/ 72 h 104"/>
                <a:gd name="T24" fmla="*/ 38 w 72"/>
                <a:gd name="T25" fmla="*/ 72 h 104"/>
                <a:gd name="T26" fmla="*/ 35 w 72"/>
                <a:gd name="T27" fmla="*/ 78 h 104"/>
                <a:gd name="T28" fmla="*/ 0 w 72"/>
                <a:gd name="T29" fmla="*/ 10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" h="104">
                  <a:moveTo>
                    <a:pt x="0" y="101"/>
                  </a:moveTo>
                  <a:cubicBezTo>
                    <a:pt x="15" y="104"/>
                    <a:pt x="32" y="100"/>
                    <a:pt x="46" y="90"/>
                  </a:cubicBezTo>
                  <a:cubicBezTo>
                    <a:pt x="53" y="85"/>
                    <a:pt x="60" y="78"/>
                    <a:pt x="64" y="70"/>
                  </a:cubicBezTo>
                  <a:cubicBezTo>
                    <a:pt x="66" y="66"/>
                    <a:pt x="68" y="61"/>
                    <a:pt x="69" y="57"/>
                  </a:cubicBezTo>
                  <a:cubicBezTo>
                    <a:pt x="70" y="55"/>
                    <a:pt x="71" y="52"/>
                    <a:pt x="71" y="50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1" y="43"/>
                    <a:pt x="71" y="43"/>
                    <a:pt x="71" y="43"/>
                  </a:cubicBezTo>
                  <a:cubicBezTo>
                    <a:pt x="72" y="41"/>
                    <a:pt x="72" y="38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37" y="72"/>
                    <a:pt x="38" y="72"/>
                    <a:pt x="38" y="72"/>
                  </a:cubicBezTo>
                  <a:cubicBezTo>
                    <a:pt x="37" y="74"/>
                    <a:pt x="36" y="76"/>
                    <a:pt x="35" y="78"/>
                  </a:cubicBezTo>
                  <a:cubicBezTo>
                    <a:pt x="27" y="89"/>
                    <a:pt x="15" y="98"/>
                    <a:pt x="0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Freeform 260"/>
            <p:cNvSpPr/>
            <p:nvPr>
              <p:custDataLst>
                <p:tags r:id="rId17"/>
              </p:custDataLst>
            </p:nvPr>
          </p:nvSpPr>
          <p:spPr bwMode="auto">
            <a:xfrm>
              <a:off x="9591693" y="1293869"/>
              <a:ext cx="154728" cy="220655"/>
            </a:xfrm>
            <a:custGeom>
              <a:avLst/>
              <a:gdLst>
                <a:gd name="T0" fmla="*/ 0 w 73"/>
                <a:gd name="T1" fmla="*/ 101 h 104"/>
                <a:gd name="T2" fmla="*/ 47 w 73"/>
                <a:gd name="T3" fmla="*/ 90 h 104"/>
                <a:gd name="T4" fmla="*/ 65 w 73"/>
                <a:gd name="T5" fmla="*/ 70 h 104"/>
                <a:gd name="T6" fmla="*/ 70 w 73"/>
                <a:gd name="T7" fmla="*/ 57 h 104"/>
                <a:gd name="T8" fmla="*/ 72 w 73"/>
                <a:gd name="T9" fmla="*/ 50 h 104"/>
                <a:gd name="T10" fmla="*/ 72 w 73"/>
                <a:gd name="T11" fmla="*/ 46 h 104"/>
                <a:gd name="T12" fmla="*/ 73 w 73"/>
                <a:gd name="T13" fmla="*/ 43 h 104"/>
                <a:gd name="T14" fmla="*/ 72 w 73"/>
                <a:gd name="T15" fmla="*/ 43 h 104"/>
                <a:gd name="T16" fmla="*/ 73 w 73"/>
                <a:gd name="T17" fmla="*/ 36 h 104"/>
                <a:gd name="T18" fmla="*/ 36 w 73"/>
                <a:gd name="T19" fmla="*/ 0 h 104"/>
                <a:gd name="T20" fmla="*/ 0 w 73"/>
                <a:gd name="T21" fmla="*/ 36 h 104"/>
                <a:gd name="T22" fmla="*/ 36 w 73"/>
                <a:gd name="T23" fmla="*/ 72 h 104"/>
                <a:gd name="T24" fmla="*/ 39 w 73"/>
                <a:gd name="T25" fmla="*/ 72 h 104"/>
                <a:gd name="T26" fmla="*/ 35 w 73"/>
                <a:gd name="T27" fmla="*/ 78 h 104"/>
                <a:gd name="T28" fmla="*/ 0 w 73"/>
                <a:gd name="T29" fmla="*/ 10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104">
                  <a:moveTo>
                    <a:pt x="0" y="101"/>
                  </a:moveTo>
                  <a:cubicBezTo>
                    <a:pt x="15" y="104"/>
                    <a:pt x="33" y="100"/>
                    <a:pt x="47" y="90"/>
                  </a:cubicBezTo>
                  <a:cubicBezTo>
                    <a:pt x="54" y="85"/>
                    <a:pt x="60" y="78"/>
                    <a:pt x="65" y="70"/>
                  </a:cubicBezTo>
                  <a:cubicBezTo>
                    <a:pt x="67" y="66"/>
                    <a:pt x="69" y="61"/>
                    <a:pt x="70" y="57"/>
                  </a:cubicBezTo>
                  <a:cubicBezTo>
                    <a:pt x="71" y="55"/>
                    <a:pt x="71" y="52"/>
                    <a:pt x="72" y="50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41"/>
                    <a:pt x="73" y="38"/>
                    <a:pt x="73" y="36"/>
                  </a:cubicBezTo>
                  <a:cubicBezTo>
                    <a:pt x="73" y="16"/>
                    <a:pt x="5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37" y="72"/>
                    <a:pt x="38" y="72"/>
                    <a:pt x="39" y="72"/>
                  </a:cubicBezTo>
                  <a:cubicBezTo>
                    <a:pt x="38" y="74"/>
                    <a:pt x="37" y="76"/>
                    <a:pt x="35" y="78"/>
                  </a:cubicBezTo>
                  <a:cubicBezTo>
                    <a:pt x="28" y="89"/>
                    <a:pt x="15" y="98"/>
                    <a:pt x="0" y="10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005840" y="3799840"/>
            <a:ext cx="91313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TCDR</a:t>
            </a:r>
            <a:endParaRPr lang="en-US" altLang="zh-CN" sz="16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9"/>
            </p:custDataLst>
          </p:nvPr>
        </p:nvSpPr>
        <p:spPr>
          <a:xfrm>
            <a:off x="1006044" y="4369736"/>
            <a:ext cx="3351187" cy="136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变动主要来自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AVHRR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多卫星平台本身的不稳定性和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AVHRR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反射率—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 LAI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训练关系的不确定性。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TCDR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对反射率做了定标、大气校正和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BRDF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校正，但它仍然受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NOAA/AVHRR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多平台更替和神经网络反演关系影响。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0"/>
            </p:custDataLst>
          </p:nvPr>
        </p:nvSpPr>
        <p:spPr>
          <a:xfrm>
            <a:off x="1005840" y="1341120"/>
            <a:ext cx="125857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6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GLASS</a:t>
            </a:r>
            <a:endParaRPr lang="en-US" altLang="zh-CN" sz="16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>
            <a:off x="1006044" y="1842558"/>
            <a:ext cx="3351187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变动主要来自2001年前后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AVHRR → MODIS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的数据源切换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。由于前后传感器平台不同，反射率输入和反演关系可能发生变化，因此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GLASS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的产品自身不一致性最明显。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4879574" y="1307129"/>
            <a:ext cx="1711619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GLOBMAP</a:t>
            </a:r>
            <a:endParaRPr lang="en-US" altLang="zh-CN" sz="16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3"/>
            </p:custDataLst>
          </p:nvPr>
        </p:nvSpPr>
        <p:spPr>
          <a:xfrm>
            <a:off x="4884654" y="1842558"/>
            <a:ext cx="3351187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变动主要来自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GIMMS NDVI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数据之间的桥接关系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。它用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时期建立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LAI–NDVI/SR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关系回推早期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LAI，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因此早期结果依赖这种关系是否稳定。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8648065" y="1306830"/>
            <a:ext cx="139954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LAI3G</a:t>
            </a:r>
            <a:endParaRPr lang="en-US" altLang="zh-CN" sz="16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5"/>
            </p:custDataLst>
          </p:nvPr>
        </p:nvSpPr>
        <p:spPr>
          <a:xfrm>
            <a:off x="8647842" y="1842558"/>
            <a:ext cx="3351187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变动主要来自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NDVI3g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长时间序列本身的不确定和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NDVI–LAI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神经网络转换关系的不稳定性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。其长期趋势可能受到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AVHRR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平台变化、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NDVI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饱和和训练关系迁移的影响。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4835525" y="3799840"/>
            <a:ext cx="1259840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16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辅助产品</a:t>
            </a:r>
            <a:endParaRPr lang="en-US" altLang="zh-CN" sz="1600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7"/>
            </p:custDataLst>
          </p:nvPr>
        </p:nvSpPr>
        <p:spPr>
          <a:xfrm>
            <a:off x="4835588" y="4369736"/>
            <a:ext cx="3351187" cy="1360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除四个长期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产品外，文章还引入了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GEOV1、MERIS、MODIS C5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 C6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四个辅助产品。它们与长期产品在2003–2011年存在时间重叠，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可以作为相对独立的参照，用来判断长期</a:t>
            </a:r>
            <a:r>
              <a:rPr lang="en-US" altLang="zh-CN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产品在重叠期的趋势和年际波动是否合理。</a:t>
            </a:r>
            <a:endParaRPr lang="zh-CN" altLang="en-US" sz="1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1990" y="211455"/>
            <a:ext cx="4807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方法流程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69000" y="1599951"/>
            <a:ext cx="5054671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rPr>
              <a:t>具体流程</a:t>
            </a:r>
            <a:endParaRPr lang="zh-CN" altLang="en-US" dirty="0">
              <a:solidFill>
                <a:srgbClr val="3F564F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5952851" y="2608153"/>
            <a:ext cx="5533119" cy="204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为了比较不同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产品，作者采用的方法为：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各产品统一为空间分辨率为0.5°的月平均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HANTS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方法填补残余缺口；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随后根据月均温&gt; 0°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定义生长季（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制作全球逐月生长季掩膜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），计算年度生长季平均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最后，分别从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线性趋势、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EEMD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去趋势年际变异性和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GCEM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三个方面评价产品一致性。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73775" y="2175874"/>
            <a:ext cx="457200" cy="45719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D:/谷歌/方法流程图1.png方法流程图1"/>
          <p:cNvPicPr>
            <a:picLocks noChangeAspect="1"/>
          </p:cNvPicPr>
          <p:nvPr/>
        </p:nvPicPr>
        <p:blipFill>
          <a:blip r:embed="rId2"/>
          <a:srcRect l="10419" r="10419"/>
          <a:stretch>
            <a:fillRect/>
          </a:stretch>
        </p:blipFill>
        <p:spPr>
          <a:xfrm>
            <a:off x="475615" y="1346200"/>
            <a:ext cx="5297170" cy="3945890"/>
          </a:xfrm>
          <a:prstGeom prst="rect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5722121" y="380998"/>
            <a:ext cx="6156533" cy="61565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2815" y="837565"/>
            <a:ext cx="4016375" cy="3769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3900" b="1">
                <a:solidFill>
                  <a:srgbClr val="3F564F"/>
                </a:solidFill>
                <a:latin typeface="微软雅黑" panose="020B0503020204020204" pitchFamily="34" charset="-122"/>
              </a:rPr>
              <a:t>03</a:t>
            </a:r>
            <a:endParaRPr lang="zh-CN" altLang="en-US" sz="23900" b="1">
              <a:solidFill>
                <a:srgbClr val="3F56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9535" y="2982482"/>
            <a:ext cx="3823790" cy="2042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3653" y="3863217"/>
            <a:ext cx="4015554" cy="1170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趋势是否一致？</a:t>
            </a:r>
            <a:endParaRPr kumimoji="1"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年际波动是否一致？</a:t>
            </a:r>
            <a:endParaRPr kumimoji="1"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不确定性是否稳定？</a:t>
            </a:r>
            <a:endParaRPr kumimoji="1"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6961" y="3028890"/>
            <a:ext cx="3288938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F564F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主要结果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1990" y="211455"/>
            <a:ext cx="4807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全球生长季掩膜图</a:t>
            </a:r>
            <a:endParaRPr lang="zh-CN" altLang="en-US" sz="2000" dirty="0">
              <a:solidFill>
                <a:srgbClr val="3F564F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927735"/>
            <a:ext cx="5073015" cy="2390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575" y="984885"/>
            <a:ext cx="5086350" cy="2362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5" y="3347085"/>
            <a:ext cx="5447030" cy="26142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385945" y="6264275"/>
            <a:ext cx="453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灰色区域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不参与后续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的计算和分析</a:t>
            </a:r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域</a:t>
            </a:r>
            <a:endParaRPr 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1990" y="211455"/>
            <a:ext cx="690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全球平均LAI：不同产品给出不同趋势判断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" name="图片 8" descr="fig01_global_mean_LAI_trends_cle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3830" y="894715"/>
            <a:ext cx="6750685" cy="466915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224155" y="1153160"/>
            <a:ext cx="5818505" cy="2358390"/>
            <a:chOff x="1317" y="2046"/>
            <a:chExt cx="9163" cy="3714"/>
          </a:xfrm>
        </p:grpSpPr>
        <p:sp>
          <p:nvSpPr>
            <p:cNvPr id="10" name="椭圆 9"/>
            <p:cNvSpPr/>
            <p:nvPr>
              <p:custDataLst>
                <p:tags r:id="rId2"/>
              </p:custDataLst>
            </p:nvPr>
          </p:nvSpPr>
          <p:spPr>
            <a:xfrm>
              <a:off x="1317" y="2309"/>
              <a:ext cx="1010" cy="1010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arget_126420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>
              <a:off x="1556" y="2549"/>
              <a:ext cx="531" cy="53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2520" y="2046"/>
              <a:ext cx="796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>
                <a:buClrTx/>
                <a:buSzTx/>
                <a:buFontTx/>
              </a:pPr>
              <a:r>
                <a:rPr lang="zh-CN" altLang="en-US" sz="18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结果解读</a:t>
              </a:r>
              <a:endPara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2561" y="2714"/>
              <a:ext cx="6482" cy="304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四个长期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产品的全球平均值和趋势均存在差异。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【1982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1999年】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多数产品显示 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上升，但增长强度差别明显；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【2003</a:t>
              </a:r>
              <a:r>
                <a:rPr lang="en-US" altLang="zh-CN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2011年重叠期】</a:t>
              </a:r>
              <a:endPara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分歧进一步扩大，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GLASS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GLOBMAP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显示下降，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LAI3g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显示上升，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TCDR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接近无显著趋势。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65505" y="4069715"/>
            <a:ext cx="4303395" cy="1395730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400" b="1"/>
              <a:t>结论</a:t>
            </a:r>
            <a:endParaRPr lang="zh-CN" altLang="en-US" sz="1400" b="1"/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全球平均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趋势存在明显产品差异，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单一产品难以代表真实的长期植被变化。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产品可能给出不同甚至相反的趋势判断。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15530" y="5957570"/>
            <a:ext cx="3768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全球平均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及不同时间段线性趋势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1990" y="211455"/>
            <a:ext cx="690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空间趋势分布不一致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24155" y="1153160"/>
            <a:ext cx="5818505" cy="3153410"/>
            <a:chOff x="1317" y="2046"/>
            <a:chExt cx="9163" cy="4966"/>
          </a:xfrm>
        </p:grpSpPr>
        <p:sp>
          <p:nvSpPr>
            <p:cNvPr id="10" name="椭圆 9"/>
            <p:cNvSpPr/>
            <p:nvPr>
              <p:custDataLst>
                <p:tags r:id="rId1"/>
              </p:custDataLst>
            </p:nvPr>
          </p:nvSpPr>
          <p:spPr>
            <a:xfrm>
              <a:off x="1317" y="2309"/>
              <a:ext cx="1010" cy="1010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arget_12642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>
              <a:off x="1556" y="2549"/>
              <a:ext cx="531" cy="53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2520" y="2046"/>
              <a:ext cx="796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>
                <a:buClrTx/>
                <a:buSzTx/>
                <a:buFontTx/>
              </a:pPr>
              <a:r>
                <a:rPr lang="zh-CN" altLang="en-US" sz="18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结果解读</a:t>
              </a:r>
              <a:endPara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2333" y="2714"/>
              <a:ext cx="6710" cy="4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1982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1999年，多个产品都显示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北半球中高纬地区存在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增加趋势，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但增加区域比例和趋势强度差异明显。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2003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2011年重叠期，产品之间差异进一步扩大：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部分产品显示下降趋势，部分产品仍显示增加或无显著变化。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这说明不同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 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产品不仅在全球平均值上不一致，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在空间上对“哪里变绿、哪里变褐”的判断也存在差异。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26770" y="4004945"/>
            <a:ext cx="3926840" cy="1202690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/>
              <a:t>结论</a:t>
            </a:r>
            <a:endParaRPr lang="zh-CN" altLang="en-US" b="1"/>
          </a:p>
          <a:p>
            <a:pPr algn="l"/>
            <a:r>
              <a:rPr lang="zh-CN" altLang="en-US" sz="1400" b="1"/>
              <a:t>产品不一致不仅体现在“变了多少”，</a:t>
            </a:r>
            <a:endParaRPr lang="zh-CN" altLang="en-US" sz="1400" b="1"/>
          </a:p>
          <a:p>
            <a:pPr algn="l"/>
            <a:r>
              <a:rPr lang="zh-CN" altLang="en-US" sz="1400" b="1"/>
              <a:t>也体现在“哪里在变”。</a:t>
            </a:r>
            <a:endParaRPr lang="zh-CN" altLang="en-US" sz="1400" b="1"/>
          </a:p>
        </p:txBody>
      </p:sp>
      <p:pic>
        <p:nvPicPr>
          <p:cNvPr id="2" name="图片 1" descr="fig02_linear_trend_maps_cle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755" y="1153160"/>
            <a:ext cx="6888480" cy="46513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240905" y="5957570"/>
            <a:ext cx="3849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生长季平均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线性趋势空间分布图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1990" y="211455"/>
            <a:ext cx="690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不同产品的年际变异性存在差异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62560" y="1070610"/>
            <a:ext cx="5818505" cy="3153410"/>
            <a:chOff x="1317" y="2046"/>
            <a:chExt cx="9163" cy="4966"/>
          </a:xfrm>
        </p:grpSpPr>
        <p:sp>
          <p:nvSpPr>
            <p:cNvPr id="10" name="椭圆 9"/>
            <p:cNvSpPr/>
            <p:nvPr>
              <p:custDataLst>
                <p:tags r:id="rId1"/>
              </p:custDataLst>
            </p:nvPr>
          </p:nvSpPr>
          <p:spPr>
            <a:xfrm>
              <a:off x="1317" y="2309"/>
              <a:ext cx="1010" cy="1010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arget_12642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>
              <a:off x="1556" y="2549"/>
              <a:ext cx="531" cy="53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2520" y="2046"/>
              <a:ext cx="796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结果解读</a:t>
              </a:r>
              <a:endPara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2561" y="2714"/>
              <a:ext cx="6482" cy="42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【年际变异性】表示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去除长期趋势后，</a:t>
              </a:r>
              <a:r>
                <a:rPr lang="en-US" altLang="zh-CN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在一年与一年之间上下波动的幅度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1982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199年，不同产品给出的年际变异性差异明显：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GLASS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波动最大，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LAI3g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次之，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TCDR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较弱，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GLOBMAP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最小。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这种差异在热带森林、温带森林等区域尤为明显，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说明不同产品对植被短期波动的刻画并不一致。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26770" y="4004945"/>
            <a:ext cx="3926840" cy="1202690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结论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不同产品不仅对长期趋势判断不同，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对年际波动幅度的估计也不一致。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 descr="fig03_EEMD_trends_anomalies_cle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020" y="1390015"/>
            <a:ext cx="7113905" cy="40055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038975" y="5650865"/>
            <a:ext cx="3965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生长季平均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年际变异性空间分布图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1990" y="211455"/>
            <a:ext cx="690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综合不一致性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62560" y="838200"/>
            <a:ext cx="7957820" cy="2192655"/>
            <a:chOff x="1317" y="2046"/>
            <a:chExt cx="12532" cy="3453"/>
          </a:xfrm>
        </p:grpSpPr>
        <p:sp>
          <p:nvSpPr>
            <p:cNvPr id="10" name="椭圆 9"/>
            <p:cNvSpPr/>
            <p:nvPr>
              <p:custDataLst>
                <p:tags r:id="rId1"/>
              </p:custDataLst>
            </p:nvPr>
          </p:nvSpPr>
          <p:spPr>
            <a:xfrm>
              <a:off x="1317" y="2309"/>
              <a:ext cx="1010" cy="1010"/>
            </a:xfrm>
            <a:prstGeom prst="ellipse">
              <a:avLst/>
            </a:prstGeom>
            <a:solidFill>
              <a:srgbClr val="3F56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arget_126420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>
              <a:off x="1556" y="2549"/>
              <a:ext cx="531" cy="530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2520" y="2046"/>
              <a:ext cx="7960" cy="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2800" b="1" spc="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rgbClr val="3F564F"/>
                  </a:solidFill>
                  <a:latin typeface="仿宋" panose="02010609060101010101" charset="-122"/>
                  <a:ea typeface="仿宋" panose="02010609060101010101" charset="-122"/>
                </a:rPr>
                <a:t>结果解读</a:t>
              </a:r>
              <a:endParaRPr lang="zh-CN" altLang="en-US" sz="1800" dirty="0">
                <a:solidFill>
                  <a:srgbClr val="3F564F"/>
                </a:solidFill>
                <a:latin typeface="仿宋" panose="02010609060101010101" charset="-122"/>
                <a:ea typeface="仿宋" panose="02010609060101010101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2561" y="2714"/>
              <a:ext cx="11288" cy="27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综合前面的结果可以看出，长期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产品的不一致体现在多个层面：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全球平均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LAI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的趋势方向和强度不同；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空间上对“哪里变绿、哪里变褐”的判断不同；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30000"/>
                </a:lnSpc>
                <a:buAutoNum type="arabicPeriod"/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去趋势后的年际波动幅度也不同。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因此，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不同产品不仅在数值上存在差异，还会影响我们对全球植被变化格局的判断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8120380" y="1005205"/>
            <a:ext cx="3566795" cy="1355090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</a:t>
            </a:r>
            <a:endParaRPr lang="zh-CN" altLang="en-US" sz="1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当前长期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产品需要谨慎使用。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不同产品之间存在明显不一致，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尤其是在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MODIS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之前的1982–1999年。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 descr="fig09_trend_sign_agreement_cle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2932430"/>
            <a:ext cx="10814050" cy="32111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532630" y="6366510"/>
            <a:ext cx="32499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四个长期 </a:t>
            </a:r>
            <a:r>
              <a:rPr lang="en-US" altLang="zh-CN" sz="1400"/>
              <a:t>LAI </a:t>
            </a:r>
            <a:r>
              <a:rPr lang="zh-CN" altLang="en-US" sz="1400"/>
              <a:t>产品趋势方向一致性图</a:t>
            </a:r>
            <a:endParaRPr lang="zh-CN" altLang="en-US" sz="14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6277433" y="1333546"/>
            <a:ext cx="5651500" cy="439163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综合结论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4102" y="1320847"/>
            <a:ext cx="5938838" cy="4406852"/>
          </a:xfrm>
          <a:prstGeom prst="rect">
            <a:avLst/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712925" y="1872682"/>
            <a:ext cx="704850" cy="704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712925" y="3026256"/>
            <a:ext cx="704850" cy="704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712925" y="4459408"/>
            <a:ext cx="704850" cy="7048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8097520" y="1320847"/>
            <a:ext cx="0" cy="4404333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10180320" y="1333547"/>
            <a:ext cx="0" cy="4404333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492269" y="1882302"/>
            <a:ext cx="4115778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文献认为，长期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产品的不一致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主要与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数据源、卫星平台变化和反演算法差异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1492250" y="2978785"/>
            <a:ext cx="4559935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之前的1982–1999年，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四个长期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产品在趋势和年际变异性上存在明显差异，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且这种差异与产品自身不一致性相关。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1572895" y="4469130"/>
            <a:ext cx="4540250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GLOBMAP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的自身一致性最好，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其次为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TCDR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LAI3g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GLASS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的自身不一致性最明显。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arget_12642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868249" y="2028375"/>
            <a:ext cx="394202" cy="393464"/>
          </a:xfrm>
          <a:custGeom>
            <a:avLst/>
            <a:gdLst>
              <a:gd name="connsiteX0" fmla="*/ 290910 w 605702"/>
              <a:gd name="connsiteY0" fmla="*/ 156336 h 604568"/>
              <a:gd name="connsiteX1" fmla="*/ 335849 w 605702"/>
              <a:gd name="connsiteY1" fmla="*/ 164992 h 604568"/>
              <a:gd name="connsiteX2" fmla="*/ 288310 w 605702"/>
              <a:gd name="connsiteY2" fmla="*/ 212456 h 604568"/>
              <a:gd name="connsiteX3" fmla="*/ 203632 w 605702"/>
              <a:gd name="connsiteY3" fmla="*/ 244717 h 604568"/>
              <a:gd name="connsiteX4" fmla="*/ 203632 w 605702"/>
              <a:gd name="connsiteY4" fmla="*/ 401388 h 604568"/>
              <a:gd name="connsiteX5" fmla="*/ 360547 w 605702"/>
              <a:gd name="connsiteY5" fmla="*/ 401388 h 604568"/>
              <a:gd name="connsiteX6" fmla="*/ 392859 w 605702"/>
              <a:gd name="connsiteY6" fmla="*/ 316749 h 604568"/>
              <a:gd name="connsiteX7" fmla="*/ 440397 w 605702"/>
              <a:gd name="connsiteY7" fmla="*/ 269284 h 604568"/>
              <a:gd name="connsiteX8" fmla="*/ 400287 w 605702"/>
              <a:gd name="connsiteY8" fmla="*/ 441065 h 604568"/>
              <a:gd name="connsiteX9" fmla="*/ 163892 w 605702"/>
              <a:gd name="connsiteY9" fmla="*/ 441065 h 604568"/>
              <a:gd name="connsiteX10" fmla="*/ 163892 w 605702"/>
              <a:gd name="connsiteY10" fmla="*/ 205040 h 604568"/>
              <a:gd name="connsiteX11" fmla="*/ 290910 w 605702"/>
              <a:gd name="connsiteY11" fmla="*/ 156336 h 604568"/>
              <a:gd name="connsiteX12" fmla="*/ 246542 w 605702"/>
              <a:gd name="connsiteY12" fmla="*/ 43775 h 604568"/>
              <a:gd name="connsiteX13" fmla="*/ 422196 w 605702"/>
              <a:gd name="connsiteY13" fmla="*/ 78723 h 604568"/>
              <a:gd name="connsiteX14" fmla="*/ 376794 w 605702"/>
              <a:gd name="connsiteY14" fmla="*/ 124054 h 604568"/>
              <a:gd name="connsiteX15" fmla="*/ 126109 w 605702"/>
              <a:gd name="connsiteY15" fmla="*/ 167345 h 604568"/>
              <a:gd name="connsiteX16" fmla="*/ 126109 w 605702"/>
              <a:gd name="connsiteY16" fmla="*/ 478820 h 604568"/>
              <a:gd name="connsiteX17" fmla="*/ 438073 w 605702"/>
              <a:gd name="connsiteY17" fmla="*/ 478820 h 604568"/>
              <a:gd name="connsiteX18" fmla="*/ 481432 w 605702"/>
              <a:gd name="connsiteY18" fmla="*/ 228527 h 604568"/>
              <a:gd name="connsiteX19" fmla="*/ 526741 w 605702"/>
              <a:gd name="connsiteY19" fmla="*/ 183011 h 604568"/>
              <a:gd name="connsiteX20" fmla="*/ 481432 w 605702"/>
              <a:gd name="connsiteY20" fmla="*/ 522111 h 604568"/>
              <a:gd name="connsiteX21" fmla="*/ 82657 w 605702"/>
              <a:gd name="connsiteY21" fmla="*/ 522111 h 604568"/>
              <a:gd name="connsiteX22" fmla="*/ 82657 w 605702"/>
              <a:gd name="connsiteY22" fmla="*/ 123961 h 604568"/>
              <a:gd name="connsiteX23" fmla="*/ 246542 w 605702"/>
              <a:gd name="connsiteY23" fmla="*/ 43775 h 604568"/>
              <a:gd name="connsiteX24" fmla="*/ 536061 w 605702"/>
              <a:gd name="connsiteY24" fmla="*/ 0 h 604568"/>
              <a:gd name="connsiteX25" fmla="*/ 544232 w 605702"/>
              <a:gd name="connsiteY25" fmla="*/ 61368 h 604568"/>
              <a:gd name="connsiteX26" fmla="*/ 605702 w 605702"/>
              <a:gd name="connsiteY26" fmla="*/ 69526 h 604568"/>
              <a:gd name="connsiteX27" fmla="*/ 524361 w 605702"/>
              <a:gd name="connsiteY27" fmla="*/ 150732 h 604568"/>
              <a:gd name="connsiteX28" fmla="*/ 498361 w 605702"/>
              <a:gd name="connsiteY28" fmla="*/ 147302 h 604568"/>
              <a:gd name="connsiteX29" fmla="*/ 337721 w 605702"/>
              <a:gd name="connsiteY29" fmla="*/ 307767 h 604568"/>
              <a:gd name="connsiteX30" fmla="*/ 339764 w 605702"/>
              <a:gd name="connsiteY30" fmla="*/ 323063 h 604568"/>
              <a:gd name="connsiteX31" fmla="*/ 282101 w 605702"/>
              <a:gd name="connsiteY31" fmla="*/ 380630 h 604568"/>
              <a:gd name="connsiteX32" fmla="*/ 224437 w 605702"/>
              <a:gd name="connsiteY32" fmla="*/ 323063 h 604568"/>
              <a:gd name="connsiteX33" fmla="*/ 282101 w 605702"/>
              <a:gd name="connsiteY33" fmla="*/ 265495 h 604568"/>
              <a:gd name="connsiteX34" fmla="*/ 297422 w 605702"/>
              <a:gd name="connsiteY34" fmla="*/ 267535 h 604568"/>
              <a:gd name="connsiteX35" fmla="*/ 458155 w 605702"/>
              <a:gd name="connsiteY35" fmla="*/ 107162 h 604568"/>
              <a:gd name="connsiteX36" fmla="*/ 454719 w 605702"/>
              <a:gd name="connsiteY36" fmla="*/ 81206 h 6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3F56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arget_12642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868249" y="3182701"/>
            <a:ext cx="394202" cy="391961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rgbClr val="3F56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arget_12642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68249" y="4684957"/>
            <a:ext cx="394202" cy="253752"/>
          </a:xfrm>
          <a:custGeom>
            <a:avLst/>
            <a:gdLst>
              <a:gd name="connsiteX0" fmla="*/ 143953 w 607639"/>
              <a:gd name="connsiteY0" fmla="*/ 239428 h 391144"/>
              <a:gd name="connsiteX1" fmla="*/ 223838 w 607639"/>
              <a:gd name="connsiteY1" fmla="*/ 239428 h 391144"/>
              <a:gd name="connsiteX2" fmla="*/ 239851 w 607639"/>
              <a:gd name="connsiteY2" fmla="*/ 239428 h 391144"/>
              <a:gd name="connsiteX3" fmla="*/ 239851 w 607639"/>
              <a:gd name="connsiteY3" fmla="*/ 287271 h 391144"/>
              <a:gd name="connsiteX4" fmla="*/ 223838 w 607639"/>
              <a:gd name="connsiteY4" fmla="*/ 287271 h 391144"/>
              <a:gd name="connsiteX5" fmla="*/ 143953 w 607639"/>
              <a:gd name="connsiteY5" fmla="*/ 287271 h 391144"/>
              <a:gd name="connsiteX6" fmla="*/ 143953 w 607639"/>
              <a:gd name="connsiteY6" fmla="*/ 167593 h 391144"/>
              <a:gd name="connsiteX7" fmla="*/ 239851 w 607639"/>
              <a:gd name="connsiteY7" fmla="*/ 167593 h 391144"/>
              <a:gd name="connsiteX8" fmla="*/ 239851 w 607639"/>
              <a:gd name="connsiteY8" fmla="*/ 215507 h 391144"/>
              <a:gd name="connsiteX9" fmla="*/ 143953 w 607639"/>
              <a:gd name="connsiteY9" fmla="*/ 215507 h 391144"/>
              <a:gd name="connsiteX10" fmla="*/ 415772 w 607639"/>
              <a:gd name="connsiteY10" fmla="*/ 143601 h 391144"/>
              <a:gd name="connsiteX11" fmla="*/ 463686 w 607639"/>
              <a:gd name="connsiteY11" fmla="*/ 143601 h 391144"/>
              <a:gd name="connsiteX12" fmla="*/ 463686 w 607639"/>
              <a:gd name="connsiteY12" fmla="*/ 287272 h 391144"/>
              <a:gd name="connsiteX13" fmla="*/ 415772 w 607639"/>
              <a:gd name="connsiteY13" fmla="*/ 287272 h 391144"/>
              <a:gd name="connsiteX14" fmla="*/ 287836 w 607639"/>
              <a:gd name="connsiteY14" fmla="*/ 143601 h 391144"/>
              <a:gd name="connsiteX15" fmla="*/ 335820 w 607639"/>
              <a:gd name="connsiteY15" fmla="*/ 143601 h 391144"/>
              <a:gd name="connsiteX16" fmla="*/ 335820 w 607639"/>
              <a:gd name="connsiteY16" fmla="*/ 287272 h 391144"/>
              <a:gd name="connsiteX17" fmla="*/ 287836 w 607639"/>
              <a:gd name="connsiteY17" fmla="*/ 287272 h 391144"/>
              <a:gd name="connsiteX18" fmla="*/ 351769 w 607639"/>
              <a:gd name="connsiteY18" fmla="*/ 95757 h 391144"/>
              <a:gd name="connsiteX19" fmla="*/ 399683 w 607639"/>
              <a:gd name="connsiteY19" fmla="*/ 95757 h 391144"/>
              <a:gd name="connsiteX20" fmla="*/ 399683 w 607639"/>
              <a:gd name="connsiteY20" fmla="*/ 287271 h 391144"/>
              <a:gd name="connsiteX21" fmla="*/ 351769 w 607639"/>
              <a:gd name="connsiteY21" fmla="*/ 287271 h 391144"/>
              <a:gd name="connsiteX22" fmla="*/ 95948 w 607639"/>
              <a:gd name="connsiteY22" fmla="*/ 47904 h 391144"/>
              <a:gd name="connsiteX23" fmla="*/ 95948 w 607639"/>
              <a:gd name="connsiteY23" fmla="*/ 343240 h 391144"/>
              <a:gd name="connsiteX24" fmla="*/ 511691 w 607639"/>
              <a:gd name="connsiteY24" fmla="*/ 343240 h 391144"/>
              <a:gd name="connsiteX25" fmla="*/ 511691 w 607639"/>
              <a:gd name="connsiteY25" fmla="*/ 47904 h 391144"/>
              <a:gd name="connsiteX26" fmla="*/ 47974 w 607639"/>
              <a:gd name="connsiteY26" fmla="*/ 0 h 391144"/>
              <a:gd name="connsiteX27" fmla="*/ 559665 w 607639"/>
              <a:gd name="connsiteY27" fmla="*/ 0 h 391144"/>
              <a:gd name="connsiteX28" fmla="*/ 559665 w 607639"/>
              <a:gd name="connsiteY28" fmla="*/ 343240 h 391144"/>
              <a:gd name="connsiteX29" fmla="*/ 607639 w 607639"/>
              <a:gd name="connsiteY29" fmla="*/ 343240 h 391144"/>
              <a:gd name="connsiteX30" fmla="*/ 607639 w 607639"/>
              <a:gd name="connsiteY30" fmla="*/ 391144 h 391144"/>
              <a:gd name="connsiteX31" fmla="*/ 0 w 607639"/>
              <a:gd name="connsiteY31" fmla="*/ 391144 h 391144"/>
              <a:gd name="connsiteX32" fmla="*/ 0 w 607639"/>
              <a:gd name="connsiteY32" fmla="*/ 343240 h 391144"/>
              <a:gd name="connsiteX33" fmla="*/ 47974 w 607639"/>
              <a:gd name="connsiteY33" fmla="*/ 343240 h 39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639" h="391144">
                <a:moveTo>
                  <a:pt x="143953" y="239428"/>
                </a:moveTo>
                <a:lnTo>
                  <a:pt x="223838" y="239428"/>
                </a:lnTo>
                <a:lnTo>
                  <a:pt x="239851" y="239428"/>
                </a:lnTo>
                <a:lnTo>
                  <a:pt x="239851" y="287271"/>
                </a:lnTo>
                <a:lnTo>
                  <a:pt x="223838" y="287271"/>
                </a:lnTo>
                <a:lnTo>
                  <a:pt x="143953" y="287271"/>
                </a:lnTo>
                <a:close/>
                <a:moveTo>
                  <a:pt x="143953" y="167593"/>
                </a:moveTo>
                <a:lnTo>
                  <a:pt x="239851" y="167593"/>
                </a:lnTo>
                <a:lnTo>
                  <a:pt x="239851" y="215507"/>
                </a:lnTo>
                <a:lnTo>
                  <a:pt x="143953" y="215507"/>
                </a:lnTo>
                <a:close/>
                <a:moveTo>
                  <a:pt x="415772" y="143601"/>
                </a:moveTo>
                <a:lnTo>
                  <a:pt x="463686" y="143601"/>
                </a:lnTo>
                <a:lnTo>
                  <a:pt x="463686" y="287272"/>
                </a:lnTo>
                <a:lnTo>
                  <a:pt x="415772" y="287272"/>
                </a:lnTo>
                <a:close/>
                <a:moveTo>
                  <a:pt x="287836" y="143601"/>
                </a:moveTo>
                <a:lnTo>
                  <a:pt x="335820" y="143601"/>
                </a:lnTo>
                <a:lnTo>
                  <a:pt x="335820" y="287272"/>
                </a:lnTo>
                <a:lnTo>
                  <a:pt x="287836" y="287272"/>
                </a:lnTo>
                <a:close/>
                <a:moveTo>
                  <a:pt x="351769" y="95757"/>
                </a:moveTo>
                <a:lnTo>
                  <a:pt x="399683" y="95757"/>
                </a:lnTo>
                <a:lnTo>
                  <a:pt x="399683" y="287271"/>
                </a:lnTo>
                <a:lnTo>
                  <a:pt x="351769" y="287271"/>
                </a:lnTo>
                <a:close/>
                <a:moveTo>
                  <a:pt x="95948" y="47904"/>
                </a:moveTo>
                <a:lnTo>
                  <a:pt x="95948" y="343240"/>
                </a:lnTo>
                <a:lnTo>
                  <a:pt x="511691" y="343240"/>
                </a:lnTo>
                <a:lnTo>
                  <a:pt x="511691" y="47904"/>
                </a:lnTo>
                <a:close/>
                <a:moveTo>
                  <a:pt x="47974" y="0"/>
                </a:moveTo>
                <a:lnTo>
                  <a:pt x="559665" y="0"/>
                </a:lnTo>
                <a:lnTo>
                  <a:pt x="559665" y="343240"/>
                </a:lnTo>
                <a:lnTo>
                  <a:pt x="607639" y="343240"/>
                </a:lnTo>
                <a:lnTo>
                  <a:pt x="607639" y="391144"/>
                </a:lnTo>
                <a:lnTo>
                  <a:pt x="0" y="391144"/>
                </a:lnTo>
                <a:lnTo>
                  <a:pt x="0" y="343240"/>
                </a:lnTo>
                <a:lnTo>
                  <a:pt x="47974" y="343240"/>
                </a:lnTo>
                <a:close/>
              </a:path>
            </a:pathLst>
          </a:custGeom>
          <a:solidFill>
            <a:srgbClr val="3F56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5722121" y="380998"/>
            <a:ext cx="6156533" cy="61565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2815" y="563880"/>
            <a:ext cx="4098925" cy="4199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3900" b="1">
                <a:solidFill>
                  <a:srgbClr val="3F564F"/>
                </a:solidFill>
                <a:latin typeface="微软雅黑" panose="020B0503020204020204" pitchFamily="34" charset="-122"/>
              </a:rPr>
              <a:t>04</a:t>
            </a:r>
            <a:endParaRPr lang="zh-CN" altLang="en-US" sz="23900" b="1">
              <a:solidFill>
                <a:srgbClr val="3F56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3015" y="2982482"/>
            <a:ext cx="3823790" cy="2042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3653" y="3863217"/>
            <a:ext cx="4015554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kumimoji="1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产品应谨慎使用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6961" y="3028890"/>
            <a:ext cx="3288938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rgbClr val="3F564F"/>
                </a:solidFill>
                <a:latin typeface="华文仿宋" panose="02010600040101010101" pitchFamily="2" charset="-122"/>
                <a:ea typeface="华文仿宋" panose="02010600040101010101" pitchFamily="2" charset="-122"/>
              </a:defRPr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启示与总结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启示与总结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圆角矩形 4"/>
          <p:cNvSpPr/>
          <p:nvPr>
            <p:custDataLst>
              <p:tags r:id="rId1"/>
            </p:custDataLst>
          </p:nvPr>
        </p:nvSpPr>
        <p:spPr>
          <a:xfrm>
            <a:off x="517907" y="1555049"/>
            <a:ext cx="777875" cy="777875"/>
          </a:xfrm>
          <a:prstGeom prst="roundRect">
            <a:avLst>
              <a:gd name="adj" fmla="val 25841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5"/>
          <p:cNvSpPr/>
          <p:nvPr>
            <p:custDataLst>
              <p:tags r:id="rId2"/>
            </p:custDataLst>
          </p:nvPr>
        </p:nvSpPr>
        <p:spPr>
          <a:xfrm>
            <a:off x="517907" y="3279774"/>
            <a:ext cx="777875" cy="777875"/>
          </a:xfrm>
          <a:prstGeom prst="roundRect">
            <a:avLst>
              <a:gd name="adj" fmla="val 25841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7"/>
          <p:cNvSpPr/>
          <p:nvPr>
            <p:custDataLst>
              <p:tags r:id="rId3"/>
            </p:custDataLst>
          </p:nvPr>
        </p:nvSpPr>
        <p:spPr>
          <a:xfrm>
            <a:off x="6445381" y="1555049"/>
            <a:ext cx="777875" cy="777875"/>
          </a:xfrm>
          <a:prstGeom prst="roundRect">
            <a:avLst>
              <a:gd name="adj" fmla="val 25841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8"/>
          <p:cNvSpPr/>
          <p:nvPr>
            <p:custDataLst>
              <p:tags r:id="rId4"/>
            </p:custDataLst>
          </p:nvPr>
        </p:nvSpPr>
        <p:spPr>
          <a:xfrm>
            <a:off x="6445381" y="3279774"/>
            <a:ext cx="777875" cy="777875"/>
          </a:xfrm>
          <a:prstGeom prst="roundRect">
            <a:avLst>
              <a:gd name="adj" fmla="val 25841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51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651257" y="1717767"/>
            <a:ext cx="511175" cy="452438"/>
          </a:xfrm>
          <a:custGeom>
            <a:avLst/>
            <a:gdLst>
              <a:gd name="T0" fmla="*/ 283 w 293"/>
              <a:gd name="T1" fmla="*/ 0 h 259"/>
              <a:gd name="T2" fmla="*/ 10 w 293"/>
              <a:gd name="T3" fmla="*/ 0 h 259"/>
              <a:gd name="T4" fmla="*/ 0 w 293"/>
              <a:gd name="T5" fmla="*/ 9 h 259"/>
              <a:gd name="T6" fmla="*/ 0 w 293"/>
              <a:gd name="T7" fmla="*/ 250 h 259"/>
              <a:gd name="T8" fmla="*/ 10 w 293"/>
              <a:gd name="T9" fmla="*/ 259 h 259"/>
              <a:gd name="T10" fmla="*/ 283 w 293"/>
              <a:gd name="T11" fmla="*/ 259 h 259"/>
              <a:gd name="T12" fmla="*/ 293 w 293"/>
              <a:gd name="T13" fmla="*/ 250 h 259"/>
              <a:gd name="T14" fmla="*/ 293 w 293"/>
              <a:gd name="T15" fmla="*/ 9 h 259"/>
              <a:gd name="T16" fmla="*/ 283 w 293"/>
              <a:gd name="T17" fmla="*/ 0 h 259"/>
              <a:gd name="T18" fmla="*/ 225 w 293"/>
              <a:gd name="T19" fmla="*/ 20 h 259"/>
              <a:gd name="T20" fmla="*/ 238 w 293"/>
              <a:gd name="T21" fmla="*/ 32 h 259"/>
              <a:gd name="T22" fmla="*/ 225 w 293"/>
              <a:gd name="T23" fmla="*/ 44 h 259"/>
              <a:gd name="T24" fmla="*/ 213 w 293"/>
              <a:gd name="T25" fmla="*/ 32 h 259"/>
              <a:gd name="T26" fmla="*/ 225 w 293"/>
              <a:gd name="T27" fmla="*/ 20 h 259"/>
              <a:gd name="T28" fmla="*/ 189 w 293"/>
              <a:gd name="T29" fmla="*/ 20 h 259"/>
              <a:gd name="T30" fmla="*/ 201 w 293"/>
              <a:gd name="T31" fmla="*/ 32 h 259"/>
              <a:gd name="T32" fmla="*/ 189 w 293"/>
              <a:gd name="T33" fmla="*/ 44 h 259"/>
              <a:gd name="T34" fmla="*/ 177 w 293"/>
              <a:gd name="T35" fmla="*/ 32 h 259"/>
              <a:gd name="T36" fmla="*/ 189 w 293"/>
              <a:gd name="T37" fmla="*/ 20 h 259"/>
              <a:gd name="T38" fmla="*/ 274 w 293"/>
              <a:gd name="T39" fmla="*/ 241 h 259"/>
              <a:gd name="T40" fmla="*/ 19 w 293"/>
              <a:gd name="T41" fmla="*/ 241 h 259"/>
              <a:gd name="T42" fmla="*/ 19 w 293"/>
              <a:gd name="T43" fmla="*/ 65 h 259"/>
              <a:gd name="T44" fmla="*/ 274 w 293"/>
              <a:gd name="T45" fmla="*/ 65 h 259"/>
              <a:gd name="T46" fmla="*/ 274 w 293"/>
              <a:gd name="T47" fmla="*/ 241 h 259"/>
              <a:gd name="T48" fmla="*/ 262 w 293"/>
              <a:gd name="T49" fmla="*/ 44 h 259"/>
              <a:gd name="T50" fmla="*/ 249 w 293"/>
              <a:gd name="T51" fmla="*/ 32 h 259"/>
              <a:gd name="T52" fmla="*/ 262 w 293"/>
              <a:gd name="T53" fmla="*/ 20 h 259"/>
              <a:gd name="T54" fmla="*/ 274 w 293"/>
              <a:gd name="T55" fmla="*/ 32 h 259"/>
              <a:gd name="T56" fmla="*/ 262 w 293"/>
              <a:gd name="T57" fmla="*/ 44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3" h="259">
                <a:moveTo>
                  <a:pt x="283" y="0"/>
                </a:move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250"/>
                  <a:pt x="0" y="250"/>
                  <a:pt x="0" y="250"/>
                </a:cubicBezTo>
                <a:cubicBezTo>
                  <a:pt x="0" y="255"/>
                  <a:pt x="5" y="259"/>
                  <a:pt x="10" y="259"/>
                </a:cubicBezTo>
                <a:cubicBezTo>
                  <a:pt x="283" y="259"/>
                  <a:pt x="283" y="259"/>
                  <a:pt x="283" y="259"/>
                </a:cubicBezTo>
                <a:cubicBezTo>
                  <a:pt x="289" y="259"/>
                  <a:pt x="293" y="255"/>
                  <a:pt x="293" y="250"/>
                </a:cubicBezTo>
                <a:cubicBezTo>
                  <a:pt x="293" y="9"/>
                  <a:pt x="293" y="9"/>
                  <a:pt x="293" y="9"/>
                </a:cubicBezTo>
                <a:cubicBezTo>
                  <a:pt x="293" y="4"/>
                  <a:pt x="289" y="0"/>
                  <a:pt x="283" y="0"/>
                </a:cubicBezTo>
                <a:close/>
                <a:moveTo>
                  <a:pt x="225" y="20"/>
                </a:moveTo>
                <a:cubicBezTo>
                  <a:pt x="232" y="20"/>
                  <a:pt x="238" y="25"/>
                  <a:pt x="238" y="32"/>
                </a:cubicBezTo>
                <a:cubicBezTo>
                  <a:pt x="238" y="39"/>
                  <a:pt x="232" y="44"/>
                  <a:pt x="225" y="44"/>
                </a:cubicBezTo>
                <a:cubicBezTo>
                  <a:pt x="219" y="44"/>
                  <a:pt x="213" y="39"/>
                  <a:pt x="213" y="32"/>
                </a:cubicBezTo>
                <a:cubicBezTo>
                  <a:pt x="213" y="25"/>
                  <a:pt x="219" y="20"/>
                  <a:pt x="225" y="20"/>
                </a:cubicBezTo>
                <a:close/>
                <a:moveTo>
                  <a:pt x="189" y="20"/>
                </a:moveTo>
                <a:cubicBezTo>
                  <a:pt x="196" y="20"/>
                  <a:pt x="201" y="25"/>
                  <a:pt x="201" y="32"/>
                </a:cubicBezTo>
                <a:cubicBezTo>
                  <a:pt x="201" y="39"/>
                  <a:pt x="196" y="44"/>
                  <a:pt x="189" y="44"/>
                </a:cubicBezTo>
                <a:cubicBezTo>
                  <a:pt x="182" y="44"/>
                  <a:pt x="177" y="39"/>
                  <a:pt x="177" y="32"/>
                </a:cubicBezTo>
                <a:cubicBezTo>
                  <a:pt x="177" y="25"/>
                  <a:pt x="182" y="20"/>
                  <a:pt x="189" y="20"/>
                </a:cubicBezTo>
                <a:close/>
                <a:moveTo>
                  <a:pt x="274" y="241"/>
                </a:moveTo>
                <a:cubicBezTo>
                  <a:pt x="19" y="241"/>
                  <a:pt x="19" y="241"/>
                  <a:pt x="19" y="241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1"/>
                </a:lnTo>
                <a:close/>
                <a:moveTo>
                  <a:pt x="262" y="44"/>
                </a:moveTo>
                <a:cubicBezTo>
                  <a:pt x="255" y="44"/>
                  <a:pt x="249" y="39"/>
                  <a:pt x="249" y="32"/>
                </a:cubicBezTo>
                <a:cubicBezTo>
                  <a:pt x="249" y="25"/>
                  <a:pt x="255" y="20"/>
                  <a:pt x="262" y="20"/>
                </a:cubicBezTo>
                <a:cubicBezTo>
                  <a:pt x="269" y="20"/>
                  <a:pt x="274" y="25"/>
                  <a:pt x="274" y="32"/>
                </a:cubicBezTo>
                <a:cubicBezTo>
                  <a:pt x="274" y="39"/>
                  <a:pt x="269" y="44"/>
                  <a:pt x="262" y="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52"/>
          <p:cNvSpPr/>
          <p:nvPr>
            <p:custDataLst>
              <p:tags r:id="rId6"/>
            </p:custDataLst>
          </p:nvPr>
        </p:nvSpPr>
        <p:spPr bwMode="auto">
          <a:xfrm>
            <a:off x="724282" y="1909855"/>
            <a:ext cx="122238" cy="153988"/>
          </a:xfrm>
          <a:custGeom>
            <a:avLst/>
            <a:gdLst>
              <a:gd name="T0" fmla="*/ 58 w 70"/>
              <a:gd name="T1" fmla="*/ 88 h 88"/>
              <a:gd name="T2" fmla="*/ 52 w 70"/>
              <a:gd name="T3" fmla="*/ 86 h 88"/>
              <a:gd name="T4" fmla="*/ 5 w 70"/>
              <a:gd name="T5" fmla="*/ 53 h 88"/>
              <a:gd name="T6" fmla="*/ 0 w 70"/>
              <a:gd name="T7" fmla="*/ 44 h 88"/>
              <a:gd name="T8" fmla="*/ 5 w 70"/>
              <a:gd name="T9" fmla="*/ 36 h 88"/>
              <a:gd name="T10" fmla="*/ 52 w 70"/>
              <a:gd name="T11" fmla="*/ 3 h 88"/>
              <a:gd name="T12" fmla="*/ 67 w 70"/>
              <a:gd name="T13" fmla="*/ 5 h 88"/>
              <a:gd name="T14" fmla="*/ 64 w 70"/>
              <a:gd name="T15" fmla="*/ 20 h 88"/>
              <a:gd name="T16" fmla="*/ 29 w 70"/>
              <a:gd name="T17" fmla="*/ 44 h 88"/>
              <a:gd name="T18" fmla="*/ 64 w 70"/>
              <a:gd name="T19" fmla="*/ 69 h 88"/>
              <a:gd name="T20" fmla="*/ 67 w 70"/>
              <a:gd name="T21" fmla="*/ 83 h 88"/>
              <a:gd name="T22" fmla="*/ 58 w 70"/>
              <a:gd name="T23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0" h="88">
                <a:moveTo>
                  <a:pt x="58" y="88"/>
                </a:moveTo>
                <a:cubicBezTo>
                  <a:pt x="56" y="88"/>
                  <a:pt x="54" y="87"/>
                  <a:pt x="52" y="86"/>
                </a:cubicBezTo>
                <a:cubicBezTo>
                  <a:pt x="5" y="53"/>
                  <a:pt x="5" y="53"/>
                  <a:pt x="5" y="53"/>
                </a:cubicBezTo>
                <a:cubicBezTo>
                  <a:pt x="2" y="51"/>
                  <a:pt x="0" y="48"/>
                  <a:pt x="0" y="44"/>
                </a:cubicBezTo>
                <a:cubicBezTo>
                  <a:pt x="0" y="41"/>
                  <a:pt x="2" y="38"/>
                  <a:pt x="5" y="36"/>
                </a:cubicBezTo>
                <a:cubicBezTo>
                  <a:pt x="52" y="3"/>
                  <a:pt x="52" y="3"/>
                  <a:pt x="52" y="3"/>
                </a:cubicBezTo>
                <a:cubicBezTo>
                  <a:pt x="57" y="0"/>
                  <a:pt x="63" y="1"/>
                  <a:pt x="67" y="5"/>
                </a:cubicBezTo>
                <a:cubicBezTo>
                  <a:pt x="70" y="10"/>
                  <a:pt x="69" y="17"/>
                  <a:pt x="64" y="20"/>
                </a:cubicBezTo>
                <a:cubicBezTo>
                  <a:pt x="29" y="44"/>
                  <a:pt x="29" y="44"/>
                  <a:pt x="29" y="44"/>
                </a:cubicBezTo>
                <a:cubicBezTo>
                  <a:pt x="64" y="69"/>
                  <a:pt x="64" y="69"/>
                  <a:pt x="64" y="69"/>
                </a:cubicBezTo>
                <a:cubicBezTo>
                  <a:pt x="69" y="72"/>
                  <a:pt x="70" y="79"/>
                  <a:pt x="67" y="83"/>
                </a:cubicBezTo>
                <a:cubicBezTo>
                  <a:pt x="65" y="86"/>
                  <a:pt x="61" y="88"/>
                  <a:pt x="58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Freeform 53"/>
          <p:cNvSpPr/>
          <p:nvPr>
            <p:custDataLst>
              <p:tags r:id="rId7"/>
            </p:custDataLst>
          </p:nvPr>
        </p:nvSpPr>
        <p:spPr bwMode="auto">
          <a:xfrm>
            <a:off x="967169" y="1909855"/>
            <a:ext cx="120650" cy="153988"/>
          </a:xfrm>
          <a:custGeom>
            <a:avLst/>
            <a:gdLst>
              <a:gd name="T0" fmla="*/ 12 w 69"/>
              <a:gd name="T1" fmla="*/ 88 h 88"/>
              <a:gd name="T2" fmla="*/ 3 w 69"/>
              <a:gd name="T3" fmla="*/ 83 h 88"/>
              <a:gd name="T4" fmla="*/ 5 w 69"/>
              <a:gd name="T5" fmla="*/ 69 h 88"/>
              <a:gd name="T6" fmla="*/ 40 w 69"/>
              <a:gd name="T7" fmla="*/ 44 h 88"/>
              <a:gd name="T8" fmla="*/ 5 w 69"/>
              <a:gd name="T9" fmla="*/ 20 h 88"/>
              <a:gd name="T10" fmla="*/ 3 w 69"/>
              <a:gd name="T11" fmla="*/ 5 h 88"/>
              <a:gd name="T12" fmla="*/ 18 w 69"/>
              <a:gd name="T13" fmla="*/ 3 h 88"/>
              <a:gd name="T14" fmla="*/ 65 w 69"/>
              <a:gd name="T15" fmla="*/ 36 h 88"/>
              <a:gd name="T16" fmla="*/ 69 w 69"/>
              <a:gd name="T17" fmla="*/ 44 h 88"/>
              <a:gd name="T18" fmla="*/ 65 w 69"/>
              <a:gd name="T19" fmla="*/ 53 h 88"/>
              <a:gd name="T20" fmla="*/ 18 w 69"/>
              <a:gd name="T21" fmla="*/ 86 h 88"/>
              <a:gd name="T22" fmla="*/ 12 w 69"/>
              <a:gd name="T23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9" h="88">
                <a:moveTo>
                  <a:pt x="12" y="88"/>
                </a:moveTo>
                <a:cubicBezTo>
                  <a:pt x="8" y="88"/>
                  <a:pt x="5" y="86"/>
                  <a:pt x="3" y="83"/>
                </a:cubicBezTo>
                <a:cubicBezTo>
                  <a:pt x="0" y="79"/>
                  <a:pt x="1" y="72"/>
                  <a:pt x="5" y="69"/>
                </a:cubicBezTo>
                <a:cubicBezTo>
                  <a:pt x="40" y="44"/>
                  <a:pt x="40" y="44"/>
                  <a:pt x="40" y="44"/>
                </a:cubicBezTo>
                <a:cubicBezTo>
                  <a:pt x="5" y="20"/>
                  <a:pt x="5" y="20"/>
                  <a:pt x="5" y="20"/>
                </a:cubicBezTo>
                <a:cubicBezTo>
                  <a:pt x="1" y="17"/>
                  <a:pt x="0" y="10"/>
                  <a:pt x="3" y="5"/>
                </a:cubicBezTo>
                <a:cubicBezTo>
                  <a:pt x="6" y="1"/>
                  <a:pt x="13" y="0"/>
                  <a:pt x="18" y="3"/>
                </a:cubicBezTo>
                <a:cubicBezTo>
                  <a:pt x="65" y="36"/>
                  <a:pt x="65" y="36"/>
                  <a:pt x="65" y="36"/>
                </a:cubicBezTo>
                <a:cubicBezTo>
                  <a:pt x="68" y="38"/>
                  <a:pt x="69" y="41"/>
                  <a:pt x="69" y="44"/>
                </a:cubicBezTo>
                <a:cubicBezTo>
                  <a:pt x="69" y="48"/>
                  <a:pt x="68" y="51"/>
                  <a:pt x="65" y="53"/>
                </a:cubicBezTo>
                <a:cubicBezTo>
                  <a:pt x="18" y="86"/>
                  <a:pt x="18" y="86"/>
                  <a:pt x="18" y="86"/>
                </a:cubicBezTo>
                <a:cubicBezTo>
                  <a:pt x="16" y="87"/>
                  <a:pt x="14" y="88"/>
                  <a:pt x="12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Freeform 54"/>
          <p:cNvSpPr/>
          <p:nvPr>
            <p:custDataLst>
              <p:tags r:id="rId8"/>
            </p:custDataLst>
          </p:nvPr>
        </p:nvSpPr>
        <p:spPr bwMode="auto">
          <a:xfrm>
            <a:off x="854457" y="1895567"/>
            <a:ext cx="101600" cy="182563"/>
          </a:xfrm>
          <a:custGeom>
            <a:avLst/>
            <a:gdLst>
              <a:gd name="T0" fmla="*/ 12 w 58"/>
              <a:gd name="T1" fmla="*/ 104 h 104"/>
              <a:gd name="T2" fmla="*/ 8 w 58"/>
              <a:gd name="T3" fmla="*/ 103 h 104"/>
              <a:gd name="T4" fmla="*/ 3 w 58"/>
              <a:gd name="T5" fmla="*/ 89 h 104"/>
              <a:gd name="T6" fmla="*/ 36 w 58"/>
              <a:gd name="T7" fmla="*/ 8 h 104"/>
              <a:gd name="T8" fmla="*/ 50 w 58"/>
              <a:gd name="T9" fmla="*/ 2 h 104"/>
              <a:gd name="T10" fmla="*/ 56 w 58"/>
              <a:gd name="T11" fmla="*/ 16 h 104"/>
              <a:gd name="T12" fmla="*/ 22 w 58"/>
              <a:gd name="T13" fmla="*/ 97 h 104"/>
              <a:gd name="T14" fmla="*/ 12 w 58"/>
              <a:gd name="T15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7" h="104">
                <a:moveTo>
                  <a:pt x="12" y="104"/>
                </a:moveTo>
                <a:cubicBezTo>
                  <a:pt x="11" y="104"/>
                  <a:pt x="10" y="104"/>
                  <a:pt x="8" y="103"/>
                </a:cubicBezTo>
                <a:cubicBezTo>
                  <a:pt x="3" y="101"/>
                  <a:pt x="0" y="95"/>
                  <a:pt x="3" y="89"/>
                </a:cubicBezTo>
                <a:cubicBezTo>
                  <a:pt x="36" y="8"/>
                  <a:pt x="36" y="8"/>
                  <a:pt x="36" y="8"/>
                </a:cubicBezTo>
                <a:cubicBezTo>
                  <a:pt x="39" y="2"/>
                  <a:pt x="45" y="0"/>
                  <a:pt x="50" y="2"/>
                </a:cubicBezTo>
                <a:cubicBezTo>
                  <a:pt x="55" y="4"/>
                  <a:pt x="58" y="10"/>
                  <a:pt x="56" y="16"/>
                </a:cubicBezTo>
                <a:cubicBezTo>
                  <a:pt x="22" y="97"/>
                  <a:pt x="22" y="97"/>
                  <a:pt x="22" y="97"/>
                </a:cubicBezTo>
                <a:cubicBezTo>
                  <a:pt x="21" y="101"/>
                  <a:pt x="17" y="104"/>
                  <a:pt x="12" y="1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Freeform 60"/>
          <p:cNvSpPr/>
          <p:nvPr>
            <p:custDataLst>
              <p:tags r:id="rId9"/>
            </p:custDataLst>
          </p:nvPr>
        </p:nvSpPr>
        <p:spPr bwMode="auto">
          <a:xfrm>
            <a:off x="681419" y="3594892"/>
            <a:ext cx="219075" cy="273050"/>
          </a:xfrm>
          <a:custGeom>
            <a:avLst/>
            <a:gdLst>
              <a:gd name="T0" fmla="*/ 119 w 125"/>
              <a:gd name="T1" fmla="*/ 96 h 156"/>
              <a:gd name="T2" fmla="*/ 105 w 125"/>
              <a:gd name="T3" fmla="*/ 96 h 156"/>
              <a:gd name="T4" fmla="*/ 101 w 125"/>
              <a:gd name="T5" fmla="*/ 81 h 156"/>
              <a:gd name="T6" fmla="*/ 113 w 125"/>
              <a:gd name="T7" fmla="*/ 75 h 156"/>
              <a:gd name="T8" fmla="*/ 115 w 125"/>
              <a:gd name="T9" fmla="*/ 67 h 156"/>
              <a:gd name="T10" fmla="*/ 103 w 125"/>
              <a:gd name="T11" fmla="*/ 46 h 156"/>
              <a:gd name="T12" fmla="*/ 95 w 125"/>
              <a:gd name="T13" fmla="*/ 44 h 156"/>
              <a:gd name="T14" fmla="*/ 83 w 125"/>
              <a:gd name="T15" fmla="*/ 51 h 156"/>
              <a:gd name="T16" fmla="*/ 72 w 125"/>
              <a:gd name="T17" fmla="*/ 41 h 156"/>
              <a:gd name="T18" fmla="*/ 79 w 125"/>
              <a:gd name="T19" fmla="*/ 29 h 156"/>
              <a:gd name="T20" fmla="*/ 77 w 125"/>
              <a:gd name="T21" fmla="*/ 21 h 156"/>
              <a:gd name="T22" fmla="*/ 56 w 125"/>
              <a:gd name="T23" fmla="*/ 9 h 156"/>
              <a:gd name="T24" fmla="*/ 48 w 125"/>
              <a:gd name="T25" fmla="*/ 11 h 156"/>
              <a:gd name="T26" fmla="*/ 41 w 125"/>
              <a:gd name="T27" fmla="*/ 23 h 156"/>
              <a:gd name="T28" fmla="*/ 27 w 125"/>
              <a:gd name="T29" fmla="*/ 20 h 156"/>
              <a:gd name="T30" fmla="*/ 27 w 125"/>
              <a:gd name="T31" fmla="*/ 6 h 156"/>
              <a:gd name="T32" fmla="*/ 21 w 125"/>
              <a:gd name="T33" fmla="*/ 0 h 156"/>
              <a:gd name="T34" fmla="*/ 0 w 125"/>
              <a:gd name="T35" fmla="*/ 0 h 156"/>
              <a:gd name="T36" fmla="*/ 0 w 125"/>
              <a:gd name="T37" fmla="*/ 43 h 156"/>
              <a:gd name="T38" fmla="*/ 10 w 125"/>
              <a:gd name="T39" fmla="*/ 42 h 156"/>
              <a:gd name="T40" fmla="*/ 83 w 125"/>
              <a:gd name="T41" fmla="*/ 115 h 156"/>
              <a:gd name="T42" fmla="*/ 70 w 125"/>
              <a:gd name="T43" fmla="*/ 156 h 156"/>
              <a:gd name="T44" fmla="*/ 117 w 125"/>
              <a:gd name="T45" fmla="*/ 156 h 156"/>
              <a:gd name="T46" fmla="*/ 114 w 125"/>
              <a:gd name="T47" fmla="*/ 153 h 156"/>
              <a:gd name="T48" fmla="*/ 102 w 125"/>
              <a:gd name="T49" fmla="*/ 146 h 156"/>
              <a:gd name="T50" fmla="*/ 106 w 125"/>
              <a:gd name="T51" fmla="*/ 131 h 156"/>
              <a:gd name="T52" fmla="*/ 119 w 125"/>
              <a:gd name="T53" fmla="*/ 131 h 156"/>
              <a:gd name="T54" fmla="*/ 125 w 125"/>
              <a:gd name="T55" fmla="*/ 125 h 156"/>
              <a:gd name="T56" fmla="*/ 125 w 125"/>
              <a:gd name="T57" fmla="*/ 102 h 156"/>
              <a:gd name="T58" fmla="*/ 119 w 125"/>
              <a:gd name="T59" fmla="*/ 9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5" h="156">
                <a:moveTo>
                  <a:pt x="119" y="96"/>
                </a:moveTo>
                <a:cubicBezTo>
                  <a:pt x="105" y="96"/>
                  <a:pt x="105" y="96"/>
                  <a:pt x="105" y="96"/>
                </a:cubicBezTo>
                <a:cubicBezTo>
                  <a:pt x="104" y="91"/>
                  <a:pt x="103" y="86"/>
                  <a:pt x="101" y="81"/>
                </a:cubicBezTo>
                <a:cubicBezTo>
                  <a:pt x="113" y="75"/>
                  <a:pt x="113" y="75"/>
                  <a:pt x="113" y="75"/>
                </a:cubicBezTo>
                <a:cubicBezTo>
                  <a:pt x="116" y="73"/>
                  <a:pt x="117" y="69"/>
                  <a:pt x="115" y="67"/>
                </a:cubicBezTo>
                <a:cubicBezTo>
                  <a:pt x="103" y="46"/>
                  <a:pt x="103" y="46"/>
                  <a:pt x="103" y="46"/>
                </a:cubicBezTo>
                <a:cubicBezTo>
                  <a:pt x="102" y="43"/>
                  <a:pt x="98" y="42"/>
                  <a:pt x="95" y="44"/>
                </a:cubicBezTo>
                <a:cubicBezTo>
                  <a:pt x="83" y="51"/>
                  <a:pt x="83" y="51"/>
                  <a:pt x="83" y="51"/>
                </a:cubicBezTo>
                <a:cubicBezTo>
                  <a:pt x="80" y="47"/>
                  <a:pt x="76" y="44"/>
                  <a:pt x="72" y="41"/>
                </a:cubicBezTo>
                <a:cubicBezTo>
                  <a:pt x="79" y="29"/>
                  <a:pt x="79" y="29"/>
                  <a:pt x="79" y="29"/>
                </a:cubicBezTo>
                <a:cubicBezTo>
                  <a:pt x="81" y="26"/>
                  <a:pt x="80" y="22"/>
                  <a:pt x="77" y="21"/>
                </a:cubicBezTo>
                <a:cubicBezTo>
                  <a:pt x="56" y="9"/>
                  <a:pt x="56" y="9"/>
                  <a:pt x="56" y="9"/>
                </a:cubicBezTo>
                <a:cubicBezTo>
                  <a:pt x="54" y="7"/>
                  <a:pt x="50" y="8"/>
                  <a:pt x="48" y="11"/>
                </a:cubicBezTo>
                <a:cubicBezTo>
                  <a:pt x="41" y="23"/>
                  <a:pt x="41" y="23"/>
                  <a:pt x="41" y="23"/>
                </a:cubicBezTo>
                <a:cubicBezTo>
                  <a:pt x="37" y="22"/>
                  <a:pt x="32" y="20"/>
                  <a:pt x="27" y="20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3"/>
                  <a:pt x="24" y="0"/>
                  <a:pt x="2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3"/>
                  <a:pt x="0" y="43"/>
                  <a:pt x="0" y="43"/>
                </a:cubicBezTo>
                <a:cubicBezTo>
                  <a:pt x="3" y="42"/>
                  <a:pt x="7" y="42"/>
                  <a:pt x="10" y="42"/>
                </a:cubicBezTo>
                <a:cubicBezTo>
                  <a:pt x="50" y="42"/>
                  <a:pt x="83" y="75"/>
                  <a:pt x="83" y="115"/>
                </a:cubicBezTo>
                <a:cubicBezTo>
                  <a:pt x="83" y="130"/>
                  <a:pt x="78" y="145"/>
                  <a:pt x="70" y="156"/>
                </a:cubicBezTo>
                <a:cubicBezTo>
                  <a:pt x="117" y="156"/>
                  <a:pt x="117" y="156"/>
                  <a:pt x="117" y="156"/>
                </a:cubicBezTo>
                <a:cubicBezTo>
                  <a:pt x="116" y="155"/>
                  <a:pt x="116" y="154"/>
                  <a:pt x="114" y="153"/>
                </a:cubicBezTo>
                <a:cubicBezTo>
                  <a:pt x="102" y="146"/>
                  <a:pt x="102" y="146"/>
                  <a:pt x="102" y="146"/>
                </a:cubicBezTo>
                <a:cubicBezTo>
                  <a:pt x="103" y="141"/>
                  <a:pt x="105" y="136"/>
                  <a:pt x="106" y="131"/>
                </a:cubicBezTo>
                <a:cubicBezTo>
                  <a:pt x="119" y="131"/>
                  <a:pt x="119" y="131"/>
                  <a:pt x="119" y="131"/>
                </a:cubicBezTo>
                <a:cubicBezTo>
                  <a:pt x="122" y="131"/>
                  <a:pt x="125" y="129"/>
                  <a:pt x="125" y="125"/>
                </a:cubicBezTo>
                <a:cubicBezTo>
                  <a:pt x="125" y="102"/>
                  <a:pt x="125" y="102"/>
                  <a:pt x="125" y="102"/>
                </a:cubicBezTo>
                <a:cubicBezTo>
                  <a:pt x="125" y="98"/>
                  <a:pt x="122" y="96"/>
                  <a:pt x="119" y="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Freeform 6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651257" y="3442492"/>
            <a:ext cx="511175" cy="452438"/>
          </a:xfrm>
          <a:custGeom>
            <a:avLst/>
            <a:gdLst>
              <a:gd name="T0" fmla="*/ 283 w 292"/>
              <a:gd name="T1" fmla="*/ 0 h 259"/>
              <a:gd name="T2" fmla="*/ 9 w 292"/>
              <a:gd name="T3" fmla="*/ 0 h 259"/>
              <a:gd name="T4" fmla="*/ 0 w 292"/>
              <a:gd name="T5" fmla="*/ 9 h 259"/>
              <a:gd name="T6" fmla="*/ 0 w 292"/>
              <a:gd name="T7" fmla="*/ 250 h 259"/>
              <a:gd name="T8" fmla="*/ 9 w 292"/>
              <a:gd name="T9" fmla="*/ 259 h 259"/>
              <a:gd name="T10" fmla="*/ 283 w 292"/>
              <a:gd name="T11" fmla="*/ 259 h 259"/>
              <a:gd name="T12" fmla="*/ 292 w 292"/>
              <a:gd name="T13" fmla="*/ 250 h 259"/>
              <a:gd name="T14" fmla="*/ 292 w 292"/>
              <a:gd name="T15" fmla="*/ 9 h 259"/>
              <a:gd name="T16" fmla="*/ 283 w 292"/>
              <a:gd name="T17" fmla="*/ 0 h 259"/>
              <a:gd name="T18" fmla="*/ 225 w 292"/>
              <a:gd name="T19" fmla="*/ 20 h 259"/>
              <a:gd name="T20" fmla="*/ 238 w 292"/>
              <a:gd name="T21" fmla="*/ 32 h 259"/>
              <a:gd name="T22" fmla="*/ 225 w 292"/>
              <a:gd name="T23" fmla="*/ 44 h 259"/>
              <a:gd name="T24" fmla="*/ 213 w 292"/>
              <a:gd name="T25" fmla="*/ 32 h 259"/>
              <a:gd name="T26" fmla="*/ 225 w 292"/>
              <a:gd name="T27" fmla="*/ 20 h 259"/>
              <a:gd name="T28" fmla="*/ 189 w 292"/>
              <a:gd name="T29" fmla="*/ 20 h 259"/>
              <a:gd name="T30" fmla="*/ 201 w 292"/>
              <a:gd name="T31" fmla="*/ 32 h 259"/>
              <a:gd name="T32" fmla="*/ 189 w 292"/>
              <a:gd name="T33" fmla="*/ 44 h 259"/>
              <a:gd name="T34" fmla="*/ 176 w 292"/>
              <a:gd name="T35" fmla="*/ 32 h 259"/>
              <a:gd name="T36" fmla="*/ 189 w 292"/>
              <a:gd name="T37" fmla="*/ 20 h 259"/>
              <a:gd name="T38" fmla="*/ 274 w 292"/>
              <a:gd name="T39" fmla="*/ 241 h 259"/>
              <a:gd name="T40" fmla="*/ 19 w 292"/>
              <a:gd name="T41" fmla="*/ 241 h 259"/>
              <a:gd name="T42" fmla="*/ 19 w 292"/>
              <a:gd name="T43" fmla="*/ 65 h 259"/>
              <a:gd name="T44" fmla="*/ 274 w 292"/>
              <a:gd name="T45" fmla="*/ 65 h 259"/>
              <a:gd name="T46" fmla="*/ 274 w 292"/>
              <a:gd name="T47" fmla="*/ 241 h 259"/>
              <a:gd name="T48" fmla="*/ 261 w 292"/>
              <a:gd name="T49" fmla="*/ 44 h 259"/>
              <a:gd name="T50" fmla="*/ 249 w 292"/>
              <a:gd name="T51" fmla="*/ 32 h 259"/>
              <a:gd name="T52" fmla="*/ 261 w 292"/>
              <a:gd name="T53" fmla="*/ 20 h 259"/>
              <a:gd name="T54" fmla="*/ 274 w 292"/>
              <a:gd name="T55" fmla="*/ 32 h 259"/>
              <a:gd name="T56" fmla="*/ 261 w 292"/>
              <a:gd name="T57" fmla="*/ 44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2" h="259">
                <a:moveTo>
                  <a:pt x="283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250"/>
                  <a:pt x="0" y="250"/>
                  <a:pt x="0" y="250"/>
                </a:cubicBezTo>
                <a:cubicBezTo>
                  <a:pt x="0" y="255"/>
                  <a:pt x="4" y="259"/>
                  <a:pt x="9" y="259"/>
                </a:cubicBezTo>
                <a:cubicBezTo>
                  <a:pt x="283" y="259"/>
                  <a:pt x="283" y="259"/>
                  <a:pt x="283" y="259"/>
                </a:cubicBezTo>
                <a:cubicBezTo>
                  <a:pt x="288" y="259"/>
                  <a:pt x="292" y="255"/>
                  <a:pt x="292" y="250"/>
                </a:cubicBezTo>
                <a:cubicBezTo>
                  <a:pt x="292" y="9"/>
                  <a:pt x="292" y="9"/>
                  <a:pt x="292" y="9"/>
                </a:cubicBezTo>
                <a:cubicBezTo>
                  <a:pt x="292" y="4"/>
                  <a:pt x="288" y="0"/>
                  <a:pt x="283" y="0"/>
                </a:cubicBezTo>
                <a:close/>
                <a:moveTo>
                  <a:pt x="225" y="20"/>
                </a:moveTo>
                <a:cubicBezTo>
                  <a:pt x="232" y="20"/>
                  <a:pt x="238" y="25"/>
                  <a:pt x="238" y="32"/>
                </a:cubicBezTo>
                <a:cubicBezTo>
                  <a:pt x="238" y="39"/>
                  <a:pt x="232" y="44"/>
                  <a:pt x="225" y="44"/>
                </a:cubicBezTo>
                <a:cubicBezTo>
                  <a:pt x="218" y="44"/>
                  <a:pt x="213" y="39"/>
                  <a:pt x="213" y="32"/>
                </a:cubicBezTo>
                <a:cubicBezTo>
                  <a:pt x="213" y="25"/>
                  <a:pt x="218" y="20"/>
                  <a:pt x="225" y="20"/>
                </a:cubicBezTo>
                <a:close/>
                <a:moveTo>
                  <a:pt x="189" y="20"/>
                </a:moveTo>
                <a:cubicBezTo>
                  <a:pt x="196" y="20"/>
                  <a:pt x="201" y="25"/>
                  <a:pt x="201" y="32"/>
                </a:cubicBezTo>
                <a:cubicBezTo>
                  <a:pt x="201" y="39"/>
                  <a:pt x="196" y="44"/>
                  <a:pt x="189" y="44"/>
                </a:cubicBezTo>
                <a:cubicBezTo>
                  <a:pt x="182" y="44"/>
                  <a:pt x="176" y="39"/>
                  <a:pt x="176" y="32"/>
                </a:cubicBezTo>
                <a:cubicBezTo>
                  <a:pt x="176" y="25"/>
                  <a:pt x="182" y="20"/>
                  <a:pt x="189" y="20"/>
                </a:cubicBezTo>
                <a:close/>
                <a:moveTo>
                  <a:pt x="274" y="241"/>
                </a:moveTo>
                <a:cubicBezTo>
                  <a:pt x="19" y="241"/>
                  <a:pt x="19" y="241"/>
                  <a:pt x="19" y="241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1"/>
                </a:lnTo>
                <a:close/>
                <a:moveTo>
                  <a:pt x="261" y="44"/>
                </a:moveTo>
                <a:cubicBezTo>
                  <a:pt x="255" y="44"/>
                  <a:pt x="249" y="39"/>
                  <a:pt x="249" y="32"/>
                </a:cubicBezTo>
                <a:cubicBezTo>
                  <a:pt x="249" y="25"/>
                  <a:pt x="255" y="20"/>
                  <a:pt x="261" y="20"/>
                </a:cubicBezTo>
                <a:cubicBezTo>
                  <a:pt x="268" y="20"/>
                  <a:pt x="274" y="25"/>
                  <a:pt x="274" y="32"/>
                </a:cubicBezTo>
                <a:cubicBezTo>
                  <a:pt x="274" y="39"/>
                  <a:pt x="268" y="44"/>
                  <a:pt x="261" y="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Freeform 62"/>
          <p:cNvSpPr/>
          <p:nvPr>
            <p:custDataLst>
              <p:tags r:id="rId11"/>
            </p:custDataLst>
          </p:nvPr>
        </p:nvSpPr>
        <p:spPr bwMode="auto">
          <a:xfrm>
            <a:off x="975107" y="3579017"/>
            <a:ext cx="49213" cy="39688"/>
          </a:xfrm>
          <a:custGeom>
            <a:avLst/>
            <a:gdLst>
              <a:gd name="T0" fmla="*/ 28 w 28"/>
              <a:gd name="T1" fmla="*/ 18 h 23"/>
              <a:gd name="T2" fmla="*/ 23 w 28"/>
              <a:gd name="T3" fmla="*/ 23 h 23"/>
              <a:gd name="T4" fmla="*/ 5 w 28"/>
              <a:gd name="T5" fmla="*/ 23 h 23"/>
              <a:gd name="T6" fmla="*/ 0 w 28"/>
              <a:gd name="T7" fmla="*/ 18 h 23"/>
              <a:gd name="T8" fmla="*/ 0 w 28"/>
              <a:gd name="T9" fmla="*/ 4 h 23"/>
              <a:gd name="T10" fmla="*/ 5 w 28"/>
              <a:gd name="T11" fmla="*/ 0 h 23"/>
              <a:gd name="T12" fmla="*/ 23 w 28"/>
              <a:gd name="T13" fmla="*/ 0 h 23"/>
              <a:gd name="T14" fmla="*/ 28 w 28"/>
              <a:gd name="T15" fmla="*/ 4 h 23"/>
              <a:gd name="T16" fmla="*/ 28 w 28"/>
              <a:gd name="T17" fmla="*/ 18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" h="23">
                <a:moveTo>
                  <a:pt x="28" y="18"/>
                </a:moveTo>
                <a:cubicBezTo>
                  <a:pt x="28" y="21"/>
                  <a:pt x="26" y="23"/>
                  <a:pt x="23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2" y="23"/>
                  <a:pt x="0" y="21"/>
                  <a:pt x="0" y="1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6" y="0"/>
                  <a:pt x="28" y="2"/>
                  <a:pt x="28" y="4"/>
                </a:cubicBezTo>
                <a:lnTo>
                  <a:pt x="28" y="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Freeform 63"/>
          <p:cNvSpPr/>
          <p:nvPr>
            <p:custDataLst>
              <p:tags r:id="rId12"/>
            </p:custDataLst>
          </p:nvPr>
        </p:nvSpPr>
        <p:spPr bwMode="auto">
          <a:xfrm>
            <a:off x="902082" y="3613942"/>
            <a:ext cx="55563" cy="57150"/>
          </a:xfrm>
          <a:custGeom>
            <a:avLst/>
            <a:gdLst>
              <a:gd name="T0" fmla="*/ 29 w 32"/>
              <a:gd name="T1" fmla="*/ 8 h 33"/>
              <a:gd name="T2" fmla="*/ 30 w 32"/>
              <a:gd name="T3" fmla="*/ 14 h 33"/>
              <a:gd name="T4" fmla="*/ 21 w 32"/>
              <a:gd name="T5" fmla="*/ 30 h 33"/>
              <a:gd name="T6" fmla="*/ 15 w 32"/>
              <a:gd name="T7" fmla="*/ 32 h 33"/>
              <a:gd name="T8" fmla="*/ 3 w 32"/>
              <a:gd name="T9" fmla="*/ 25 h 33"/>
              <a:gd name="T10" fmla="*/ 1 w 32"/>
              <a:gd name="T11" fmla="*/ 19 h 33"/>
              <a:gd name="T12" fmla="*/ 10 w 32"/>
              <a:gd name="T13" fmla="*/ 3 h 33"/>
              <a:gd name="T14" fmla="*/ 16 w 32"/>
              <a:gd name="T15" fmla="*/ 1 h 33"/>
              <a:gd name="T16" fmla="*/ 29 w 32"/>
              <a:gd name="T17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3">
                <a:moveTo>
                  <a:pt x="29" y="8"/>
                </a:moveTo>
                <a:cubicBezTo>
                  <a:pt x="31" y="9"/>
                  <a:pt x="32" y="12"/>
                  <a:pt x="30" y="14"/>
                </a:cubicBezTo>
                <a:cubicBezTo>
                  <a:pt x="21" y="30"/>
                  <a:pt x="21" y="30"/>
                  <a:pt x="21" y="30"/>
                </a:cubicBezTo>
                <a:cubicBezTo>
                  <a:pt x="20" y="33"/>
                  <a:pt x="17" y="33"/>
                  <a:pt x="15" y="32"/>
                </a:cubicBezTo>
                <a:cubicBezTo>
                  <a:pt x="3" y="25"/>
                  <a:pt x="3" y="25"/>
                  <a:pt x="3" y="25"/>
                </a:cubicBezTo>
                <a:cubicBezTo>
                  <a:pt x="1" y="24"/>
                  <a:pt x="0" y="21"/>
                  <a:pt x="1" y="19"/>
                </a:cubicBezTo>
                <a:cubicBezTo>
                  <a:pt x="10" y="3"/>
                  <a:pt x="10" y="3"/>
                  <a:pt x="10" y="3"/>
                </a:cubicBezTo>
                <a:cubicBezTo>
                  <a:pt x="12" y="1"/>
                  <a:pt x="14" y="0"/>
                  <a:pt x="16" y="1"/>
                </a:cubicBezTo>
                <a:lnTo>
                  <a:pt x="29" y="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Freeform 64"/>
          <p:cNvSpPr/>
          <p:nvPr>
            <p:custDataLst>
              <p:tags r:id="rId13"/>
            </p:custDataLst>
          </p:nvPr>
        </p:nvSpPr>
        <p:spPr bwMode="auto">
          <a:xfrm>
            <a:off x="905257" y="3698080"/>
            <a:ext cx="53975" cy="57150"/>
          </a:xfrm>
          <a:custGeom>
            <a:avLst/>
            <a:gdLst>
              <a:gd name="T0" fmla="*/ 15 w 31"/>
              <a:gd name="T1" fmla="*/ 1 h 33"/>
              <a:gd name="T2" fmla="*/ 21 w 31"/>
              <a:gd name="T3" fmla="*/ 2 h 33"/>
              <a:gd name="T4" fmla="*/ 30 w 31"/>
              <a:gd name="T5" fmla="*/ 19 h 33"/>
              <a:gd name="T6" fmla="*/ 28 w 31"/>
              <a:gd name="T7" fmla="*/ 25 h 33"/>
              <a:gd name="T8" fmla="*/ 16 w 31"/>
              <a:gd name="T9" fmla="*/ 32 h 33"/>
              <a:gd name="T10" fmla="*/ 10 w 31"/>
              <a:gd name="T11" fmla="*/ 30 h 33"/>
              <a:gd name="T12" fmla="*/ 1 w 31"/>
              <a:gd name="T13" fmla="*/ 14 h 33"/>
              <a:gd name="T14" fmla="*/ 2 w 31"/>
              <a:gd name="T15" fmla="*/ 8 h 33"/>
              <a:gd name="T16" fmla="*/ 15 w 31"/>
              <a:gd name="T17" fmla="*/ 1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" h="33">
                <a:moveTo>
                  <a:pt x="15" y="1"/>
                </a:moveTo>
                <a:cubicBezTo>
                  <a:pt x="17" y="0"/>
                  <a:pt x="20" y="0"/>
                  <a:pt x="21" y="2"/>
                </a:cubicBezTo>
                <a:cubicBezTo>
                  <a:pt x="30" y="19"/>
                  <a:pt x="30" y="19"/>
                  <a:pt x="30" y="19"/>
                </a:cubicBezTo>
                <a:cubicBezTo>
                  <a:pt x="31" y="21"/>
                  <a:pt x="31" y="23"/>
                  <a:pt x="28" y="25"/>
                </a:cubicBezTo>
                <a:cubicBezTo>
                  <a:pt x="16" y="32"/>
                  <a:pt x="16" y="32"/>
                  <a:pt x="16" y="32"/>
                </a:cubicBezTo>
                <a:cubicBezTo>
                  <a:pt x="14" y="33"/>
                  <a:pt x="11" y="32"/>
                  <a:pt x="10" y="30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2"/>
                  <a:pt x="0" y="9"/>
                  <a:pt x="2" y="8"/>
                </a:cubicBezTo>
                <a:lnTo>
                  <a:pt x="1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Freeform 65"/>
          <p:cNvSpPr/>
          <p:nvPr>
            <p:custDataLst>
              <p:tags r:id="rId14"/>
            </p:custDataLst>
          </p:nvPr>
        </p:nvSpPr>
        <p:spPr bwMode="auto">
          <a:xfrm>
            <a:off x="981457" y="3745705"/>
            <a:ext cx="47625" cy="39688"/>
          </a:xfrm>
          <a:custGeom>
            <a:avLst/>
            <a:gdLst>
              <a:gd name="T0" fmla="*/ 0 w 27"/>
              <a:gd name="T1" fmla="*/ 4 h 23"/>
              <a:gd name="T2" fmla="*/ 4 w 27"/>
              <a:gd name="T3" fmla="*/ 0 h 23"/>
              <a:gd name="T4" fmla="*/ 23 w 27"/>
              <a:gd name="T5" fmla="*/ 0 h 23"/>
              <a:gd name="T6" fmla="*/ 27 w 27"/>
              <a:gd name="T7" fmla="*/ 4 h 23"/>
              <a:gd name="T8" fmla="*/ 27 w 27"/>
              <a:gd name="T9" fmla="*/ 19 h 23"/>
              <a:gd name="T10" fmla="*/ 23 w 27"/>
              <a:gd name="T11" fmla="*/ 23 h 23"/>
              <a:gd name="T12" fmla="*/ 4 w 27"/>
              <a:gd name="T13" fmla="*/ 23 h 23"/>
              <a:gd name="T14" fmla="*/ 0 w 27"/>
              <a:gd name="T15" fmla="*/ 19 h 23"/>
              <a:gd name="T16" fmla="*/ 0 w 27"/>
              <a:gd name="T17" fmla="*/ 4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" h="23">
                <a:moveTo>
                  <a:pt x="0" y="4"/>
                </a:moveTo>
                <a:cubicBezTo>
                  <a:pt x="0" y="2"/>
                  <a:pt x="2" y="0"/>
                  <a:pt x="4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5" y="0"/>
                  <a:pt x="27" y="2"/>
                  <a:pt x="27" y="4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21"/>
                  <a:pt x="25" y="23"/>
                  <a:pt x="2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2" y="23"/>
                  <a:pt x="0" y="21"/>
                  <a:pt x="0" y="19"/>
                </a:cubicBezTo>
                <a:lnTo>
                  <a:pt x="0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Freeform 66"/>
          <p:cNvSpPr/>
          <p:nvPr>
            <p:custDataLst>
              <p:tags r:id="rId15"/>
            </p:custDataLst>
          </p:nvPr>
        </p:nvSpPr>
        <p:spPr bwMode="auto">
          <a:xfrm>
            <a:off x="1048132" y="3693317"/>
            <a:ext cx="55563" cy="57150"/>
          </a:xfrm>
          <a:custGeom>
            <a:avLst/>
            <a:gdLst>
              <a:gd name="T0" fmla="*/ 3 w 32"/>
              <a:gd name="T1" fmla="*/ 25 h 33"/>
              <a:gd name="T2" fmla="*/ 1 w 32"/>
              <a:gd name="T3" fmla="*/ 19 h 33"/>
              <a:gd name="T4" fmla="*/ 11 w 32"/>
              <a:gd name="T5" fmla="*/ 2 h 33"/>
              <a:gd name="T6" fmla="*/ 17 w 32"/>
              <a:gd name="T7" fmla="*/ 1 h 33"/>
              <a:gd name="T8" fmla="*/ 29 w 32"/>
              <a:gd name="T9" fmla="*/ 8 h 33"/>
              <a:gd name="T10" fmla="*/ 31 w 32"/>
              <a:gd name="T11" fmla="*/ 14 h 33"/>
              <a:gd name="T12" fmla="*/ 21 w 32"/>
              <a:gd name="T13" fmla="*/ 30 h 33"/>
              <a:gd name="T14" fmla="*/ 15 w 32"/>
              <a:gd name="T15" fmla="*/ 32 h 33"/>
              <a:gd name="T16" fmla="*/ 3 w 32"/>
              <a:gd name="T17" fmla="*/ 2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3">
                <a:moveTo>
                  <a:pt x="3" y="25"/>
                </a:moveTo>
                <a:cubicBezTo>
                  <a:pt x="1" y="23"/>
                  <a:pt x="0" y="21"/>
                  <a:pt x="1" y="19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0"/>
                  <a:pt x="15" y="0"/>
                  <a:pt x="17" y="1"/>
                </a:cubicBezTo>
                <a:cubicBezTo>
                  <a:pt x="29" y="8"/>
                  <a:pt x="29" y="8"/>
                  <a:pt x="29" y="8"/>
                </a:cubicBezTo>
                <a:cubicBezTo>
                  <a:pt x="31" y="9"/>
                  <a:pt x="32" y="12"/>
                  <a:pt x="31" y="14"/>
                </a:cubicBezTo>
                <a:cubicBezTo>
                  <a:pt x="21" y="30"/>
                  <a:pt x="21" y="30"/>
                  <a:pt x="21" y="30"/>
                </a:cubicBezTo>
                <a:cubicBezTo>
                  <a:pt x="20" y="32"/>
                  <a:pt x="17" y="33"/>
                  <a:pt x="15" y="32"/>
                </a:cubicBezTo>
                <a:lnTo>
                  <a:pt x="3" y="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Freeform 67"/>
          <p:cNvSpPr/>
          <p:nvPr>
            <p:custDataLst>
              <p:tags r:id="rId16"/>
            </p:custDataLst>
          </p:nvPr>
        </p:nvSpPr>
        <p:spPr bwMode="auto">
          <a:xfrm>
            <a:off x="1044957" y="3609180"/>
            <a:ext cx="55563" cy="57150"/>
          </a:xfrm>
          <a:custGeom>
            <a:avLst/>
            <a:gdLst>
              <a:gd name="T0" fmla="*/ 17 w 32"/>
              <a:gd name="T1" fmla="*/ 32 h 33"/>
              <a:gd name="T2" fmla="*/ 11 w 32"/>
              <a:gd name="T3" fmla="*/ 30 h 33"/>
              <a:gd name="T4" fmla="*/ 2 w 32"/>
              <a:gd name="T5" fmla="*/ 14 h 33"/>
              <a:gd name="T6" fmla="*/ 3 w 32"/>
              <a:gd name="T7" fmla="*/ 8 h 33"/>
              <a:gd name="T8" fmla="*/ 16 w 32"/>
              <a:gd name="T9" fmla="*/ 1 h 33"/>
              <a:gd name="T10" fmla="*/ 22 w 32"/>
              <a:gd name="T11" fmla="*/ 3 h 33"/>
              <a:gd name="T12" fmla="*/ 31 w 32"/>
              <a:gd name="T13" fmla="*/ 19 h 33"/>
              <a:gd name="T14" fmla="*/ 29 w 32"/>
              <a:gd name="T15" fmla="*/ 25 h 33"/>
              <a:gd name="T16" fmla="*/ 17 w 32"/>
              <a:gd name="T17" fmla="*/ 3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3">
                <a:moveTo>
                  <a:pt x="17" y="32"/>
                </a:moveTo>
                <a:cubicBezTo>
                  <a:pt x="15" y="33"/>
                  <a:pt x="12" y="33"/>
                  <a:pt x="11" y="30"/>
                </a:cubicBezTo>
                <a:cubicBezTo>
                  <a:pt x="2" y="14"/>
                  <a:pt x="2" y="14"/>
                  <a:pt x="2" y="14"/>
                </a:cubicBezTo>
                <a:cubicBezTo>
                  <a:pt x="0" y="12"/>
                  <a:pt x="1" y="9"/>
                  <a:pt x="3" y="8"/>
                </a:cubicBezTo>
                <a:cubicBezTo>
                  <a:pt x="16" y="1"/>
                  <a:pt x="16" y="1"/>
                  <a:pt x="16" y="1"/>
                </a:cubicBezTo>
                <a:cubicBezTo>
                  <a:pt x="18" y="0"/>
                  <a:pt x="20" y="1"/>
                  <a:pt x="22" y="3"/>
                </a:cubicBezTo>
                <a:cubicBezTo>
                  <a:pt x="31" y="19"/>
                  <a:pt x="31" y="19"/>
                  <a:pt x="31" y="19"/>
                </a:cubicBezTo>
                <a:cubicBezTo>
                  <a:pt x="32" y="21"/>
                  <a:pt x="31" y="24"/>
                  <a:pt x="29" y="25"/>
                </a:cubicBezTo>
                <a:lnTo>
                  <a:pt x="17" y="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Freeform 68"/>
          <p:cNvSpPr>
            <a:spLocks noEditPoints="1"/>
          </p:cNvSpPr>
          <p:nvPr>
            <p:custDataLst>
              <p:tags r:id="rId17"/>
            </p:custDataLst>
          </p:nvPr>
        </p:nvSpPr>
        <p:spPr bwMode="auto">
          <a:xfrm>
            <a:off x="927482" y="3607592"/>
            <a:ext cx="150813" cy="149225"/>
          </a:xfrm>
          <a:custGeom>
            <a:avLst/>
            <a:gdLst>
              <a:gd name="T0" fmla="*/ 43 w 86"/>
              <a:gd name="T1" fmla="*/ 0 h 86"/>
              <a:gd name="T2" fmla="*/ 0 w 86"/>
              <a:gd name="T3" fmla="*/ 43 h 86"/>
              <a:gd name="T4" fmla="*/ 43 w 86"/>
              <a:gd name="T5" fmla="*/ 86 h 86"/>
              <a:gd name="T6" fmla="*/ 86 w 86"/>
              <a:gd name="T7" fmla="*/ 43 h 86"/>
              <a:gd name="T8" fmla="*/ 43 w 86"/>
              <a:gd name="T9" fmla="*/ 0 h 86"/>
              <a:gd name="T10" fmla="*/ 43 w 86"/>
              <a:gd name="T11" fmla="*/ 63 h 86"/>
              <a:gd name="T12" fmla="*/ 22 w 86"/>
              <a:gd name="T13" fmla="*/ 43 h 86"/>
              <a:gd name="T14" fmla="*/ 43 w 86"/>
              <a:gd name="T15" fmla="*/ 23 h 86"/>
              <a:gd name="T16" fmla="*/ 63 w 86"/>
              <a:gd name="T17" fmla="*/ 43 h 86"/>
              <a:gd name="T18" fmla="*/ 43 w 86"/>
              <a:gd name="T19" fmla="*/ 6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" h="86">
                <a:moveTo>
                  <a:pt x="43" y="0"/>
                </a:moveTo>
                <a:cubicBezTo>
                  <a:pt x="19" y="0"/>
                  <a:pt x="0" y="19"/>
                  <a:pt x="0" y="43"/>
                </a:cubicBezTo>
                <a:cubicBezTo>
                  <a:pt x="0" y="67"/>
                  <a:pt x="19" y="86"/>
                  <a:pt x="43" y="86"/>
                </a:cubicBezTo>
                <a:cubicBezTo>
                  <a:pt x="66" y="86"/>
                  <a:pt x="86" y="67"/>
                  <a:pt x="86" y="43"/>
                </a:cubicBezTo>
                <a:cubicBezTo>
                  <a:pt x="86" y="19"/>
                  <a:pt x="66" y="0"/>
                  <a:pt x="43" y="0"/>
                </a:cubicBezTo>
                <a:close/>
                <a:moveTo>
                  <a:pt x="43" y="63"/>
                </a:moveTo>
                <a:cubicBezTo>
                  <a:pt x="32" y="63"/>
                  <a:pt x="22" y="54"/>
                  <a:pt x="22" y="43"/>
                </a:cubicBezTo>
                <a:cubicBezTo>
                  <a:pt x="22" y="32"/>
                  <a:pt x="32" y="23"/>
                  <a:pt x="43" y="23"/>
                </a:cubicBezTo>
                <a:cubicBezTo>
                  <a:pt x="54" y="23"/>
                  <a:pt x="63" y="32"/>
                  <a:pt x="63" y="43"/>
                </a:cubicBezTo>
                <a:cubicBezTo>
                  <a:pt x="63" y="54"/>
                  <a:pt x="54" y="63"/>
                  <a:pt x="43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Freeform 163"/>
          <p:cNvSpPr>
            <a:spLocks noEditPoints="1"/>
          </p:cNvSpPr>
          <p:nvPr>
            <p:custDataLst>
              <p:tags r:id="rId18"/>
            </p:custDataLst>
          </p:nvPr>
        </p:nvSpPr>
        <p:spPr bwMode="auto">
          <a:xfrm>
            <a:off x="6577937" y="1716180"/>
            <a:ext cx="512763" cy="455613"/>
          </a:xfrm>
          <a:custGeom>
            <a:avLst/>
            <a:gdLst>
              <a:gd name="T0" fmla="*/ 283 w 293"/>
              <a:gd name="T1" fmla="*/ 0 h 260"/>
              <a:gd name="T2" fmla="*/ 9 w 293"/>
              <a:gd name="T3" fmla="*/ 0 h 260"/>
              <a:gd name="T4" fmla="*/ 0 w 293"/>
              <a:gd name="T5" fmla="*/ 9 h 260"/>
              <a:gd name="T6" fmla="*/ 0 w 293"/>
              <a:gd name="T7" fmla="*/ 251 h 260"/>
              <a:gd name="T8" fmla="*/ 9 w 293"/>
              <a:gd name="T9" fmla="*/ 260 h 260"/>
              <a:gd name="T10" fmla="*/ 283 w 293"/>
              <a:gd name="T11" fmla="*/ 260 h 260"/>
              <a:gd name="T12" fmla="*/ 293 w 293"/>
              <a:gd name="T13" fmla="*/ 251 h 260"/>
              <a:gd name="T14" fmla="*/ 293 w 293"/>
              <a:gd name="T15" fmla="*/ 9 h 260"/>
              <a:gd name="T16" fmla="*/ 283 w 293"/>
              <a:gd name="T17" fmla="*/ 0 h 260"/>
              <a:gd name="T18" fmla="*/ 225 w 293"/>
              <a:gd name="T19" fmla="*/ 20 h 260"/>
              <a:gd name="T20" fmla="*/ 238 w 293"/>
              <a:gd name="T21" fmla="*/ 33 h 260"/>
              <a:gd name="T22" fmla="*/ 225 w 293"/>
              <a:gd name="T23" fmla="*/ 45 h 260"/>
              <a:gd name="T24" fmla="*/ 213 w 293"/>
              <a:gd name="T25" fmla="*/ 33 h 260"/>
              <a:gd name="T26" fmla="*/ 225 w 293"/>
              <a:gd name="T27" fmla="*/ 20 h 260"/>
              <a:gd name="T28" fmla="*/ 189 w 293"/>
              <a:gd name="T29" fmla="*/ 20 h 260"/>
              <a:gd name="T30" fmla="*/ 201 w 293"/>
              <a:gd name="T31" fmla="*/ 33 h 260"/>
              <a:gd name="T32" fmla="*/ 189 w 293"/>
              <a:gd name="T33" fmla="*/ 45 h 260"/>
              <a:gd name="T34" fmla="*/ 177 w 293"/>
              <a:gd name="T35" fmla="*/ 33 h 260"/>
              <a:gd name="T36" fmla="*/ 189 w 293"/>
              <a:gd name="T37" fmla="*/ 20 h 260"/>
              <a:gd name="T38" fmla="*/ 274 w 293"/>
              <a:gd name="T39" fmla="*/ 241 h 260"/>
              <a:gd name="T40" fmla="*/ 19 w 293"/>
              <a:gd name="T41" fmla="*/ 241 h 260"/>
              <a:gd name="T42" fmla="*/ 19 w 293"/>
              <a:gd name="T43" fmla="*/ 65 h 260"/>
              <a:gd name="T44" fmla="*/ 274 w 293"/>
              <a:gd name="T45" fmla="*/ 65 h 260"/>
              <a:gd name="T46" fmla="*/ 274 w 293"/>
              <a:gd name="T47" fmla="*/ 241 h 260"/>
              <a:gd name="T48" fmla="*/ 262 w 293"/>
              <a:gd name="T49" fmla="*/ 45 h 260"/>
              <a:gd name="T50" fmla="*/ 249 w 293"/>
              <a:gd name="T51" fmla="*/ 33 h 260"/>
              <a:gd name="T52" fmla="*/ 262 w 293"/>
              <a:gd name="T53" fmla="*/ 20 h 260"/>
              <a:gd name="T54" fmla="*/ 274 w 293"/>
              <a:gd name="T55" fmla="*/ 33 h 260"/>
              <a:gd name="T56" fmla="*/ 262 w 293"/>
              <a:gd name="T57" fmla="*/ 4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3" h="260">
                <a:moveTo>
                  <a:pt x="283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251"/>
                  <a:pt x="0" y="251"/>
                  <a:pt x="0" y="251"/>
                </a:cubicBezTo>
                <a:cubicBezTo>
                  <a:pt x="0" y="256"/>
                  <a:pt x="4" y="260"/>
                  <a:pt x="9" y="260"/>
                </a:cubicBezTo>
                <a:cubicBezTo>
                  <a:pt x="283" y="260"/>
                  <a:pt x="283" y="260"/>
                  <a:pt x="283" y="260"/>
                </a:cubicBezTo>
                <a:cubicBezTo>
                  <a:pt x="288" y="260"/>
                  <a:pt x="293" y="256"/>
                  <a:pt x="293" y="251"/>
                </a:cubicBezTo>
                <a:cubicBezTo>
                  <a:pt x="293" y="9"/>
                  <a:pt x="293" y="9"/>
                  <a:pt x="293" y="9"/>
                </a:cubicBezTo>
                <a:cubicBezTo>
                  <a:pt x="293" y="4"/>
                  <a:pt x="288" y="0"/>
                  <a:pt x="283" y="0"/>
                </a:cubicBezTo>
                <a:close/>
                <a:moveTo>
                  <a:pt x="225" y="20"/>
                </a:moveTo>
                <a:cubicBezTo>
                  <a:pt x="232" y="20"/>
                  <a:pt x="238" y="26"/>
                  <a:pt x="238" y="33"/>
                </a:cubicBezTo>
                <a:cubicBezTo>
                  <a:pt x="238" y="40"/>
                  <a:pt x="232" y="45"/>
                  <a:pt x="225" y="45"/>
                </a:cubicBezTo>
                <a:cubicBezTo>
                  <a:pt x="218" y="45"/>
                  <a:pt x="213" y="40"/>
                  <a:pt x="213" y="33"/>
                </a:cubicBezTo>
                <a:cubicBezTo>
                  <a:pt x="213" y="26"/>
                  <a:pt x="218" y="20"/>
                  <a:pt x="225" y="20"/>
                </a:cubicBezTo>
                <a:close/>
                <a:moveTo>
                  <a:pt x="189" y="20"/>
                </a:moveTo>
                <a:cubicBezTo>
                  <a:pt x="196" y="20"/>
                  <a:pt x="201" y="26"/>
                  <a:pt x="201" y="33"/>
                </a:cubicBezTo>
                <a:cubicBezTo>
                  <a:pt x="201" y="40"/>
                  <a:pt x="196" y="45"/>
                  <a:pt x="189" y="45"/>
                </a:cubicBezTo>
                <a:cubicBezTo>
                  <a:pt x="182" y="45"/>
                  <a:pt x="177" y="40"/>
                  <a:pt x="177" y="33"/>
                </a:cubicBezTo>
                <a:cubicBezTo>
                  <a:pt x="177" y="26"/>
                  <a:pt x="182" y="20"/>
                  <a:pt x="189" y="20"/>
                </a:cubicBezTo>
                <a:close/>
                <a:moveTo>
                  <a:pt x="274" y="241"/>
                </a:moveTo>
                <a:cubicBezTo>
                  <a:pt x="19" y="241"/>
                  <a:pt x="19" y="241"/>
                  <a:pt x="19" y="241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1"/>
                </a:lnTo>
                <a:close/>
                <a:moveTo>
                  <a:pt x="262" y="45"/>
                </a:moveTo>
                <a:cubicBezTo>
                  <a:pt x="255" y="45"/>
                  <a:pt x="249" y="40"/>
                  <a:pt x="249" y="33"/>
                </a:cubicBezTo>
                <a:cubicBezTo>
                  <a:pt x="249" y="26"/>
                  <a:pt x="255" y="20"/>
                  <a:pt x="262" y="20"/>
                </a:cubicBezTo>
                <a:cubicBezTo>
                  <a:pt x="268" y="20"/>
                  <a:pt x="274" y="26"/>
                  <a:pt x="274" y="33"/>
                </a:cubicBezTo>
                <a:cubicBezTo>
                  <a:pt x="274" y="40"/>
                  <a:pt x="268" y="45"/>
                  <a:pt x="262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Freeform 164"/>
          <p:cNvSpPr>
            <a:spLocks noEditPoints="1"/>
          </p:cNvSpPr>
          <p:nvPr>
            <p:custDataLst>
              <p:tags r:id="rId19"/>
            </p:custDataLst>
          </p:nvPr>
        </p:nvSpPr>
        <p:spPr bwMode="auto">
          <a:xfrm>
            <a:off x="6647787" y="1897155"/>
            <a:ext cx="49213" cy="73025"/>
          </a:xfrm>
          <a:custGeom>
            <a:avLst/>
            <a:gdLst>
              <a:gd name="T0" fmla="*/ 0 w 28"/>
              <a:gd name="T1" fmla="*/ 21 h 42"/>
              <a:gd name="T2" fmla="*/ 3 w 28"/>
              <a:gd name="T3" fmla="*/ 5 h 42"/>
              <a:gd name="T4" fmla="*/ 14 w 28"/>
              <a:gd name="T5" fmla="*/ 0 h 42"/>
              <a:gd name="T6" fmla="*/ 25 w 28"/>
              <a:gd name="T7" fmla="*/ 5 h 42"/>
              <a:gd name="T8" fmla="*/ 28 w 28"/>
              <a:gd name="T9" fmla="*/ 21 h 42"/>
              <a:gd name="T10" fmla="*/ 24 w 28"/>
              <a:gd name="T11" fmla="*/ 37 h 42"/>
              <a:gd name="T12" fmla="*/ 14 w 28"/>
              <a:gd name="T13" fmla="*/ 42 h 42"/>
              <a:gd name="T14" fmla="*/ 3 w 28"/>
              <a:gd name="T15" fmla="*/ 37 h 42"/>
              <a:gd name="T16" fmla="*/ 0 w 28"/>
              <a:gd name="T17" fmla="*/ 21 h 42"/>
              <a:gd name="T18" fmla="*/ 7 w 28"/>
              <a:gd name="T19" fmla="*/ 21 h 42"/>
              <a:gd name="T20" fmla="*/ 9 w 28"/>
              <a:gd name="T21" fmla="*/ 32 h 42"/>
              <a:gd name="T22" fmla="*/ 14 w 28"/>
              <a:gd name="T23" fmla="*/ 36 h 42"/>
              <a:gd name="T24" fmla="*/ 19 w 28"/>
              <a:gd name="T25" fmla="*/ 32 h 42"/>
              <a:gd name="T26" fmla="*/ 21 w 28"/>
              <a:gd name="T27" fmla="*/ 21 h 42"/>
              <a:gd name="T28" fmla="*/ 19 w 28"/>
              <a:gd name="T29" fmla="*/ 10 h 42"/>
              <a:gd name="T30" fmla="*/ 14 w 28"/>
              <a:gd name="T31" fmla="*/ 6 h 42"/>
              <a:gd name="T32" fmla="*/ 9 w 28"/>
              <a:gd name="T33" fmla="*/ 10 h 42"/>
              <a:gd name="T34" fmla="*/ 7 w 28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9"/>
                  <a:pt x="3" y="5"/>
                </a:cubicBezTo>
                <a:cubicBezTo>
                  <a:pt x="6" y="2"/>
                  <a:pt x="9" y="0"/>
                  <a:pt x="14" y="0"/>
                </a:cubicBezTo>
                <a:cubicBezTo>
                  <a:pt x="19" y="0"/>
                  <a:pt x="22" y="2"/>
                  <a:pt x="25" y="5"/>
                </a:cubicBezTo>
                <a:cubicBezTo>
                  <a:pt x="27" y="9"/>
                  <a:pt x="28" y="14"/>
                  <a:pt x="28" y="21"/>
                </a:cubicBezTo>
                <a:cubicBezTo>
                  <a:pt x="28" y="28"/>
                  <a:pt x="27" y="34"/>
                  <a:pt x="24" y="37"/>
                </a:cubicBezTo>
                <a:cubicBezTo>
                  <a:pt x="22" y="41"/>
                  <a:pt x="18" y="42"/>
                  <a:pt x="14" y="42"/>
                </a:cubicBezTo>
                <a:cubicBezTo>
                  <a:pt x="9" y="42"/>
                  <a:pt x="5" y="40"/>
                  <a:pt x="3" y="37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7" y="21"/>
                </a:moveTo>
                <a:cubicBezTo>
                  <a:pt x="7" y="26"/>
                  <a:pt x="8" y="29"/>
                  <a:pt x="9" y="32"/>
                </a:cubicBezTo>
                <a:cubicBezTo>
                  <a:pt x="10" y="35"/>
                  <a:pt x="12" y="36"/>
                  <a:pt x="14" y="36"/>
                </a:cubicBezTo>
                <a:cubicBezTo>
                  <a:pt x="16" y="36"/>
                  <a:pt x="18" y="35"/>
                  <a:pt x="19" y="32"/>
                </a:cubicBezTo>
                <a:cubicBezTo>
                  <a:pt x="20" y="30"/>
                  <a:pt x="21" y="26"/>
                  <a:pt x="21" y="21"/>
                </a:cubicBezTo>
                <a:cubicBezTo>
                  <a:pt x="21" y="16"/>
                  <a:pt x="20" y="13"/>
                  <a:pt x="19" y="10"/>
                </a:cubicBezTo>
                <a:cubicBezTo>
                  <a:pt x="18" y="8"/>
                  <a:pt x="16" y="6"/>
                  <a:pt x="14" y="6"/>
                </a:cubicBezTo>
                <a:cubicBezTo>
                  <a:pt x="12" y="6"/>
                  <a:pt x="10" y="8"/>
                  <a:pt x="9" y="10"/>
                </a:cubicBezTo>
                <a:cubicBezTo>
                  <a:pt x="8" y="12"/>
                  <a:pt x="7" y="16"/>
                  <a:pt x="7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Freeform 165"/>
          <p:cNvSpPr/>
          <p:nvPr>
            <p:custDataLst>
              <p:tags r:id="rId20"/>
            </p:custDataLst>
          </p:nvPr>
        </p:nvSpPr>
        <p:spPr bwMode="auto">
          <a:xfrm>
            <a:off x="6714462" y="1897155"/>
            <a:ext cx="46038" cy="71438"/>
          </a:xfrm>
          <a:custGeom>
            <a:avLst/>
            <a:gdLst>
              <a:gd name="T0" fmla="*/ 4 w 29"/>
              <a:gd name="T1" fmla="*/ 38 h 45"/>
              <a:gd name="T2" fmla="*/ 12 w 29"/>
              <a:gd name="T3" fmla="*/ 38 h 45"/>
              <a:gd name="T4" fmla="*/ 12 w 29"/>
              <a:gd name="T5" fmla="*/ 13 h 45"/>
              <a:gd name="T6" fmla="*/ 14 w 29"/>
              <a:gd name="T7" fmla="*/ 9 h 45"/>
              <a:gd name="T8" fmla="*/ 10 w 29"/>
              <a:gd name="T9" fmla="*/ 13 h 45"/>
              <a:gd name="T10" fmla="*/ 5 w 29"/>
              <a:gd name="T11" fmla="*/ 16 h 45"/>
              <a:gd name="T12" fmla="*/ 0 w 29"/>
              <a:gd name="T13" fmla="*/ 12 h 45"/>
              <a:gd name="T14" fmla="*/ 16 w 29"/>
              <a:gd name="T15" fmla="*/ 0 h 45"/>
              <a:gd name="T16" fmla="*/ 20 w 29"/>
              <a:gd name="T17" fmla="*/ 0 h 45"/>
              <a:gd name="T18" fmla="*/ 20 w 29"/>
              <a:gd name="T19" fmla="*/ 38 h 45"/>
              <a:gd name="T20" fmla="*/ 29 w 29"/>
              <a:gd name="T21" fmla="*/ 38 h 45"/>
              <a:gd name="T22" fmla="*/ 29 w 29"/>
              <a:gd name="T23" fmla="*/ 45 h 45"/>
              <a:gd name="T24" fmla="*/ 4 w 29"/>
              <a:gd name="T25" fmla="*/ 45 h 45"/>
              <a:gd name="T26" fmla="*/ 4 w 29"/>
              <a:gd name="T2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45">
                <a:moveTo>
                  <a:pt x="4" y="38"/>
                </a:moveTo>
                <a:lnTo>
                  <a:pt x="12" y="38"/>
                </a:lnTo>
                <a:lnTo>
                  <a:pt x="12" y="13"/>
                </a:lnTo>
                <a:lnTo>
                  <a:pt x="14" y="9"/>
                </a:lnTo>
                <a:lnTo>
                  <a:pt x="10" y="13"/>
                </a:lnTo>
                <a:lnTo>
                  <a:pt x="5" y="16"/>
                </a:lnTo>
                <a:lnTo>
                  <a:pt x="0" y="12"/>
                </a:lnTo>
                <a:lnTo>
                  <a:pt x="16" y="0"/>
                </a:lnTo>
                <a:lnTo>
                  <a:pt x="20" y="0"/>
                </a:lnTo>
                <a:lnTo>
                  <a:pt x="20" y="38"/>
                </a:lnTo>
                <a:lnTo>
                  <a:pt x="29" y="38"/>
                </a:lnTo>
                <a:lnTo>
                  <a:pt x="29" y="45"/>
                </a:lnTo>
                <a:lnTo>
                  <a:pt x="4" y="45"/>
                </a:lnTo>
                <a:lnTo>
                  <a:pt x="4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Freeform 166"/>
          <p:cNvSpPr>
            <a:spLocks noEditPoints="1"/>
          </p:cNvSpPr>
          <p:nvPr>
            <p:custDataLst>
              <p:tags r:id="rId21"/>
            </p:custDataLst>
          </p:nvPr>
        </p:nvSpPr>
        <p:spPr bwMode="auto">
          <a:xfrm>
            <a:off x="6777962" y="1897155"/>
            <a:ext cx="50800" cy="73025"/>
          </a:xfrm>
          <a:custGeom>
            <a:avLst/>
            <a:gdLst>
              <a:gd name="T0" fmla="*/ 0 w 29"/>
              <a:gd name="T1" fmla="*/ 21 h 42"/>
              <a:gd name="T2" fmla="*/ 4 w 29"/>
              <a:gd name="T3" fmla="*/ 5 h 42"/>
              <a:gd name="T4" fmla="*/ 15 w 29"/>
              <a:gd name="T5" fmla="*/ 0 h 42"/>
              <a:gd name="T6" fmla="*/ 25 w 29"/>
              <a:gd name="T7" fmla="*/ 5 h 42"/>
              <a:gd name="T8" fmla="*/ 29 w 29"/>
              <a:gd name="T9" fmla="*/ 21 h 42"/>
              <a:gd name="T10" fmla="*/ 25 w 29"/>
              <a:gd name="T11" fmla="*/ 37 h 42"/>
              <a:gd name="T12" fmla="*/ 14 w 29"/>
              <a:gd name="T13" fmla="*/ 42 h 42"/>
              <a:gd name="T14" fmla="*/ 4 w 29"/>
              <a:gd name="T15" fmla="*/ 37 h 42"/>
              <a:gd name="T16" fmla="*/ 0 w 29"/>
              <a:gd name="T17" fmla="*/ 21 h 42"/>
              <a:gd name="T18" fmla="*/ 8 w 29"/>
              <a:gd name="T19" fmla="*/ 21 h 42"/>
              <a:gd name="T20" fmla="*/ 9 w 29"/>
              <a:gd name="T21" fmla="*/ 32 h 42"/>
              <a:gd name="T22" fmla="*/ 15 w 29"/>
              <a:gd name="T23" fmla="*/ 36 h 42"/>
              <a:gd name="T24" fmla="*/ 20 w 29"/>
              <a:gd name="T25" fmla="*/ 32 h 42"/>
              <a:gd name="T26" fmla="*/ 21 w 29"/>
              <a:gd name="T27" fmla="*/ 21 h 42"/>
              <a:gd name="T28" fmla="*/ 20 w 29"/>
              <a:gd name="T29" fmla="*/ 10 h 42"/>
              <a:gd name="T30" fmla="*/ 14 w 29"/>
              <a:gd name="T31" fmla="*/ 6 h 42"/>
              <a:gd name="T32" fmla="*/ 9 w 29"/>
              <a:gd name="T33" fmla="*/ 10 h 42"/>
              <a:gd name="T34" fmla="*/ 8 w 29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2" y="9"/>
                  <a:pt x="4" y="5"/>
                </a:cubicBezTo>
                <a:cubicBezTo>
                  <a:pt x="6" y="2"/>
                  <a:pt x="10" y="0"/>
                  <a:pt x="15" y="0"/>
                </a:cubicBezTo>
                <a:cubicBezTo>
                  <a:pt x="19" y="0"/>
                  <a:pt x="23" y="2"/>
                  <a:pt x="25" y="5"/>
                </a:cubicBezTo>
                <a:cubicBezTo>
                  <a:pt x="28" y="9"/>
                  <a:pt x="29" y="14"/>
                  <a:pt x="29" y="21"/>
                </a:cubicBezTo>
                <a:cubicBezTo>
                  <a:pt x="29" y="28"/>
                  <a:pt x="27" y="34"/>
                  <a:pt x="25" y="37"/>
                </a:cubicBezTo>
                <a:cubicBezTo>
                  <a:pt x="23" y="41"/>
                  <a:pt x="19" y="42"/>
                  <a:pt x="14" y="42"/>
                </a:cubicBezTo>
                <a:cubicBezTo>
                  <a:pt x="10" y="42"/>
                  <a:pt x="6" y="40"/>
                  <a:pt x="4" y="37"/>
                </a:cubicBezTo>
                <a:cubicBezTo>
                  <a:pt x="2" y="33"/>
                  <a:pt x="0" y="28"/>
                  <a:pt x="0" y="21"/>
                </a:cubicBezTo>
                <a:close/>
                <a:moveTo>
                  <a:pt x="8" y="21"/>
                </a:moveTo>
                <a:cubicBezTo>
                  <a:pt x="8" y="26"/>
                  <a:pt x="8" y="29"/>
                  <a:pt x="9" y="32"/>
                </a:cubicBezTo>
                <a:cubicBezTo>
                  <a:pt x="10" y="35"/>
                  <a:pt x="12" y="36"/>
                  <a:pt x="15" y="36"/>
                </a:cubicBezTo>
                <a:cubicBezTo>
                  <a:pt x="17" y="36"/>
                  <a:pt x="19" y="35"/>
                  <a:pt x="20" y="32"/>
                </a:cubicBezTo>
                <a:cubicBezTo>
                  <a:pt x="21" y="30"/>
                  <a:pt x="21" y="26"/>
                  <a:pt x="21" y="21"/>
                </a:cubicBezTo>
                <a:cubicBezTo>
                  <a:pt x="21" y="16"/>
                  <a:pt x="21" y="13"/>
                  <a:pt x="20" y="10"/>
                </a:cubicBezTo>
                <a:cubicBezTo>
                  <a:pt x="19" y="8"/>
                  <a:pt x="17" y="6"/>
                  <a:pt x="14" y="6"/>
                </a:cubicBezTo>
                <a:cubicBezTo>
                  <a:pt x="12" y="6"/>
                  <a:pt x="10" y="8"/>
                  <a:pt x="9" y="10"/>
                </a:cubicBezTo>
                <a:cubicBezTo>
                  <a:pt x="8" y="12"/>
                  <a:pt x="8" y="16"/>
                  <a:pt x="8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Freeform 167"/>
          <p:cNvSpPr/>
          <p:nvPr>
            <p:custDataLst>
              <p:tags r:id="rId22"/>
            </p:custDataLst>
          </p:nvPr>
        </p:nvSpPr>
        <p:spPr bwMode="auto">
          <a:xfrm>
            <a:off x="6846225" y="1897155"/>
            <a:ext cx="42863" cy="71438"/>
          </a:xfrm>
          <a:custGeom>
            <a:avLst/>
            <a:gdLst>
              <a:gd name="T0" fmla="*/ 2 w 27"/>
              <a:gd name="T1" fmla="*/ 38 h 45"/>
              <a:gd name="T2" fmla="*/ 11 w 27"/>
              <a:gd name="T3" fmla="*/ 38 h 45"/>
              <a:gd name="T4" fmla="*/ 11 w 27"/>
              <a:gd name="T5" fmla="*/ 13 h 45"/>
              <a:gd name="T6" fmla="*/ 12 w 27"/>
              <a:gd name="T7" fmla="*/ 9 h 45"/>
              <a:gd name="T8" fmla="*/ 9 w 27"/>
              <a:gd name="T9" fmla="*/ 13 h 45"/>
              <a:gd name="T10" fmla="*/ 3 w 27"/>
              <a:gd name="T11" fmla="*/ 16 h 45"/>
              <a:gd name="T12" fmla="*/ 0 w 27"/>
              <a:gd name="T13" fmla="*/ 12 h 45"/>
              <a:gd name="T14" fmla="*/ 14 w 27"/>
              <a:gd name="T15" fmla="*/ 0 h 45"/>
              <a:gd name="T16" fmla="*/ 19 w 27"/>
              <a:gd name="T17" fmla="*/ 0 h 45"/>
              <a:gd name="T18" fmla="*/ 19 w 27"/>
              <a:gd name="T19" fmla="*/ 38 h 45"/>
              <a:gd name="T20" fmla="*/ 27 w 27"/>
              <a:gd name="T21" fmla="*/ 38 h 45"/>
              <a:gd name="T22" fmla="*/ 27 w 27"/>
              <a:gd name="T23" fmla="*/ 45 h 45"/>
              <a:gd name="T24" fmla="*/ 2 w 27"/>
              <a:gd name="T25" fmla="*/ 45 h 45"/>
              <a:gd name="T26" fmla="*/ 2 w 27"/>
              <a:gd name="T2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" h="45">
                <a:moveTo>
                  <a:pt x="2" y="38"/>
                </a:moveTo>
                <a:lnTo>
                  <a:pt x="11" y="38"/>
                </a:lnTo>
                <a:lnTo>
                  <a:pt x="11" y="13"/>
                </a:lnTo>
                <a:lnTo>
                  <a:pt x="12" y="9"/>
                </a:lnTo>
                <a:lnTo>
                  <a:pt x="9" y="13"/>
                </a:lnTo>
                <a:lnTo>
                  <a:pt x="3" y="16"/>
                </a:lnTo>
                <a:lnTo>
                  <a:pt x="0" y="12"/>
                </a:lnTo>
                <a:lnTo>
                  <a:pt x="14" y="0"/>
                </a:lnTo>
                <a:lnTo>
                  <a:pt x="19" y="0"/>
                </a:lnTo>
                <a:lnTo>
                  <a:pt x="19" y="38"/>
                </a:lnTo>
                <a:lnTo>
                  <a:pt x="27" y="38"/>
                </a:lnTo>
                <a:lnTo>
                  <a:pt x="27" y="45"/>
                </a:lnTo>
                <a:lnTo>
                  <a:pt x="2" y="45"/>
                </a:lnTo>
                <a:lnTo>
                  <a:pt x="2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Freeform 168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6909725" y="1897155"/>
            <a:ext cx="47625" cy="73025"/>
          </a:xfrm>
          <a:custGeom>
            <a:avLst/>
            <a:gdLst>
              <a:gd name="T0" fmla="*/ 0 w 28"/>
              <a:gd name="T1" fmla="*/ 21 h 42"/>
              <a:gd name="T2" fmla="*/ 4 w 28"/>
              <a:gd name="T3" fmla="*/ 5 h 42"/>
              <a:gd name="T4" fmla="*/ 14 w 28"/>
              <a:gd name="T5" fmla="*/ 0 h 42"/>
              <a:gd name="T6" fmla="*/ 25 w 28"/>
              <a:gd name="T7" fmla="*/ 5 h 42"/>
              <a:gd name="T8" fmla="*/ 28 w 28"/>
              <a:gd name="T9" fmla="*/ 21 h 42"/>
              <a:gd name="T10" fmla="*/ 25 w 28"/>
              <a:gd name="T11" fmla="*/ 37 h 42"/>
              <a:gd name="T12" fmla="*/ 14 w 28"/>
              <a:gd name="T13" fmla="*/ 42 h 42"/>
              <a:gd name="T14" fmla="*/ 3 w 28"/>
              <a:gd name="T15" fmla="*/ 37 h 42"/>
              <a:gd name="T16" fmla="*/ 0 w 28"/>
              <a:gd name="T17" fmla="*/ 21 h 42"/>
              <a:gd name="T18" fmla="*/ 7 w 28"/>
              <a:gd name="T19" fmla="*/ 21 h 42"/>
              <a:gd name="T20" fmla="*/ 9 w 28"/>
              <a:gd name="T21" fmla="*/ 32 h 42"/>
              <a:gd name="T22" fmla="*/ 14 w 28"/>
              <a:gd name="T23" fmla="*/ 36 h 42"/>
              <a:gd name="T24" fmla="*/ 19 w 28"/>
              <a:gd name="T25" fmla="*/ 32 h 42"/>
              <a:gd name="T26" fmla="*/ 21 w 28"/>
              <a:gd name="T27" fmla="*/ 21 h 42"/>
              <a:gd name="T28" fmla="*/ 19 w 28"/>
              <a:gd name="T29" fmla="*/ 10 h 42"/>
              <a:gd name="T30" fmla="*/ 14 w 28"/>
              <a:gd name="T31" fmla="*/ 6 h 42"/>
              <a:gd name="T32" fmla="*/ 9 w 28"/>
              <a:gd name="T33" fmla="*/ 10 h 42"/>
              <a:gd name="T34" fmla="*/ 7 w 28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9"/>
                  <a:pt x="4" y="5"/>
                </a:cubicBezTo>
                <a:cubicBezTo>
                  <a:pt x="6" y="2"/>
                  <a:pt x="10" y="0"/>
                  <a:pt x="14" y="0"/>
                </a:cubicBezTo>
                <a:cubicBezTo>
                  <a:pt x="19" y="0"/>
                  <a:pt x="23" y="2"/>
                  <a:pt x="25" y="5"/>
                </a:cubicBezTo>
                <a:cubicBezTo>
                  <a:pt x="27" y="9"/>
                  <a:pt x="28" y="14"/>
                  <a:pt x="28" y="21"/>
                </a:cubicBezTo>
                <a:cubicBezTo>
                  <a:pt x="28" y="28"/>
                  <a:pt x="27" y="34"/>
                  <a:pt x="25" y="37"/>
                </a:cubicBezTo>
                <a:cubicBezTo>
                  <a:pt x="22" y="41"/>
                  <a:pt x="19" y="42"/>
                  <a:pt x="14" y="42"/>
                </a:cubicBezTo>
                <a:cubicBezTo>
                  <a:pt x="9" y="42"/>
                  <a:pt x="6" y="40"/>
                  <a:pt x="3" y="37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7" y="21"/>
                </a:moveTo>
                <a:cubicBezTo>
                  <a:pt x="7" y="26"/>
                  <a:pt x="8" y="29"/>
                  <a:pt x="9" y="32"/>
                </a:cubicBezTo>
                <a:cubicBezTo>
                  <a:pt x="10" y="35"/>
                  <a:pt x="12" y="36"/>
                  <a:pt x="14" y="36"/>
                </a:cubicBezTo>
                <a:cubicBezTo>
                  <a:pt x="16" y="36"/>
                  <a:pt x="18" y="35"/>
                  <a:pt x="19" y="32"/>
                </a:cubicBezTo>
                <a:cubicBezTo>
                  <a:pt x="20" y="30"/>
                  <a:pt x="21" y="26"/>
                  <a:pt x="21" y="21"/>
                </a:cubicBezTo>
                <a:cubicBezTo>
                  <a:pt x="21" y="16"/>
                  <a:pt x="20" y="13"/>
                  <a:pt x="19" y="10"/>
                </a:cubicBezTo>
                <a:cubicBezTo>
                  <a:pt x="18" y="8"/>
                  <a:pt x="17" y="6"/>
                  <a:pt x="14" y="6"/>
                </a:cubicBezTo>
                <a:cubicBezTo>
                  <a:pt x="12" y="6"/>
                  <a:pt x="10" y="8"/>
                  <a:pt x="9" y="10"/>
                </a:cubicBezTo>
                <a:cubicBezTo>
                  <a:pt x="8" y="12"/>
                  <a:pt x="7" y="16"/>
                  <a:pt x="7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Freeform 169"/>
          <p:cNvSpPr/>
          <p:nvPr>
            <p:custDataLst>
              <p:tags r:id="rId24"/>
            </p:custDataLst>
          </p:nvPr>
        </p:nvSpPr>
        <p:spPr bwMode="auto">
          <a:xfrm>
            <a:off x="6977987" y="1897155"/>
            <a:ext cx="42863" cy="71438"/>
          </a:xfrm>
          <a:custGeom>
            <a:avLst/>
            <a:gdLst>
              <a:gd name="T0" fmla="*/ 2 w 27"/>
              <a:gd name="T1" fmla="*/ 38 h 45"/>
              <a:gd name="T2" fmla="*/ 11 w 27"/>
              <a:gd name="T3" fmla="*/ 38 h 45"/>
              <a:gd name="T4" fmla="*/ 11 w 27"/>
              <a:gd name="T5" fmla="*/ 13 h 45"/>
              <a:gd name="T6" fmla="*/ 12 w 27"/>
              <a:gd name="T7" fmla="*/ 9 h 45"/>
              <a:gd name="T8" fmla="*/ 8 w 27"/>
              <a:gd name="T9" fmla="*/ 13 h 45"/>
              <a:gd name="T10" fmla="*/ 3 w 27"/>
              <a:gd name="T11" fmla="*/ 16 h 45"/>
              <a:gd name="T12" fmla="*/ 0 w 27"/>
              <a:gd name="T13" fmla="*/ 12 h 45"/>
              <a:gd name="T14" fmla="*/ 14 w 27"/>
              <a:gd name="T15" fmla="*/ 0 h 45"/>
              <a:gd name="T16" fmla="*/ 18 w 27"/>
              <a:gd name="T17" fmla="*/ 0 h 45"/>
              <a:gd name="T18" fmla="*/ 18 w 27"/>
              <a:gd name="T19" fmla="*/ 38 h 45"/>
              <a:gd name="T20" fmla="*/ 27 w 27"/>
              <a:gd name="T21" fmla="*/ 38 h 45"/>
              <a:gd name="T22" fmla="*/ 27 w 27"/>
              <a:gd name="T23" fmla="*/ 45 h 45"/>
              <a:gd name="T24" fmla="*/ 2 w 27"/>
              <a:gd name="T25" fmla="*/ 45 h 45"/>
              <a:gd name="T26" fmla="*/ 2 w 27"/>
              <a:gd name="T2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" h="45">
                <a:moveTo>
                  <a:pt x="2" y="38"/>
                </a:moveTo>
                <a:lnTo>
                  <a:pt x="11" y="38"/>
                </a:lnTo>
                <a:lnTo>
                  <a:pt x="11" y="13"/>
                </a:lnTo>
                <a:lnTo>
                  <a:pt x="12" y="9"/>
                </a:lnTo>
                <a:lnTo>
                  <a:pt x="8" y="13"/>
                </a:lnTo>
                <a:lnTo>
                  <a:pt x="3" y="16"/>
                </a:lnTo>
                <a:lnTo>
                  <a:pt x="0" y="12"/>
                </a:lnTo>
                <a:lnTo>
                  <a:pt x="14" y="0"/>
                </a:lnTo>
                <a:lnTo>
                  <a:pt x="18" y="0"/>
                </a:lnTo>
                <a:lnTo>
                  <a:pt x="18" y="38"/>
                </a:lnTo>
                <a:lnTo>
                  <a:pt x="27" y="38"/>
                </a:lnTo>
                <a:lnTo>
                  <a:pt x="27" y="45"/>
                </a:lnTo>
                <a:lnTo>
                  <a:pt x="2" y="45"/>
                </a:lnTo>
                <a:lnTo>
                  <a:pt x="2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Freeform 170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6647787" y="2019393"/>
            <a:ext cx="49213" cy="73025"/>
          </a:xfrm>
          <a:custGeom>
            <a:avLst/>
            <a:gdLst>
              <a:gd name="T0" fmla="*/ 0 w 28"/>
              <a:gd name="T1" fmla="*/ 21 h 42"/>
              <a:gd name="T2" fmla="*/ 3 w 28"/>
              <a:gd name="T3" fmla="*/ 5 h 42"/>
              <a:gd name="T4" fmla="*/ 14 w 28"/>
              <a:gd name="T5" fmla="*/ 0 h 42"/>
              <a:gd name="T6" fmla="*/ 25 w 28"/>
              <a:gd name="T7" fmla="*/ 5 h 42"/>
              <a:gd name="T8" fmla="*/ 28 w 28"/>
              <a:gd name="T9" fmla="*/ 21 h 42"/>
              <a:gd name="T10" fmla="*/ 24 w 28"/>
              <a:gd name="T11" fmla="*/ 37 h 42"/>
              <a:gd name="T12" fmla="*/ 14 w 28"/>
              <a:gd name="T13" fmla="*/ 42 h 42"/>
              <a:gd name="T14" fmla="*/ 3 w 28"/>
              <a:gd name="T15" fmla="*/ 36 h 42"/>
              <a:gd name="T16" fmla="*/ 0 w 28"/>
              <a:gd name="T17" fmla="*/ 21 h 42"/>
              <a:gd name="T18" fmla="*/ 7 w 28"/>
              <a:gd name="T19" fmla="*/ 21 h 42"/>
              <a:gd name="T20" fmla="*/ 9 w 28"/>
              <a:gd name="T21" fmla="*/ 32 h 42"/>
              <a:gd name="T22" fmla="*/ 14 w 28"/>
              <a:gd name="T23" fmla="*/ 36 h 42"/>
              <a:gd name="T24" fmla="*/ 19 w 28"/>
              <a:gd name="T25" fmla="*/ 32 h 42"/>
              <a:gd name="T26" fmla="*/ 21 w 28"/>
              <a:gd name="T27" fmla="*/ 21 h 42"/>
              <a:gd name="T28" fmla="*/ 19 w 28"/>
              <a:gd name="T29" fmla="*/ 10 h 42"/>
              <a:gd name="T30" fmla="*/ 14 w 28"/>
              <a:gd name="T31" fmla="*/ 6 h 42"/>
              <a:gd name="T32" fmla="*/ 9 w 28"/>
              <a:gd name="T33" fmla="*/ 10 h 42"/>
              <a:gd name="T34" fmla="*/ 7 w 28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8"/>
                  <a:pt x="3" y="5"/>
                </a:cubicBezTo>
                <a:cubicBezTo>
                  <a:pt x="6" y="1"/>
                  <a:pt x="9" y="0"/>
                  <a:pt x="14" y="0"/>
                </a:cubicBezTo>
                <a:cubicBezTo>
                  <a:pt x="19" y="0"/>
                  <a:pt x="22" y="1"/>
                  <a:pt x="25" y="5"/>
                </a:cubicBezTo>
                <a:cubicBezTo>
                  <a:pt x="27" y="8"/>
                  <a:pt x="28" y="14"/>
                  <a:pt x="28" y="21"/>
                </a:cubicBezTo>
                <a:cubicBezTo>
                  <a:pt x="28" y="28"/>
                  <a:pt x="27" y="33"/>
                  <a:pt x="24" y="37"/>
                </a:cubicBezTo>
                <a:cubicBezTo>
                  <a:pt x="22" y="40"/>
                  <a:pt x="18" y="42"/>
                  <a:pt x="14" y="42"/>
                </a:cubicBezTo>
                <a:cubicBezTo>
                  <a:pt x="9" y="42"/>
                  <a:pt x="5" y="40"/>
                  <a:pt x="3" y="36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7" y="21"/>
                </a:moveTo>
                <a:cubicBezTo>
                  <a:pt x="7" y="25"/>
                  <a:pt x="8" y="29"/>
                  <a:pt x="9" y="32"/>
                </a:cubicBezTo>
                <a:cubicBezTo>
                  <a:pt x="10" y="34"/>
                  <a:pt x="12" y="36"/>
                  <a:pt x="14" y="36"/>
                </a:cubicBezTo>
                <a:cubicBezTo>
                  <a:pt x="16" y="36"/>
                  <a:pt x="18" y="34"/>
                  <a:pt x="19" y="32"/>
                </a:cubicBezTo>
                <a:cubicBezTo>
                  <a:pt x="20" y="30"/>
                  <a:pt x="21" y="26"/>
                  <a:pt x="21" y="21"/>
                </a:cubicBezTo>
                <a:cubicBezTo>
                  <a:pt x="21" y="16"/>
                  <a:pt x="20" y="12"/>
                  <a:pt x="19" y="10"/>
                </a:cubicBezTo>
                <a:cubicBezTo>
                  <a:pt x="18" y="7"/>
                  <a:pt x="16" y="6"/>
                  <a:pt x="14" y="6"/>
                </a:cubicBezTo>
                <a:cubicBezTo>
                  <a:pt x="12" y="6"/>
                  <a:pt x="10" y="7"/>
                  <a:pt x="9" y="10"/>
                </a:cubicBezTo>
                <a:cubicBezTo>
                  <a:pt x="8" y="12"/>
                  <a:pt x="7" y="16"/>
                  <a:pt x="7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Freeform 171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6712875" y="2019393"/>
            <a:ext cx="49213" cy="73025"/>
          </a:xfrm>
          <a:custGeom>
            <a:avLst/>
            <a:gdLst>
              <a:gd name="T0" fmla="*/ 0 w 28"/>
              <a:gd name="T1" fmla="*/ 21 h 42"/>
              <a:gd name="T2" fmla="*/ 4 w 28"/>
              <a:gd name="T3" fmla="*/ 5 h 42"/>
              <a:gd name="T4" fmla="*/ 14 w 28"/>
              <a:gd name="T5" fmla="*/ 0 h 42"/>
              <a:gd name="T6" fmla="*/ 25 w 28"/>
              <a:gd name="T7" fmla="*/ 5 h 42"/>
              <a:gd name="T8" fmla="*/ 28 w 28"/>
              <a:gd name="T9" fmla="*/ 21 h 42"/>
              <a:gd name="T10" fmla="*/ 25 w 28"/>
              <a:gd name="T11" fmla="*/ 37 h 42"/>
              <a:gd name="T12" fmla="*/ 14 w 28"/>
              <a:gd name="T13" fmla="*/ 42 h 42"/>
              <a:gd name="T14" fmla="*/ 4 w 28"/>
              <a:gd name="T15" fmla="*/ 36 h 42"/>
              <a:gd name="T16" fmla="*/ 0 w 28"/>
              <a:gd name="T17" fmla="*/ 21 h 42"/>
              <a:gd name="T18" fmla="*/ 8 w 28"/>
              <a:gd name="T19" fmla="*/ 21 h 42"/>
              <a:gd name="T20" fmla="*/ 9 w 28"/>
              <a:gd name="T21" fmla="*/ 32 h 42"/>
              <a:gd name="T22" fmla="*/ 14 w 28"/>
              <a:gd name="T23" fmla="*/ 36 h 42"/>
              <a:gd name="T24" fmla="*/ 19 w 28"/>
              <a:gd name="T25" fmla="*/ 32 h 42"/>
              <a:gd name="T26" fmla="*/ 21 w 28"/>
              <a:gd name="T27" fmla="*/ 21 h 42"/>
              <a:gd name="T28" fmla="*/ 19 w 28"/>
              <a:gd name="T29" fmla="*/ 10 h 42"/>
              <a:gd name="T30" fmla="*/ 14 w 28"/>
              <a:gd name="T31" fmla="*/ 6 h 42"/>
              <a:gd name="T32" fmla="*/ 9 w 28"/>
              <a:gd name="T33" fmla="*/ 10 h 42"/>
              <a:gd name="T34" fmla="*/ 8 w 28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8"/>
                  <a:pt x="4" y="5"/>
                </a:cubicBezTo>
                <a:cubicBezTo>
                  <a:pt x="6" y="1"/>
                  <a:pt x="10" y="0"/>
                  <a:pt x="14" y="0"/>
                </a:cubicBezTo>
                <a:cubicBezTo>
                  <a:pt x="19" y="0"/>
                  <a:pt x="23" y="1"/>
                  <a:pt x="25" y="5"/>
                </a:cubicBezTo>
                <a:cubicBezTo>
                  <a:pt x="27" y="8"/>
                  <a:pt x="28" y="14"/>
                  <a:pt x="28" y="21"/>
                </a:cubicBezTo>
                <a:cubicBezTo>
                  <a:pt x="28" y="28"/>
                  <a:pt x="27" y="33"/>
                  <a:pt x="25" y="37"/>
                </a:cubicBezTo>
                <a:cubicBezTo>
                  <a:pt x="22" y="40"/>
                  <a:pt x="19" y="42"/>
                  <a:pt x="14" y="42"/>
                </a:cubicBezTo>
                <a:cubicBezTo>
                  <a:pt x="9" y="42"/>
                  <a:pt x="6" y="40"/>
                  <a:pt x="4" y="36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8" y="21"/>
                </a:moveTo>
                <a:cubicBezTo>
                  <a:pt x="8" y="25"/>
                  <a:pt x="8" y="29"/>
                  <a:pt x="9" y="32"/>
                </a:cubicBezTo>
                <a:cubicBezTo>
                  <a:pt x="10" y="34"/>
                  <a:pt x="12" y="36"/>
                  <a:pt x="14" y="36"/>
                </a:cubicBezTo>
                <a:cubicBezTo>
                  <a:pt x="17" y="36"/>
                  <a:pt x="18" y="34"/>
                  <a:pt x="19" y="32"/>
                </a:cubicBezTo>
                <a:cubicBezTo>
                  <a:pt x="20" y="30"/>
                  <a:pt x="21" y="26"/>
                  <a:pt x="21" y="21"/>
                </a:cubicBezTo>
                <a:cubicBezTo>
                  <a:pt x="21" y="16"/>
                  <a:pt x="20" y="12"/>
                  <a:pt x="19" y="10"/>
                </a:cubicBezTo>
                <a:cubicBezTo>
                  <a:pt x="18" y="7"/>
                  <a:pt x="17" y="6"/>
                  <a:pt x="14" y="6"/>
                </a:cubicBezTo>
                <a:cubicBezTo>
                  <a:pt x="12" y="6"/>
                  <a:pt x="10" y="7"/>
                  <a:pt x="9" y="10"/>
                </a:cubicBezTo>
                <a:cubicBezTo>
                  <a:pt x="8" y="12"/>
                  <a:pt x="8" y="16"/>
                  <a:pt x="8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Freeform 172"/>
          <p:cNvSpPr/>
          <p:nvPr>
            <p:custDataLst>
              <p:tags r:id="rId27"/>
            </p:custDataLst>
          </p:nvPr>
        </p:nvSpPr>
        <p:spPr bwMode="auto">
          <a:xfrm>
            <a:off x="6781137" y="2019393"/>
            <a:ext cx="44450" cy="71438"/>
          </a:xfrm>
          <a:custGeom>
            <a:avLst/>
            <a:gdLst>
              <a:gd name="T0" fmla="*/ 2 w 28"/>
              <a:gd name="T1" fmla="*/ 38 h 45"/>
              <a:gd name="T2" fmla="*/ 11 w 28"/>
              <a:gd name="T3" fmla="*/ 38 h 45"/>
              <a:gd name="T4" fmla="*/ 11 w 28"/>
              <a:gd name="T5" fmla="*/ 13 h 45"/>
              <a:gd name="T6" fmla="*/ 12 w 28"/>
              <a:gd name="T7" fmla="*/ 9 h 45"/>
              <a:gd name="T8" fmla="*/ 9 w 28"/>
              <a:gd name="T9" fmla="*/ 12 h 45"/>
              <a:gd name="T10" fmla="*/ 4 w 28"/>
              <a:gd name="T11" fmla="*/ 16 h 45"/>
              <a:gd name="T12" fmla="*/ 0 w 28"/>
              <a:gd name="T13" fmla="*/ 11 h 45"/>
              <a:gd name="T14" fmla="*/ 15 w 28"/>
              <a:gd name="T15" fmla="*/ 0 h 45"/>
              <a:gd name="T16" fmla="*/ 19 w 28"/>
              <a:gd name="T17" fmla="*/ 0 h 45"/>
              <a:gd name="T18" fmla="*/ 19 w 28"/>
              <a:gd name="T19" fmla="*/ 38 h 45"/>
              <a:gd name="T20" fmla="*/ 28 w 28"/>
              <a:gd name="T21" fmla="*/ 38 h 45"/>
              <a:gd name="T22" fmla="*/ 28 w 28"/>
              <a:gd name="T23" fmla="*/ 45 h 45"/>
              <a:gd name="T24" fmla="*/ 2 w 28"/>
              <a:gd name="T25" fmla="*/ 45 h 45"/>
              <a:gd name="T26" fmla="*/ 2 w 28"/>
              <a:gd name="T2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45">
                <a:moveTo>
                  <a:pt x="2" y="38"/>
                </a:moveTo>
                <a:lnTo>
                  <a:pt x="11" y="38"/>
                </a:lnTo>
                <a:lnTo>
                  <a:pt x="11" y="13"/>
                </a:lnTo>
                <a:lnTo>
                  <a:pt x="12" y="9"/>
                </a:lnTo>
                <a:lnTo>
                  <a:pt x="9" y="12"/>
                </a:lnTo>
                <a:lnTo>
                  <a:pt x="4" y="16"/>
                </a:lnTo>
                <a:lnTo>
                  <a:pt x="0" y="11"/>
                </a:lnTo>
                <a:lnTo>
                  <a:pt x="15" y="0"/>
                </a:lnTo>
                <a:lnTo>
                  <a:pt x="19" y="0"/>
                </a:lnTo>
                <a:lnTo>
                  <a:pt x="19" y="38"/>
                </a:lnTo>
                <a:lnTo>
                  <a:pt x="28" y="38"/>
                </a:lnTo>
                <a:lnTo>
                  <a:pt x="28" y="45"/>
                </a:lnTo>
                <a:lnTo>
                  <a:pt x="2" y="45"/>
                </a:lnTo>
                <a:lnTo>
                  <a:pt x="2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Freeform 173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6844637" y="2019393"/>
            <a:ext cx="49213" cy="73025"/>
          </a:xfrm>
          <a:custGeom>
            <a:avLst/>
            <a:gdLst>
              <a:gd name="T0" fmla="*/ 0 w 28"/>
              <a:gd name="T1" fmla="*/ 21 h 42"/>
              <a:gd name="T2" fmla="*/ 3 w 28"/>
              <a:gd name="T3" fmla="*/ 5 h 42"/>
              <a:gd name="T4" fmla="*/ 14 w 28"/>
              <a:gd name="T5" fmla="*/ 0 h 42"/>
              <a:gd name="T6" fmla="*/ 25 w 28"/>
              <a:gd name="T7" fmla="*/ 5 h 42"/>
              <a:gd name="T8" fmla="*/ 28 w 28"/>
              <a:gd name="T9" fmla="*/ 21 h 42"/>
              <a:gd name="T10" fmla="*/ 24 w 28"/>
              <a:gd name="T11" fmla="*/ 37 h 42"/>
              <a:gd name="T12" fmla="*/ 14 w 28"/>
              <a:gd name="T13" fmla="*/ 42 h 42"/>
              <a:gd name="T14" fmla="*/ 3 w 28"/>
              <a:gd name="T15" fmla="*/ 36 h 42"/>
              <a:gd name="T16" fmla="*/ 0 w 28"/>
              <a:gd name="T17" fmla="*/ 21 h 42"/>
              <a:gd name="T18" fmla="*/ 7 w 28"/>
              <a:gd name="T19" fmla="*/ 21 h 42"/>
              <a:gd name="T20" fmla="*/ 9 w 28"/>
              <a:gd name="T21" fmla="*/ 32 h 42"/>
              <a:gd name="T22" fmla="*/ 14 w 28"/>
              <a:gd name="T23" fmla="*/ 36 h 42"/>
              <a:gd name="T24" fmla="*/ 19 w 28"/>
              <a:gd name="T25" fmla="*/ 32 h 42"/>
              <a:gd name="T26" fmla="*/ 20 w 28"/>
              <a:gd name="T27" fmla="*/ 21 h 42"/>
              <a:gd name="T28" fmla="*/ 19 w 28"/>
              <a:gd name="T29" fmla="*/ 10 h 42"/>
              <a:gd name="T30" fmla="*/ 14 w 28"/>
              <a:gd name="T31" fmla="*/ 6 h 42"/>
              <a:gd name="T32" fmla="*/ 9 w 28"/>
              <a:gd name="T33" fmla="*/ 10 h 42"/>
              <a:gd name="T34" fmla="*/ 7 w 28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8"/>
                  <a:pt x="3" y="5"/>
                </a:cubicBezTo>
                <a:cubicBezTo>
                  <a:pt x="6" y="1"/>
                  <a:pt x="9" y="0"/>
                  <a:pt x="14" y="0"/>
                </a:cubicBezTo>
                <a:cubicBezTo>
                  <a:pt x="19" y="0"/>
                  <a:pt x="22" y="1"/>
                  <a:pt x="25" y="5"/>
                </a:cubicBezTo>
                <a:cubicBezTo>
                  <a:pt x="27" y="8"/>
                  <a:pt x="28" y="14"/>
                  <a:pt x="28" y="21"/>
                </a:cubicBezTo>
                <a:cubicBezTo>
                  <a:pt x="28" y="28"/>
                  <a:pt x="27" y="33"/>
                  <a:pt x="24" y="37"/>
                </a:cubicBezTo>
                <a:cubicBezTo>
                  <a:pt x="22" y="40"/>
                  <a:pt x="18" y="42"/>
                  <a:pt x="14" y="42"/>
                </a:cubicBezTo>
                <a:cubicBezTo>
                  <a:pt x="9" y="42"/>
                  <a:pt x="5" y="40"/>
                  <a:pt x="3" y="36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7" y="21"/>
                </a:moveTo>
                <a:cubicBezTo>
                  <a:pt x="7" y="25"/>
                  <a:pt x="8" y="29"/>
                  <a:pt x="9" y="32"/>
                </a:cubicBezTo>
                <a:cubicBezTo>
                  <a:pt x="10" y="34"/>
                  <a:pt x="11" y="36"/>
                  <a:pt x="14" y="36"/>
                </a:cubicBezTo>
                <a:cubicBezTo>
                  <a:pt x="16" y="36"/>
                  <a:pt x="18" y="34"/>
                  <a:pt x="19" y="32"/>
                </a:cubicBezTo>
                <a:cubicBezTo>
                  <a:pt x="20" y="30"/>
                  <a:pt x="20" y="26"/>
                  <a:pt x="20" y="21"/>
                </a:cubicBezTo>
                <a:cubicBezTo>
                  <a:pt x="20" y="16"/>
                  <a:pt x="20" y="12"/>
                  <a:pt x="19" y="10"/>
                </a:cubicBezTo>
                <a:cubicBezTo>
                  <a:pt x="18" y="7"/>
                  <a:pt x="16" y="6"/>
                  <a:pt x="14" y="6"/>
                </a:cubicBezTo>
                <a:cubicBezTo>
                  <a:pt x="11" y="6"/>
                  <a:pt x="10" y="7"/>
                  <a:pt x="9" y="10"/>
                </a:cubicBezTo>
                <a:cubicBezTo>
                  <a:pt x="8" y="12"/>
                  <a:pt x="7" y="16"/>
                  <a:pt x="7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Freeform 174"/>
          <p:cNvSpPr/>
          <p:nvPr>
            <p:custDataLst>
              <p:tags r:id="rId29"/>
            </p:custDataLst>
          </p:nvPr>
        </p:nvSpPr>
        <p:spPr bwMode="auto">
          <a:xfrm>
            <a:off x="6911312" y="2019393"/>
            <a:ext cx="44450" cy="71438"/>
          </a:xfrm>
          <a:custGeom>
            <a:avLst/>
            <a:gdLst>
              <a:gd name="T0" fmla="*/ 2 w 28"/>
              <a:gd name="T1" fmla="*/ 38 h 45"/>
              <a:gd name="T2" fmla="*/ 12 w 28"/>
              <a:gd name="T3" fmla="*/ 38 h 45"/>
              <a:gd name="T4" fmla="*/ 12 w 28"/>
              <a:gd name="T5" fmla="*/ 13 h 45"/>
              <a:gd name="T6" fmla="*/ 12 w 28"/>
              <a:gd name="T7" fmla="*/ 9 h 45"/>
              <a:gd name="T8" fmla="*/ 10 w 28"/>
              <a:gd name="T9" fmla="*/ 12 h 45"/>
              <a:gd name="T10" fmla="*/ 3 w 28"/>
              <a:gd name="T11" fmla="*/ 16 h 45"/>
              <a:gd name="T12" fmla="*/ 0 w 28"/>
              <a:gd name="T13" fmla="*/ 11 h 45"/>
              <a:gd name="T14" fmla="*/ 15 w 28"/>
              <a:gd name="T15" fmla="*/ 0 h 45"/>
              <a:gd name="T16" fmla="*/ 20 w 28"/>
              <a:gd name="T17" fmla="*/ 0 h 45"/>
              <a:gd name="T18" fmla="*/ 20 w 28"/>
              <a:gd name="T19" fmla="*/ 38 h 45"/>
              <a:gd name="T20" fmla="*/ 28 w 28"/>
              <a:gd name="T21" fmla="*/ 38 h 45"/>
              <a:gd name="T22" fmla="*/ 28 w 28"/>
              <a:gd name="T23" fmla="*/ 45 h 45"/>
              <a:gd name="T24" fmla="*/ 2 w 28"/>
              <a:gd name="T25" fmla="*/ 45 h 45"/>
              <a:gd name="T26" fmla="*/ 2 w 28"/>
              <a:gd name="T27" fmla="*/ 38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45">
                <a:moveTo>
                  <a:pt x="2" y="38"/>
                </a:moveTo>
                <a:lnTo>
                  <a:pt x="12" y="38"/>
                </a:lnTo>
                <a:lnTo>
                  <a:pt x="12" y="13"/>
                </a:lnTo>
                <a:lnTo>
                  <a:pt x="12" y="9"/>
                </a:lnTo>
                <a:lnTo>
                  <a:pt x="10" y="12"/>
                </a:lnTo>
                <a:lnTo>
                  <a:pt x="3" y="16"/>
                </a:lnTo>
                <a:lnTo>
                  <a:pt x="0" y="11"/>
                </a:lnTo>
                <a:lnTo>
                  <a:pt x="15" y="0"/>
                </a:lnTo>
                <a:lnTo>
                  <a:pt x="20" y="0"/>
                </a:lnTo>
                <a:lnTo>
                  <a:pt x="20" y="38"/>
                </a:lnTo>
                <a:lnTo>
                  <a:pt x="28" y="38"/>
                </a:lnTo>
                <a:lnTo>
                  <a:pt x="28" y="45"/>
                </a:lnTo>
                <a:lnTo>
                  <a:pt x="2" y="45"/>
                </a:lnTo>
                <a:lnTo>
                  <a:pt x="2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Freeform 175"/>
          <p:cNvSpPr>
            <a:spLocks noEditPoints="1"/>
          </p:cNvSpPr>
          <p:nvPr>
            <p:custDataLst>
              <p:tags r:id="rId30"/>
            </p:custDataLst>
          </p:nvPr>
        </p:nvSpPr>
        <p:spPr bwMode="auto">
          <a:xfrm>
            <a:off x="6973225" y="2019393"/>
            <a:ext cx="50800" cy="73025"/>
          </a:xfrm>
          <a:custGeom>
            <a:avLst/>
            <a:gdLst>
              <a:gd name="T0" fmla="*/ 0 w 29"/>
              <a:gd name="T1" fmla="*/ 21 h 42"/>
              <a:gd name="T2" fmla="*/ 4 w 29"/>
              <a:gd name="T3" fmla="*/ 5 h 42"/>
              <a:gd name="T4" fmla="*/ 14 w 29"/>
              <a:gd name="T5" fmla="*/ 0 h 42"/>
              <a:gd name="T6" fmla="*/ 25 w 29"/>
              <a:gd name="T7" fmla="*/ 5 h 42"/>
              <a:gd name="T8" fmla="*/ 29 w 29"/>
              <a:gd name="T9" fmla="*/ 21 h 42"/>
              <a:gd name="T10" fmla="*/ 25 w 29"/>
              <a:gd name="T11" fmla="*/ 37 h 42"/>
              <a:gd name="T12" fmla="*/ 14 w 29"/>
              <a:gd name="T13" fmla="*/ 42 h 42"/>
              <a:gd name="T14" fmla="*/ 4 w 29"/>
              <a:gd name="T15" fmla="*/ 36 h 42"/>
              <a:gd name="T16" fmla="*/ 0 w 29"/>
              <a:gd name="T17" fmla="*/ 21 h 42"/>
              <a:gd name="T18" fmla="*/ 8 w 29"/>
              <a:gd name="T19" fmla="*/ 21 h 42"/>
              <a:gd name="T20" fmla="*/ 9 w 29"/>
              <a:gd name="T21" fmla="*/ 32 h 42"/>
              <a:gd name="T22" fmla="*/ 14 w 29"/>
              <a:gd name="T23" fmla="*/ 36 h 42"/>
              <a:gd name="T24" fmla="*/ 19 w 29"/>
              <a:gd name="T25" fmla="*/ 32 h 42"/>
              <a:gd name="T26" fmla="*/ 21 w 29"/>
              <a:gd name="T27" fmla="*/ 21 h 42"/>
              <a:gd name="T28" fmla="*/ 20 w 29"/>
              <a:gd name="T29" fmla="*/ 10 h 42"/>
              <a:gd name="T30" fmla="*/ 14 w 29"/>
              <a:gd name="T31" fmla="*/ 6 h 42"/>
              <a:gd name="T32" fmla="*/ 9 w 29"/>
              <a:gd name="T33" fmla="*/ 10 h 42"/>
              <a:gd name="T34" fmla="*/ 8 w 29"/>
              <a:gd name="T35" fmla="*/ 2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" h="42">
                <a:moveTo>
                  <a:pt x="0" y="21"/>
                </a:moveTo>
                <a:cubicBezTo>
                  <a:pt x="0" y="14"/>
                  <a:pt x="1" y="8"/>
                  <a:pt x="4" y="5"/>
                </a:cubicBezTo>
                <a:cubicBezTo>
                  <a:pt x="6" y="1"/>
                  <a:pt x="10" y="0"/>
                  <a:pt x="14" y="0"/>
                </a:cubicBezTo>
                <a:cubicBezTo>
                  <a:pt x="19" y="0"/>
                  <a:pt x="23" y="1"/>
                  <a:pt x="25" y="5"/>
                </a:cubicBezTo>
                <a:cubicBezTo>
                  <a:pt x="27" y="8"/>
                  <a:pt x="29" y="14"/>
                  <a:pt x="29" y="21"/>
                </a:cubicBezTo>
                <a:cubicBezTo>
                  <a:pt x="29" y="28"/>
                  <a:pt x="27" y="33"/>
                  <a:pt x="25" y="37"/>
                </a:cubicBezTo>
                <a:cubicBezTo>
                  <a:pt x="22" y="40"/>
                  <a:pt x="19" y="42"/>
                  <a:pt x="14" y="42"/>
                </a:cubicBezTo>
                <a:cubicBezTo>
                  <a:pt x="10" y="42"/>
                  <a:pt x="6" y="40"/>
                  <a:pt x="4" y="36"/>
                </a:cubicBezTo>
                <a:cubicBezTo>
                  <a:pt x="1" y="33"/>
                  <a:pt x="0" y="28"/>
                  <a:pt x="0" y="21"/>
                </a:cubicBezTo>
                <a:close/>
                <a:moveTo>
                  <a:pt x="8" y="21"/>
                </a:moveTo>
                <a:cubicBezTo>
                  <a:pt x="8" y="25"/>
                  <a:pt x="8" y="29"/>
                  <a:pt x="9" y="32"/>
                </a:cubicBezTo>
                <a:cubicBezTo>
                  <a:pt x="10" y="34"/>
                  <a:pt x="12" y="36"/>
                  <a:pt x="14" y="36"/>
                </a:cubicBezTo>
                <a:cubicBezTo>
                  <a:pt x="17" y="36"/>
                  <a:pt x="18" y="34"/>
                  <a:pt x="19" y="32"/>
                </a:cubicBezTo>
                <a:cubicBezTo>
                  <a:pt x="21" y="30"/>
                  <a:pt x="21" y="26"/>
                  <a:pt x="21" y="21"/>
                </a:cubicBezTo>
                <a:cubicBezTo>
                  <a:pt x="21" y="16"/>
                  <a:pt x="21" y="12"/>
                  <a:pt x="20" y="10"/>
                </a:cubicBezTo>
                <a:cubicBezTo>
                  <a:pt x="19" y="7"/>
                  <a:pt x="17" y="6"/>
                  <a:pt x="14" y="6"/>
                </a:cubicBezTo>
                <a:cubicBezTo>
                  <a:pt x="12" y="6"/>
                  <a:pt x="10" y="7"/>
                  <a:pt x="9" y="10"/>
                </a:cubicBezTo>
                <a:cubicBezTo>
                  <a:pt x="8" y="12"/>
                  <a:pt x="8" y="16"/>
                  <a:pt x="8" y="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Freeform 838"/>
          <p:cNvSpPr>
            <a:spLocks noEditPoints="1"/>
          </p:cNvSpPr>
          <p:nvPr>
            <p:custDataLst>
              <p:tags r:id="rId31"/>
            </p:custDataLst>
          </p:nvPr>
        </p:nvSpPr>
        <p:spPr bwMode="auto">
          <a:xfrm>
            <a:off x="6577937" y="3440905"/>
            <a:ext cx="512763" cy="455613"/>
          </a:xfrm>
          <a:custGeom>
            <a:avLst/>
            <a:gdLst>
              <a:gd name="T0" fmla="*/ 283 w 293"/>
              <a:gd name="T1" fmla="*/ 0 h 260"/>
              <a:gd name="T2" fmla="*/ 10 w 293"/>
              <a:gd name="T3" fmla="*/ 0 h 260"/>
              <a:gd name="T4" fmla="*/ 0 w 293"/>
              <a:gd name="T5" fmla="*/ 10 h 260"/>
              <a:gd name="T6" fmla="*/ 0 w 293"/>
              <a:gd name="T7" fmla="*/ 251 h 260"/>
              <a:gd name="T8" fmla="*/ 10 w 293"/>
              <a:gd name="T9" fmla="*/ 260 h 260"/>
              <a:gd name="T10" fmla="*/ 283 w 293"/>
              <a:gd name="T11" fmla="*/ 260 h 260"/>
              <a:gd name="T12" fmla="*/ 293 w 293"/>
              <a:gd name="T13" fmla="*/ 251 h 260"/>
              <a:gd name="T14" fmla="*/ 293 w 293"/>
              <a:gd name="T15" fmla="*/ 10 h 260"/>
              <a:gd name="T16" fmla="*/ 283 w 293"/>
              <a:gd name="T17" fmla="*/ 0 h 260"/>
              <a:gd name="T18" fmla="*/ 225 w 293"/>
              <a:gd name="T19" fmla="*/ 21 h 260"/>
              <a:gd name="T20" fmla="*/ 238 w 293"/>
              <a:gd name="T21" fmla="*/ 33 h 260"/>
              <a:gd name="T22" fmla="*/ 225 w 293"/>
              <a:gd name="T23" fmla="*/ 45 h 260"/>
              <a:gd name="T24" fmla="*/ 213 w 293"/>
              <a:gd name="T25" fmla="*/ 33 h 260"/>
              <a:gd name="T26" fmla="*/ 225 w 293"/>
              <a:gd name="T27" fmla="*/ 21 h 260"/>
              <a:gd name="T28" fmla="*/ 189 w 293"/>
              <a:gd name="T29" fmla="*/ 21 h 260"/>
              <a:gd name="T30" fmla="*/ 201 w 293"/>
              <a:gd name="T31" fmla="*/ 33 h 260"/>
              <a:gd name="T32" fmla="*/ 189 w 293"/>
              <a:gd name="T33" fmla="*/ 45 h 260"/>
              <a:gd name="T34" fmla="*/ 177 w 293"/>
              <a:gd name="T35" fmla="*/ 33 h 260"/>
              <a:gd name="T36" fmla="*/ 189 w 293"/>
              <a:gd name="T37" fmla="*/ 21 h 260"/>
              <a:gd name="T38" fmla="*/ 274 w 293"/>
              <a:gd name="T39" fmla="*/ 242 h 260"/>
              <a:gd name="T40" fmla="*/ 19 w 293"/>
              <a:gd name="T41" fmla="*/ 242 h 260"/>
              <a:gd name="T42" fmla="*/ 19 w 293"/>
              <a:gd name="T43" fmla="*/ 65 h 260"/>
              <a:gd name="T44" fmla="*/ 274 w 293"/>
              <a:gd name="T45" fmla="*/ 65 h 260"/>
              <a:gd name="T46" fmla="*/ 274 w 293"/>
              <a:gd name="T47" fmla="*/ 242 h 260"/>
              <a:gd name="T48" fmla="*/ 262 w 293"/>
              <a:gd name="T49" fmla="*/ 45 h 260"/>
              <a:gd name="T50" fmla="*/ 249 w 293"/>
              <a:gd name="T51" fmla="*/ 33 h 260"/>
              <a:gd name="T52" fmla="*/ 262 w 293"/>
              <a:gd name="T53" fmla="*/ 21 h 260"/>
              <a:gd name="T54" fmla="*/ 274 w 293"/>
              <a:gd name="T55" fmla="*/ 33 h 260"/>
              <a:gd name="T56" fmla="*/ 262 w 293"/>
              <a:gd name="T57" fmla="*/ 4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3" h="260">
                <a:moveTo>
                  <a:pt x="283" y="0"/>
                </a:move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5"/>
                  <a:pt x="0" y="10"/>
                </a:cubicBezTo>
                <a:cubicBezTo>
                  <a:pt x="0" y="251"/>
                  <a:pt x="0" y="251"/>
                  <a:pt x="0" y="251"/>
                </a:cubicBezTo>
                <a:cubicBezTo>
                  <a:pt x="0" y="256"/>
                  <a:pt x="5" y="260"/>
                  <a:pt x="10" y="260"/>
                </a:cubicBezTo>
                <a:cubicBezTo>
                  <a:pt x="283" y="260"/>
                  <a:pt x="283" y="260"/>
                  <a:pt x="283" y="260"/>
                </a:cubicBezTo>
                <a:cubicBezTo>
                  <a:pt x="289" y="260"/>
                  <a:pt x="293" y="256"/>
                  <a:pt x="293" y="251"/>
                </a:cubicBezTo>
                <a:cubicBezTo>
                  <a:pt x="293" y="10"/>
                  <a:pt x="293" y="10"/>
                  <a:pt x="293" y="10"/>
                </a:cubicBezTo>
                <a:cubicBezTo>
                  <a:pt x="293" y="5"/>
                  <a:pt x="289" y="0"/>
                  <a:pt x="283" y="0"/>
                </a:cubicBezTo>
                <a:close/>
                <a:moveTo>
                  <a:pt x="225" y="21"/>
                </a:moveTo>
                <a:cubicBezTo>
                  <a:pt x="232" y="21"/>
                  <a:pt x="238" y="26"/>
                  <a:pt x="238" y="33"/>
                </a:cubicBezTo>
                <a:cubicBezTo>
                  <a:pt x="238" y="40"/>
                  <a:pt x="232" y="45"/>
                  <a:pt x="225" y="45"/>
                </a:cubicBezTo>
                <a:cubicBezTo>
                  <a:pt x="219" y="45"/>
                  <a:pt x="213" y="40"/>
                  <a:pt x="213" y="33"/>
                </a:cubicBezTo>
                <a:cubicBezTo>
                  <a:pt x="213" y="26"/>
                  <a:pt x="219" y="21"/>
                  <a:pt x="225" y="21"/>
                </a:cubicBezTo>
                <a:close/>
                <a:moveTo>
                  <a:pt x="189" y="21"/>
                </a:moveTo>
                <a:cubicBezTo>
                  <a:pt x="196" y="21"/>
                  <a:pt x="201" y="26"/>
                  <a:pt x="201" y="33"/>
                </a:cubicBezTo>
                <a:cubicBezTo>
                  <a:pt x="201" y="40"/>
                  <a:pt x="196" y="45"/>
                  <a:pt x="189" y="45"/>
                </a:cubicBezTo>
                <a:cubicBezTo>
                  <a:pt x="182" y="45"/>
                  <a:pt x="177" y="40"/>
                  <a:pt x="177" y="33"/>
                </a:cubicBezTo>
                <a:cubicBezTo>
                  <a:pt x="177" y="26"/>
                  <a:pt x="182" y="21"/>
                  <a:pt x="189" y="21"/>
                </a:cubicBezTo>
                <a:close/>
                <a:moveTo>
                  <a:pt x="274" y="242"/>
                </a:moveTo>
                <a:cubicBezTo>
                  <a:pt x="19" y="242"/>
                  <a:pt x="19" y="242"/>
                  <a:pt x="19" y="242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2"/>
                </a:lnTo>
                <a:close/>
                <a:moveTo>
                  <a:pt x="262" y="45"/>
                </a:moveTo>
                <a:cubicBezTo>
                  <a:pt x="255" y="45"/>
                  <a:pt x="249" y="40"/>
                  <a:pt x="249" y="33"/>
                </a:cubicBezTo>
                <a:cubicBezTo>
                  <a:pt x="249" y="26"/>
                  <a:pt x="255" y="21"/>
                  <a:pt x="262" y="21"/>
                </a:cubicBezTo>
                <a:cubicBezTo>
                  <a:pt x="269" y="21"/>
                  <a:pt x="274" y="26"/>
                  <a:pt x="274" y="33"/>
                </a:cubicBezTo>
                <a:cubicBezTo>
                  <a:pt x="274" y="40"/>
                  <a:pt x="269" y="45"/>
                  <a:pt x="262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Freeform 839"/>
          <p:cNvSpPr/>
          <p:nvPr>
            <p:custDataLst>
              <p:tags r:id="rId32"/>
            </p:custDataLst>
          </p:nvPr>
        </p:nvSpPr>
        <p:spPr bwMode="auto">
          <a:xfrm>
            <a:off x="6903374" y="3579017"/>
            <a:ext cx="47625" cy="41275"/>
          </a:xfrm>
          <a:custGeom>
            <a:avLst/>
            <a:gdLst>
              <a:gd name="T0" fmla="*/ 27 w 27"/>
              <a:gd name="T1" fmla="*/ 19 h 23"/>
              <a:gd name="T2" fmla="*/ 23 w 27"/>
              <a:gd name="T3" fmla="*/ 23 h 23"/>
              <a:gd name="T4" fmla="*/ 4 w 27"/>
              <a:gd name="T5" fmla="*/ 23 h 23"/>
              <a:gd name="T6" fmla="*/ 0 w 27"/>
              <a:gd name="T7" fmla="*/ 19 h 23"/>
              <a:gd name="T8" fmla="*/ 0 w 27"/>
              <a:gd name="T9" fmla="*/ 5 h 23"/>
              <a:gd name="T10" fmla="*/ 4 w 27"/>
              <a:gd name="T11" fmla="*/ 0 h 23"/>
              <a:gd name="T12" fmla="*/ 23 w 27"/>
              <a:gd name="T13" fmla="*/ 0 h 23"/>
              <a:gd name="T14" fmla="*/ 27 w 27"/>
              <a:gd name="T15" fmla="*/ 5 h 23"/>
              <a:gd name="T16" fmla="*/ 27 w 27"/>
              <a:gd name="T17" fmla="*/ 19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" h="23">
                <a:moveTo>
                  <a:pt x="27" y="19"/>
                </a:moveTo>
                <a:cubicBezTo>
                  <a:pt x="27" y="21"/>
                  <a:pt x="25" y="23"/>
                  <a:pt x="2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2" y="23"/>
                  <a:pt x="0" y="21"/>
                  <a:pt x="0" y="19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4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5" y="0"/>
                  <a:pt x="27" y="2"/>
                  <a:pt x="27" y="5"/>
                </a:cubicBezTo>
                <a:lnTo>
                  <a:pt x="27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Freeform 840"/>
          <p:cNvSpPr/>
          <p:nvPr>
            <p:custDataLst>
              <p:tags r:id="rId33"/>
            </p:custDataLst>
          </p:nvPr>
        </p:nvSpPr>
        <p:spPr bwMode="auto">
          <a:xfrm>
            <a:off x="6827174" y="3613942"/>
            <a:ext cx="57150" cy="60325"/>
          </a:xfrm>
          <a:custGeom>
            <a:avLst/>
            <a:gdLst>
              <a:gd name="T0" fmla="*/ 29 w 32"/>
              <a:gd name="T1" fmla="*/ 9 h 34"/>
              <a:gd name="T2" fmla="*/ 31 w 32"/>
              <a:gd name="T3" fmla="*/ 15 h 34"/>
              <a:gd name="T4" fmla="*/ 21 w 32"/>
              <a:gd name="T5" fmla="*/ 31 h 34"/>
              <a:gd name="T6" fmla="*/ 15 w 32"/>
              <a:gd name="T7" fmla="*/ 33 h 34"/>
              <a:gd name="T8" fmla="*/ 3 w 32"/>
              <a:gd name="T9" fmla="*/ 25 h 34"/>
              <a:gd name="T10" fmla="*/ 1 w 32"/>
              <a:gd name="T11" fmla="*/ 19 h 34"/>
              <a:gd name="T12" fmla="*/ 11 w 32"/>
              <a:gd name="T13" fmla="*/ 3 h 34"/>
              <a:gd name="T14" fmla="*/ 17 w 32"/>
              <a:gd name="T15" fmla="*/ 2 h 34"/>
              <a:gd name="T16" fmla="*/ 29 w 32"/>
              <a:gd name="T17" fmla="*/ 9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4">
                <a:moveTo>
                  <a:pt x="29" y="9"/>
                </a:moveTo>
                <a:cubicBezTo>
                  <a:pt x="31" y="10"/>
                  <a:pt x="32" y="13"/>
                  <a:pt x="31" y="15"/>
                </a:cubicBezTo>
                <a:cubicBezTo>
                  <a:pt x="21" y="31"/>
                  <a:pt x="21" y="31"/>
                  <a:pt x="21" y="31"/>
                </a:cubicBezTo>
                <a:cubicBezTo>
                  <a:pt x="20" y="33"/>
                  <a:pt x="18" y="34"/>
                  <a:pt x="15" y="33"/>
                </a:cubicBezTo>
                <a:cubicBezTo>
                  <a:pt x="3" y="25"/>
                  <a:pt x="3" y="25"/>
                  <a:pt x="3" y="25"/>
                </a:cubicBezTo>
                <a:cubicBezTo>
                  <a:pt x="1" y="24"/>
                  <a:pt x="0" y="21"/>
                  <a:pt x="1" y="19"/>
                </a:cubicBezTo>
                <a:cubicBezTo>
                  <a:pt x="11" y="3"/>
                  <a:pt x="11" y="3"/>
                  <a:pt x="11" y="3"/>
                </a:cubicBezTo>
                <a:cubicBezTo>
                  <a:pt x="12" y="1"/>
                  <a:pt x="15" y="0"/>
                  <a:pt x="17" y="2"/>
                </a:cubicBezTo>
                <a:lnTo>
                  <a:pt x="29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Freeform 841"/>
          <p:cNvSpPr/>
          <p:nvPr>
            <p:custDataLst>
              <p:tags r:id="rId34"/>
            </p:custDataLst>
          </p:nvPr>
        </p:nvSpPr>
        <p:spPr bwMode="auto">
          <a:xfrm>
            <a:off x="6831937" y="3698080"/>
            <a:ext cx="55563" cy="58738"/>
          </a:xfrm>
          <a:custGeom>
            <a:avLst/>
            <a:gdLst>
              <a:gd name="T0" fmla="*/ 15 w 32"/>
              <a:gd name="T1" fmla="*/ 1 h 33"/>
              <a:gd name="T2" fmla="*/ 21 w 32"/>
              <a:gd name="T3" fmla="*/ 3 h 33"/>
              <a:gd name="T4" fmla="*/ 30 w 32"/>
              <a:gd name="T5" fmla="*/ 19 h 33"/>
              <a:gd name="T6" fmla="*/ 29 w 32"/>
              <a:gd name="T7" fmla="*/ 25 h 33"/>
              <a:gd name="T8" fmla="*/ 16 w 32"/>
              <a:gd name="T9" fmla="*/ 32 h 33"/>
              <a:gd name="T10" fmla="*/ 11 w 32"/>
              <a:gd name="T11" fmla="*/ 31 h 33"/>
              <a:gd name="T12" fmla="*/ 1 w 32"/>
              <a:gd name="T13" fmla="*/ 14 h 33"/>
              <a:gd name="T14" fmla="*/ 3 w 32"/>
              <a:gd name="T15" fmla="*/ 8 h 33"/>
              <a:gd name="T16" fmla="*/ 15 w 32"/>
              <a:gd name="T17" fmla="*/ 1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3">
                <a:moveTo>
                  <a:pt x="15" y="1"/>
                </a:moveTo>
                <a:cubicBezTo>
                  <a:pt x="17" y="0"/>
                  <a:pt x="20" y="1"/>
                  <a:pt x="21" y="3"/>
                </a:cubicBezTo>
                <a:cubicBezTo>
                  <a:pt x="30" y="19"/>
                  <a:pt x="30" y="19"/>
                  <a:pt x="30" y="19"/>
                </a:cubicBezTo>
                <a:cubicBezTo>
                  <a:pt x="32" y="21"/>
                  <a:pt x="31" y="24"/>
                  <a:pt x="29" y="25"/>
                </a:cubicBezTo>
                <a:cubicBezTo>
                  <a:pt x="16" y="32"/>
                  <a:pt x="16" y="32"/>
                  <a:pt x="16" y="32"/>
                </a:cubicBezTo>
                <a:cubicBezTo>
                  <a:pt x="14" y="33"/>
                  <a:pt x="12" y="33"/>
                  <a:pt x="11" y="31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2"/>
                  <a:pt x="1" y="10"/>
                  <a:pt x="3" y="8"/>
                </a:cubicBezTo>
                <a:lnTo>
                  <a:pt x="1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Freeform 842"/>
          <p:cNvSpPr/>
          <p:nvPr>
            <p:custDataLst>
              <p:tags r:id="rId35"/>
            </p:custDataLst>
          </p:nvPr>
        </p:nvSpPr>
        <p:spPr bwMode="auto">
          <a:xfrm>
            <a:off x="6908137" y="3747292"/>
            <a:ext cx="49213" cy="41275"/>
          </a:xfrm>
          <a:custGeom>
            <a:avLst/>
            <a:gdLst>
              <a:gd name="T0" fmla="*/ 0 w 28"/>
              <a:gd name="T1" fmla="*/ 4 h 23"/>
              <a:gd name="T2" fmla="*/ 5 w 28"/>
              <a:gd name="T3" fmla="*/ 0 h 23"/>
              <a:gd name="T4" fmla="*/ 23 w 28"/>
              <a:gd name="T5" fmla="*/ 0 h 23"/>
              <a:gd name="T6" fmla="*/ 28 w 28"/>
              <a:gd name="T7" fmla="*/ 4 h 23"/>
              <a:gd name="T8" fmla="*/ 28 w 28"/>
              <a:gd name="T9" fmla="*/ 18 h 23"/>
              <a:gd name="T10" fmla="*/ 23 w 28"/>
              <a:gd name="T11" fmla="*/ 23 h 23"/>
              <a:gd name="T12" fmla="*/ 5 w 28"/>
              <a:gd name="T13" fmla="*/ 23 h 23"/>
              <a:gd name="T14" fmla="*/ 0 w 28"/>
              <a:gd name="T15" fmla="*/ 18 h 23"/>
              <a:gd name="T16" fmla="*/ 0 w 28"/>
              <a:gd name="T17" fmla="*/ 4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" h="23">
                <a:moveTo>
                  <a:pt x="0" y="4"/>
                </a:moveTo>
                <a:cubicBezTo>
                  <a:pt x="0" y="1"/>
                  <a:pt x="2" y="0"/>
                  <a:pt x="5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6" y="0"/>
                  <a:pt x="28" y="1"/>
                  <a:pt x="28" y="4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21"/>
                  <a:pt x="26" y="23"/>
                  <a:pt x="23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2" y="23"/>
                  <a:pt x="0" y="21"/>
                  <a:pt x="0" y="18"/>
                </a:cubicBezTo>
                <a:lnTo>
                  <a:pt x="0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Freeform 843"/>
          <p:cNvSpPr/>
          <p:nvPr>
            <p:custDataLst>
              <p:tags r:id="rId36"/>
            </p:custDataLst>
          </p:nvPr>
        </p:nvSpPr>
        <p:spPr bwMode="auto">
          <a:xfrm>
            <a:off x="6976399" y="3693317"/>
            <a:ext cx="53975" cy="57150"/>
          </a:xfrm>
          <a:custGeom>
            <a:avLst/>
            <a:gdLst>
              <a:gd name="T0" fmla="*/ 2 w 31"/>
              <a:gd name="T1" fmla="*/ 25 h 33"/>
              <a:gd name="T2" fmla="*/ 1 w 31"/>
              <a:gd name="T3" fmla="*/ 19 h 33"/>
              <a:gd name="T4" fmla="*/ 10 w 31"/>
              <a:gd name="T5" fmla="*/ 3 h 33"/>
              <a:gd name="T6" fmla="*/ 16 w 31"/>
              <a:gd name="T7" fmla="*/ 1 h 33"/>
              <a:gd name="T8" fmla="*/ 29 w 31"/>
              <a:gd name="T9" fmla="*/ 8 h 33"/>
              <a:gd name="T10" fmla="*/ 30 w 31"/>
              <a:gd name="T11" fmla="*/ 14 h 33"/>
              <a:gd name="T12" fmla="*/ 21 w 31"/>
              <a:gd name="T13" fmla="*/ 31 h 33"/>
              <a:gd name="T14" fmla="*/ 15 w 31"/>
              <a:gd name="T15" fmla="*/ 32 h 33"/>
              <a:gd name="T16" fmla="*/ 2 w 31"/>
              <a:gd name="T17" fmla="*/ 25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1" h="33">
                <a:moveTo>
                  <a:pt x="2" y="25"/>
                </a:moveTo>
                <a:cubicBezTo>
                  <a:pt x="0" y="24"/>
                  <a:pt x="0" y="21"/>
                  <a:pt x="1" y="19"/>
                </a:cubicBezTo>
                <a:cubicBezTo>
                  <a:pt x="10" y="3"/>
                  <a:pt x="10" y="3"/>
                  <a:pt x="10" y="3"/>
                </a:cubicBezTo>
                <a:cubicBezTo>
                  <a:pt x="11" y="1"/>
                  <a:pt x="14" y="0"/>
                  <a:pt x="16" y="1"/>
                </a:cubicBezTo>
                <a:cubicBezTo>
                  <a:pt x="29" y="8"/>
                  <a:pt x="29" y="8"/>
                  <a:pt x="29" y="8"/>
                </a:cubicBezTo>
                <a:cubicBezTo>
                  <a:pt x="31" y="10"/>
                  <a:pt x="31" y="12"/>
                  <a:pt x="30" y="14"/>
                </a:cubicBezTo>
                <a:cubicBezTo>
                  <a:pt x="21" y="31"/>
                  <a:pt x="21" y="31"/>
                  <a:pt x="21" y="31"/>
                </a:cubicBezTo>
                <a:cubicBezTo>
                  <a:pt x="20" y="33"/>
                  <a:pt x="17" y="33"/>
                  <a:pt x="15" y="32"/>
                </a:cubicBezTo>
                <a:lnTo>
                  <a:pt x="2" y="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Freeform 844"/>
          <p:cNvSpPr/>
          <p:nvPr>
            <p:custDataLst>
              <p:tags r:id="rId37"/>
            </p:custDataLst>
          </p:nvPr>
        </p:nvSpPr>
        <p:spPr bwMode="auto">
          <a:xfrm>
            <a:off x="6973224" y="3609180"/>
            <a:ext cx="55563" cy="60325"/>
          </a:xfrm>
          <a:custGeom>
            <a:avLst/>
            <a:gdLst>
              <a:gd name="T0" fmla="*/ 16 w 32"/>
              <a:gd name="T1" fmla="*/ 33 h 34"/>
              <a:gd name="T2" fmla="*/ 10 w 32"/>
              <a:gd name="T3" fmla="*/ 31 h 34"/>
              <a:gd name="T4" fmla="*/ 1 w 32"/>
              <a:gd name="T5" fmla="*/ 15 h 34"/>
              <a:gd name="T6" fmla="*/ 3 w 32"/>
              <a:gd name="T7" fmla="*/ 9 h 34"/>
              <a:gd name="T8" fmla="*/ 15 w 32"/>
              <a:gd name="T9" fmla="*/ 2 h 34"/>
              <a:gd name="T10" fmla="*/ 21 w 32"/>
              <a:gd name="T11" fmla="*/ 3 h 34"/>
              <a:gd name="T12" fmla="*/ 30 w 32"/>
              <a:gd name="T13" fmla="*/ 19 h 34"/>
              <a:gd name="T14" fmla="*/ 29 w 32"/>
              <a:gd name="T15" fmla="*/ 25 h 34"/>
              <a:gd name="T16" fmla="*/ 16 w 32"/>
              <a:gd name="T17" fmla="*/ 33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4">
                <a:moveTo>
                  <a:pt x="16" y="33"/>
                </a:moveTo>
                <a:cubicBezTo>
                  <a:pt x="14" y="34"/>
                  <a:pt x="12" y="33"/>
                  <a:pt x="10" y="31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3"/>
                  <a:pt x="1" y="10"/>
                  <a:pt x="3" y="9"/>
                </a:cubicBezTo>
                <a:cubicBezTo>
                  <a:pt x="15" y="2"/>
                  <a:pt x="15" y="2"/>
                  <a:pt x="15" y="2"/>
                </a:cubicBezTo>
                <a:cubicBezTo>
                  <a:pt x="17" y="0"/>
                  <a:pt x="20" y="1"/>
                  <a:pt x="21" y="3"/>
                </a:cubicBezTo>
                <a:cubicBezTo>
                  <a:pt x="30" y="19"/>
                  <a:pt x="30" y="19"/>
                  <a:pt x="30" y="19"/>
                </a:cubicBezTo>
                <a:cubicBezTo>
                  <a:pt x="32" y="21"/>
                  <a:pt x="31" y="24"/>
                  <a:pt x="29" y="25"/>
                </a:cubicBezTo>
                <a:lnTo>
                  <a:pt x="16" y="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Freeform 845"/>
          <p:cNvSpPr>
            <a:spLocks noEditPoints="1"/>
          </p:cNvSpPr>
          <p:nvPr>
            <p:custDataLst>
              <p:tags r:id="rId38"/>
            </p:custDataLst>
          </p:nvPr>
        </p:nvSpPr>
        <p:spPr bwMode="auto">
          <a:xfrm>
            <a:off x="6854162" y="3609180"/>
            <a:ext cx="150813" cy="149225"/>
          </a:xfrm>
          <a:custGeom>
            <a:avLst/>
            <a:gdLst>
              <a:gd name="T0" fmla="*/ 43 w 86"/>
              <a:gd name="T1" fmla="*/ 0 h 85"/>
              <a:gd name="T2" fmla="*/ 0 w 86"/>
              <a:gd name="T3" fmla="*/ 42 h 85"/>
              <a:gd name="T4" fmla="*/ 43 w 86"/>
              <a:gd name="T5" fmla="*/ 85 h 85"/>
              <a:gd name="T6" fmla="*/ 86 w 86"/>
              <a:gd name="T7" fmla="*/ 42 h 85"/>
              <a:gd name="T8" fmla="*/ 43 w 86"/>
              <a:gd name="T9" fmla="*/ 0 h 85"/>
              <a:gd name="T10" fmla="*/ 43 w 86"/>
              <a:gd name="T11" fmla="*/ 63 h 85"/>
              <a:gd name="T12" fmla="*/ 23 w 86"/>
              <a:gd name="T13" fmla="*/ 42 h 85"/>
              <a:gd name="T14" fmla="*/ 43 w 86"/>
              <a:gd name="T15" fmla="*/ 22 h 85"/>
              <a:gd name="T16" fmla="*/ 64 w 86"/>
              <a:gd name="T17" fmla="*/ 42 h 85"/>
              <a:gd name="T18" fmla="*/ 43 w 86"/>
              <a:gd name="T19" fmla="*/ 63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" h="85">
                <a:moveTo>
                  <a:pt x="43" y="0"/>
                </a:moveTo>
                <a:cubicBezTo>
                  <a:pt x="20" y="0"/>
                  <a:pt x="0" y="19"/>
                  <a:pt x="0" y="42"/>
                </a:cubicBezTo>
                <a:cubicBezTo>
                  <a:pt x="0" y="66"/>
                  <a:pt x="20" y="85"/>
                  <a:pt x="43" y="85"/>
                </a:cubicBezTo>
                <a:cubicBezTo>
                  <a:pt x="67" y="85"/>
                  <a:pt x="86" y="66"/>
                  <a:pt x="86" y="42"/>
                </a:cubicBezTo>
                <a:cubicBezTo>
                  <a:pt x="86" y="19"/>
                  <a:pt x="67" y="0"/>
                  <a:pt x="43" y="0"/>
                </a:cubicBezTo>
                <a:close/>
                <a:moveTo>
                  <a:pt x="43" y="63"/>
                </a:moveTo>
                <a:cubicBezTo>
                  <a:pt x="32" y="63"/>
                  <a:pt x="23" y="54"/>
                  <a:pt x="23" y="42"/>
                </a:cubicBezTo>
                <a:cubicBezTo>
                  <a:pt x="23" y="31"/>
                  <a:pt x="32" y="22"/>
                  <a:pt x="43" y="22"/>
                </a:cubicBezTo>
                <a:cubicBezTo>
                  <a:pt x="55" y="22"/>
                  <a:pt x="64" y="31"/>
                  <a:pt x="64" y="42"/>
                </a:cubicBezTo>
                <a:cubicBezTo>
                  <a:pt x="64" y="54"/>
                  <a:pt x="55" y="63"/>
                  <a:pt x="43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Freeform 846"/>
          <p:cNvSpPr/>
          <p:nvPr>
            <p:custDataLst>
              <p:tags r:id="rId39"/>
            </p:custDataLst>
          </p:nvPr>
        </p:nvSpPr>
        <p:spPr bwMode="auto">
          <a:xfrm>
            <a:off x="6639849" y="3588542"/>
            <a:ext cx="187325" cy="236538"/>
          </a:xfrm>
          <a:custGeom>
            <a:avLst/>
            <a:gdLst>
              <a:gd name="T0" fmla="*/ 46 w 108"/>
              <a:gd name="T1" fmla="*/ 133 h 135"/>
              <a:gd name="T2" fmla="*/ 47 w 108"/>
              <a:gd name="T3" fmla="*/ 134 h 135"/>
              <a:gd name="T4" fmla="*/ 48 w 108"/>
              <a:gd name="T5" fmla="*/ 134 h 135"/>
              <a:gd name="T6" fmla="*/ 50 w 108"/>
              <a:gd name="T7" fmla="*/ 135 h 135"/>
              <a:gd name="T8" fmla="*/ 51 w 108"/>
              <a:gd name="T9" fmla="*/ 135 h 135"/>
              <a:gd name="T10" fmla="*/ 53 w 108"/>
              <a:gd name="T11" fmla="*/ 135 h 135"/>
              <a:gd name="T12" fmla="*/ 53 w 108"/>
              <a:gd name="T13" fmla="*/ 135 h 135"/>
              <a:gd name="T14" fmla="*/ 53 w 108"/>
              <a:gd name="T15" fmla="*/ 135 h 135"/>
              <a:gd name="T16" fmla="*/ 55 w 108"/>
              <a:gd name="T17" fmla="*/ 135 h 135"/>
              <a:gd name="T18" fmla="*/ 56 w 108"/>
              <a:gd name="T19" fmla="*/ 135 h 135"/>
              <a:gd name="T20" fmla="*/ 57 w 108"/>
              <a:gd name="T21" fmla="*/ 134 h 135"/>
              <a:gd name="T22" fmla="*/ 58 w 108"/>
              <a:gd name="T23" fmla="*/ 134 h 135"/>
              <a:gd name="T24" fmla="*/ 60 w 108"/>
              <a:gd name="T25" fmla="*/ 133 h 135"/>
              <a:gd name="T26" fmla="*/ 60 w 108"/>
              <a:gd name="T27" fmla="*/ 133 h 135"/>
              <a:gd name="T28" fmla="*/ 61 w 108"/>
              <a:gd name="T29" fmla="*/ 133 h 135"/>
              <a:gd name="T30" fmla="*/ 101 w 108"/>
              <a:gd name="T31" fmla="*/ 104 h 135"/>
              <a:gd name="T32" fmla="*/ 103 w 108"/>
              <a:gd name="T33" fmla="*/ 86 h 135"/>
              <a:gd name="T34" fmla="*/ 85 w 108"/>
              <a:gd name="T35" fmla="*/ 83 h 135"/>
              <a:gd name="T36" fmla="*/ 66 w 108"/>
              <a:gd name="T37" fmla="*/ 97 h 135"/>
              <a:gd name="T38" fmla="*/ 66 w 108"/>
              <a:gd name="T39" fmla="*/ 13 h 135"/>
              <a:gd name="T40" fmla="*/ 53 w 108"/>
              <a:gd name="T41" fmla="*/ 0 h 135"/>
              <a:gd name="T42" fmla="*/ 40 w 108"/>
              <a:gd name="T43" fmla="*/ 13 h 135"/>
              <a:gd name="T44" fmla="*/ 40 w 108"/>
              <a:gd name="T45" fmla="*/ 97 h 135"/>
              <a:gd name="T46" fmla="*/ 21 w 108"/>
              <a:gd name="T47" fmla="*/ 83 h 135"/>
              <a:gd name="T48" fmla="*/ 2 w 108"/>
              <a:gd name="T49" fmla="*/ 86 h 135"/>
              <a:gd name="T50" fmla="*/ 0 w 108"/>
              <a:gd name="T51" fmla="*/ 93 h 135"/>
              <a:gd name="T52" fmla="*/ 5 w 108"/>
              <a:gd name="T53" fmla="*/ 104 h 135"/>
              <a:gd name="T54" fmla="*/ 45 w 108"/>
              <a:gd name="T55" fmla="*/ 133 h 135"/>
              <a:gd name="T56" fmla="*/ 45 w 108"/>
              <a:gd name="T57" fmla="*/ 133 h 135"/>
              <a:gd name="T58" fmla="*/ 46 w 108"/>
              <a:gd name="T59" fmla="*/ 133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08" h="135">
                <a:moveTo>
                  <a:pt x="46" y="133"/>
                </a:moveTo>
                <a:cubicBezTo>
                  <a:pt x="47" y="134"/>
                  <a:pt x="47" y="134"/>
                  <a:pt x="47" y="134"/>
                </a:cubicBezTo>
                <a:cubicBezTo>
                  <a:pt x="48" y="134"/>
                  <a:pt x="48" y="134"/>
                  <a:pt x="48" y="134"/>
                </a:cubicBezTo>
                <a:cubicBezTo>
                  <a:pt x="49" y="135"/>
                  <a:pt x="49" y="135"/>
                  <a:pt x="50" y="135"/>
                </a:cubicBezTo>
                <a:cubicBezTo>
                  <a:pt x="50" y="135"/>
                  <a:pt x="50" y="135"/>
                  <a:pt x="51" y="135"/>
                </a:cubicBezTo>
                <a:cubicBezTo>
                  <a:pt x="51" y="135"/>
                  <a:pt x="52" y="135"/>
                  <a:pt x="53" y="135"/>
                </a:cubicBezTo>
                <a:cubicBezTo>
                  <a:pt x="53" y="135"/>
                  <a:pt x="53" y="135"/>
                  <a:pt x="53" y="135"/>
                </a:cubicBezTo>
                <a:cubicBezTo>
                  <a:pt x="53" y="135"/>
                  <a:pt x="53" y="135"/>
                  <a:pt x="53" y="135"/>
                </a:cubicBezTo>
                <a:cubicBezTo>
                  <a:pt x="54" y="135"/>
                  <a:pt x="54" y="135"/>
                  <a:pt x="55" y="135"/>
                </a:cubicBezTo>
                <a:cubicBezTo>
                  <a:pt x="55" y="135"/>
                  <a:pt x="56" y="135"/>
                  <a:pt x="56" y="135"/>
                </a:cubicBezTo>
                <a:cubicBezTo>
                  <a:pt x="57" y="135"/>
                  <a:pt x="57" y="135"/>
                  <a:pt x="57" y="134"/>
                </a:cubicBezTo>
                <a:cubicBezTo>
                  <a:pt x="58" y="134"/>
                  <a:pt x="58" y="134"/>
                  <a:pt x="58" y="134"/>
                </a:cubicBezTo>
                <a:cubicBezTo>
                  <a:pt x="59" y="134"/>
                  <a:pt x="59" y="134"/>
                  <a:pt x="60" y="133"/>
                </a:cubicBezTo>
                <a:cubicBezTo>
                  <a:pt x="60" y="133"/>
                  <a:pt x="60" y="133"/>
                  <a:pt x="60" y="133"/>
                </a:cubicBezTo>
                <a:cubicBezTo>
                  <a:pt x="60" y="133"/>
                  <a:pt x="60" y="133"/>
                  <a:pt x="61" y="133"/>
                </a:cubicBezTo>
                <a:cubicBezTo>
                  <a:pt x="101" y="104"/>
                  <a:pt x="101" y="104"/>
                  <a:pt x="101" y="104"/>
                </a:cubicBezTo>
                <a:cubicBezTo>
                  <a:pt x="106" y="100"/>
                  <a:pt x="108" y="91"/>
                  <a:pt x="103" y="86"/>
                </a:cubicBezTo>
                <a:cubicBezTo>
                  <a:pt x="99" y="80"/>
                  <a:pt x="91" y="78"/>
                  <a:pt x="85" y="83"/>
                </a:cubicBezTo>
                <a:cubicBezTo>
                  <a:pt x="66" y="97"/>
                  <a:pt x="66" y="97"/>
                  <a:pt x="66" y="97"/>
                </a:cubicBezTo>
                <a:cubicBezTo>
                  <a:pt x="66" y="13"/>
                  <a:pt x="66" y="13"/>
                  <a:pt x="66" y="13"/>
                </a:cubicBezTo>
                <a:cubicBezTo>
                  <a:pt x="66" y="6"/>
                  <a:pt x="60" y="0"/>
                  <a:pt x="53" y="0"/>
                </a:cubicBezTo>
                <a:cubicBezTo>
                  <a:pt x="46" y="0"/>
                  <a:pt x="40" y="6"/>
                  <a:pt x="40" y="13"/>
                </a:cubicBezTo>
                <a:cubicBezTo>
                  <a:pt x="40" y="97"/>
                  <a:pt x="40" y="97"/>
                  <a:pt x="40" y="97"/>
                </a:cubicBezTo>
                <a:cubicBezTo>
                  <a:pt x="21" y="83"/>
                  <a:pt x="21" y="83"/>
                  <a:pt x="21" y="83"/>
                </a:cubicBezTo>
                <a:cubicBezTo>
                  <a:pt x="15" y="78"/>
                  <a:pt x="7" y="80"/>
                  <a:pt x="2" y="86"/>
                </a:cubicBezTo>
                <a:cubicBezTo>
                  <a:pt x="1" y="88"/>
                  <a:pt x="0" y="91"/>
                  <a:pt x="0" y="93"/>
                </a:cubicBezTo>
                <a:cubicBezTo>
                  <a:pt x="0" y="97"/>
                  <a:pt x="2" y="101"/>
                  <a:pt x="5" y="104"/>
                </a:cubicBezTo>
                <a:cubicBezTo>
                  <a:pt x="45" y="133"/>
                  <a:pt x="45" y="133"/>
                  <a:pt x="45" y="133"/>
                </a:cubicBezTo>
                <a:cubicBezTo>
                  <a:pt x="45" y="133"/>
                  <a:pt x="45" y="133"/>
                  <a:pt x="45" y="133"/>
                </a:cubicBezTo>
                <a:cubicBezTo>
                  <a:pt x="46" y="133"/>
                  <a:pt x="46" y="133"/>
                  <a:pt x="46" y="1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Freeform 137"/>
          <p:cNvSpPr/>
          <p:nvPr>
            <p:custDataLst>
              <p:tags r:id="rId40"/>
            </p:custDataLst>
          </p:nvPr>
        </p:nvSpPr>
        <p:spPr bwMode="auto">
          <a:xfrm>
            <a:off x="6587462" y="5361989"/>
            <a:ext cx="419100" cy="292100"/>
          </a:xfrm>
          <a:custGeom>
            <a:avLst/>
            <a:gdLst>
              <a:gd name="T0" fmla="*/ 19 w 264"/>
              <a:gd name="T1" fmla="*/ 184 h 184"/>
              <a:gd name="T2" fmla="*/ 0 w 264"/>
              <a:gd name="T3" fmla="*/ 170 h 184"/>
              <a:gd name="T4" fmla="*/ 91 w 264"/>
              <a:gd name="T5" fmla="*/ 53 h 184"/>
              <a:gd name="T6" fmla="*/ 164 w 264"/>
              <a:gd name="T7" fmla="*/ 97 h 184"/>
              <a:gd name="T8" fmla="*/ 246 w 264"/>
              <a:gd name="T9" fmla="*/ 0 h 184"/>
              <a:gd name="T10" fmla="*/ 264 w 264"/>
              <a:gd name="T11" fmla="*/ 16 h 184"/>
              <a:gd name="T12" fmla="*/ 168 w 264"/>
              <a:gd name="T13" fmla="*/ 128 h 184"/>
              <a:gd name="T14" fmla="*/ 97 w 264"/>
              <a:gd name="T15" fmla="*/ 84 h 184"/>
              <a:gd name="T16" fmla="*/ 19 w 264"/>
              <a:gd name="T17" fmla="*/ 184 h 184"/>
              <a:gd name="T18" fmla="*/ 19 w 264"/>
              <a:gd name="T1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4" h="184">
                <a:moveTo>
                  <a:pt x="19" y="184"/>
                </a:moveTo>
                <a:lnTo>
                  <a:pt x="0" y="170"/>
                </a:lnTo>
                <a:lnTo>
                  <a:pt x="91" y="53"/>
                </a:lnTo>
                <a:lnTo>
                  <a:pt x="164" y="97"/>
                </a:lnTo>
                <a:lnTo>
                  <a:pt x="246" y="0"/>
                </a:lnTo>
                <a:lnTo>
                  <a:pt x="264" y="16"/>
                </a:lnTo>
                <a:lnTo>
                  <a:pt x="168" y="128"/>
                </a:lnTo>
                <a:lnTo>
                  <a:pt x="97" y="84"/>
                </a:lnTo>
                <a:lnTo>
                  <a:pt x="19" y="184"/>
                </a:lnTo>
                <a:lnTo>
                  <a:pt x="19" y="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Freeform 138"/>
          <p:cNvSpPr/>
          <p:nvPr>
            <p:custDataLst>
              <p:tags r:id="rId41"/>
            </p:custDataLst>
          </p:nvPr>
        </p:nvSpPr>
        <p:spPr bwMode="auto">
          <a:xfrm>
            <a:off x="6952587" y="5354051"/>
            <a:ext cx="65088" cy="65088"/>
          </a:xfrm>
          <a:custGeom>
            <a:avLst/>
            <a:gdLst>
              <a:gd name="T0" fmla="*/ 0 w 41"/>
              <a:gd name="T1" fmla="*/ 0 h 41"/>
              <a:gd name="T2" fmla="*/ 41 w 41"/>
              <a:gd name="T3" fmla="*/ 0 h 41"/>
              <a:gd name="T4" fmla="*/ 41 w 41"/>
              <a:gd name="T5" fmla="*/ 41 h 41"/>
              <a:gd name="T6" fmla="*/ 0 w 41"/>
              <a:gd name="T7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" h="41">
                <a:moveTo>
                  <a:pt x="0" y="0"/>
                </a:moveTo>
                <a:lnTo>
                  <a:pt x="41" y="0"/>
                </a:lnTo>
                <a:lnTo>
                  <a:pt x="41" y="4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Freeform 139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6577937" y="5206414"/>
            <a:ext cx="512763" cy="455613"/>
          </a:xfrm>
          <a:custGeom>
            <a:avLst/>
            <a:gdLst>
              <a:gd name="T0" fmla="*/ 283 w 293"/>
              <a:gd name="T1" fmla="*/ 0 h 260"/>
              <a:gd name="T2" fmla="*/ 9 w 293"/>
              <a:gd name="T3" fmla="*/ 0 h 260"/>
              <a:gd name="T4" fmla="*/ 0 w 293"/>
              <a:gd name="T5" fmla="*/ 10 h 260"/>
              <a:gd name="T6" fmla="*/ 0 w 293"/>
              <a:gd name="T7" fmla="*/ 251 h 260"/>
              <a:gd name="T8" fmla="*/ 9 w 293"/>
              <a:gd name="T9" fmla="*/ 260 h 260"/>
              <a:gd name="T10" fmla="*/ 283 w 293"/>
              <a:gd name="T11" fmla="*/ 260 h 260"/>
              <a:gd name="T12" fmla="*/ 293 w 293"/>
              <a:gd name="T13" fmla="*/ 251 h 260"/>
              <a:gd name="T14" fmla="*/ 293 w 293"/>
              <a:gd name="T15" fmla="*/ 10 h 260"/>
              <a:gd name="T16" fmla="*/ 283 w 293"/>
              <a:gd name="T17" fmla="*/ 0 h 260"/>
              <a:gd name="T18" fmla="*/ 225 w 293"/>
              <a:gd name="T19" fmla="*/ 21 h 260"/>
              <a:gd name="T20" fmla="*/ 238 w 293"/>
              <a:gd name="T21" fmla="*/ 33 h 260"/>
              <a:gd name="T22" fmla="*/ 225 w 293"/>
              <a:gd name="T23" fmla="*/ 45 h 260"/>
              <a:gd name="T24" fmla="*/ 213 w 293"/>
              <a:gd name="T25" fmla="*/ 33 h 260"/>
              <a:gd name="T26" fmla="*/ 225 w 293"/>
              <a:gd name="T27" fmla="*/ 21 h 260"/>
              <a:gd name="T28" fmla="*/ 189 w 293"/>
              <a:gd name="T29" fmla="*/ 21 h 260"/>
              <a:gd name="T30" fmla="*/ 201 w 293"/>
              <a:gd name="T31" fmla="*/ 33 h 260"/>
              <a:gd name="T32" fmla="*/ 189 w 293"/>
              <a:gd name="T33" fmla="*/ 45 h 260"/>
              <a:gd name="T34" fmla="*/ 177 w 293"/>
              <a:gd name="T35" fmla="*/ 33 h 260"/>
              <a:gd name="T36" fmla="*/ 189 w 293"/>
              <a:gd name="T37" fmla="*/ 21 h 260"/>
              <a:gd name="T38" fmla="*/ 274 w 293"/>
              <a:gd name="T39" fmla="*/ 242 h 260"/>
              <a:gd name="T40" fmla="*/ 19 w 293"/>
              <a:gd name="T41" fmla="*/ 242 h 260"/>
              <a:gd name="T42" fmla="*/ 19 w 293"/>
              <a:gd name="T43" fmla="*/ 65 h 260"/>
              <a:gd name="T44" fmla="*/ 274 w 293"/>
              <a:gd name="T45" fmla="*/ 65 h 260"/>
              <a:gd name="T46" fmla="*/ 274 w 293"/>
              <a:gd name="T47" fmla="*/ 242 h 260"/>
              <a:gd name="T48" fmla="*/ 262 w 293"/>
              <a:gd name="T49" fmla="*/ 45 h 260"/>
              <a:gd name="T50" fmla="*/ 249 w 293"/>
              <a:gd name="T51" fmla="*/ 33 h 260"/>
              <a:gd name="T52" fmla="*/ 262 w 293"/>
              <a:gd name="T53" fmla="*/ 21 h 260"/>
              <a:gd name="T54" fmla="*/ 274 w 293"/>
              <a:gd name="T55" fmla="*/ 33 h 260"/>
              <a:gd name="T56" fmla="*/ 262 w 293"/>
              <a:gd name="T57" fmla="*/ 4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3" h="260">
                <a:moveTo>
                  <a:pt x="283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5"/>
                  <a:pt x="0" y="10"/>
                </a:cubicBezTo>
                <a:cubicBezTo>
                  <a:pt x="0" y="251"/>
                  <a:pt x="0" y="251"/>
                  <a:pt x="0" y="251"/>
                </a:cubicBezTo>
                <a:cubicBezTo>
                  <a:pt x="0" y="256"/>
                  <a:pt x="4" y="260"/>
                  <a:pt x="9" y="260"/>
                </a:cubicBezTo>
                <a:cubicBezTo>
                  <a:pt x="283" y="260"/>
                  <a:pt x="283" y="260"/>
                  <a:pt x="283" y="260"/>
                </a:cubicBezTo>
                <a:cubicBezTo>
                  <a:pt x="288" y="260"/>
                  <a:pt x="293" y="256"/>
                  <a:pt x="293" y="251"/>
                </a:cubicBezTo>
                <a:cubicBezTo>
                  <a:pt x="293" y="10"/>
                  <a:pt x="293" y="10"/>
                  <a:pt x="293" y="10"/>
                </a:cubicBezTo>
                <a:cubicBezTo>
                  <a:pt x="293" y="5"/>
                  <a:pt x="288" y="0"/>
                  <a:pt x="283" y="0"/>
                </a:cubicBezTo>
                <a:close/>
                <a:moveTo>
                  <a:pt x="225" y="21"/>
                </a:moveTo>
                <a:cubicBezTo>
                  <a:pt x="232" y="21"/>
                  <a:pt x="238" y="26"/>
                  <a:pt x="238" y="33"/>
                </a:cubicBezTo>
                <a:cubicBezTo>
                  <a:pt x="238" y="40"/>
                  <a:pt x="232" y="45"/>
                  <a:pt x="225" y="45"/>
                </a:cubicBezTo>
                <a:cubicBezTo>
                  <a:pt x="218" y="45"/>
                  <a:pt x="213" y="40"/>
                  <a:pt x="213" y="33"/>
                </a:cubicBezTo>
                <a:cubicBezTo>
                  <a:pt x="213" y="26"/>
                  <a:pt x="218" y="21"/>
                  <a:pt x="225" y="21"/>
                </a:cubicBezTo>
                <a:close/>
                <a:moveTo>
                  <a:pt x="189" y="21"/>
                </a:moveTo>
                <a:cubicBezTo>
                  <a:pt x="196" y="21"/>
                  <a:pt x="201" y="26"/>
                  <a:pt x="201" y="33"/>
                </a:cubicBezTo>
                <a:cubicBezTo>
                  <a:pt x="201" y="40"/>
                  <a:pt x="196" y="45"/>
                  <a:pt x="189" y="45"/>
                </a:cubicBezTo>
                <a:cubicBezTo>
                  <a:pt x="182" y="45"/>
                  <a:pt x="177" y="40"/>
                  <a:pt x="177" y="33"/>
                </a:cubicBezTo>
                <a:cubicBezTo>
                  <a:pt x="177" y="26"/>
                  <a:pt x="182" y="21"/>
                  <a:pt x="189" y="21"/>
                </a:cubicBezTo>
                <a:close/>
                <a:moveTo>
                  <a:pt x="274" y="242"/>
                </a:moveTo>
                <a:cubicBezTo>
                  <a:pt x="19" y="242"/>
                  <a:pt x="19" y="242"/>
                  <a:pt x="19" y="242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2"/>
                </a:lnTo>
                <a:close/>
                <a:moveTo>
                  <a:pt x="262" y="45"/>
                </a:moveTo>
                <a:cubicBezTo>
                  <a:pt x="255" y="45"/>
                  <a:pt x="249" y="40"/>
                  <a:pt x="249" y="33"/>
                </a:cubicBezTo>
                <a:cubicBezTo>
                  <a:pt x="249" y="26"/>
                  <a:pt x="255" y="21"/>
                  <a:pt x="262" y="21"/>
                </a:cubicBezTo>
                <a:cubicBezTo>
                  <a:pt x="268" y="21"/>
                  <a:pt x="274" y="26"/>
                  <a:pt x="274" y="33"/>
                </a:cubicBezTo>
                <a:cubicBezTo>
                  <a:pt x="274" y="40"/>
                  <a:pt x="268" y="45"/>
                  <a:pt x="262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Freeform 140"/>
          <p:cNvSpPr/>
          <p:nvPr>
            <p:custDataLst>
              <p:tags r:id="rId43"/>
            </p:custDataLst>
          </p:nvPr>
        </p:nvSpPr>
        <p:spPr bwMode="auto">
          <a:xfrm>
            <a:off x="6716050" y="5592176"/>
            <a:ext cx="33338" cy="46038"/>
          </a:xfrm>
          <a:custGeom>
            <a:avLst/>
            <a:gdLst>
              <a:gd name="T0" fmla="*/ 21 w 21"/>
              <a:gd name="T1" fmla="*/ 29 h 29"/>
              <a:gd name="T2" fmla="*/ 0 w 21"/>
              <a:gd name="T3" fmla="*/ 29 h 29"/>
              <a:gd name="T4" fmla="*/ 0 w 21"/>
              <a:gd name="T5" fmla="*/ 0 h 29"/>
              <a:gd name="T6" fmla="*/ 21 w 21"/>
              <a:gd name="T7" fmla="*/ 0 h 29"/>
              <a:gd name="T8" fmla="*/ 21 w 21"/>
              <a:gd name="T9" fmla="*/ 29 h 29"/>
              <a:gd name="T10" fmla="*/ 21 w 21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28">
                <a:moveTo>
                  <a:pt x="21" y="29"/>
                </a:moveTo>
                <a:lnTo>
                  <a:pt x="0" y="29"/>
                </a:lnTo>
                <a:lnTo>
                  <a:pt x="0" y="0"/>
                </a:lnTo>
                <a:lnTo>
                  <a:pt x="21" y="0"/>
                </a:lnTo>
                <a:lnTo>
                  <a:pt x="21" y="29"/>
                </a:lnTo>
                <a:lnTo>
                  <a:pt x="21" y="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Freeform 141"/>
          <p:cNvSpPr/>
          <p:nvPr>
            <p:custDataLst>
              <p:tags r:id="rId44"/>
            </p:custDataLst>
          </p:nvPr>
        </p:nvSpPr>
        <p:spPr bwMode="auto">
          <a:xfrm>
            <a:off x="6784312" y="5592176"/>
            <a:ext cx="33338" cy="46038"/>
          </a:xfrm>
          <a:custGeom>
            <a:avLst/>
            <a:gdLst>
              <a:gd name="T0" fmla="*/ 21 w 21"/>
              <a:gd name="T1" fmla="*/ 29 h 29"/>
              <a:gd name="T2" fmla="*/ 0 w 21"/>
              <a:gd name="T3" fmla="*/ 29 h 29"/>
              <a:gd name="T4" fmla="*/ 0 w 21"/>
              <a:gd name="T5" fmla="*/ 0 h 29"/>
              <a:gd name="T6" fmla="*/ 21 w 21"/>
              <a:gd name="T7" fmla="*/ 0 h 29"/>
              <a:gd name="T8" fmla="*/ 21 w 21"/>
              <a:gd name="T9" fmla="*/ 29 h 29"/>
              <a:gd name="T10" fmla="*/ 21 w 21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28">
                <a:moveTo>
                  <a:pt x="21" y="29"/>
                </a:moveTo>
                <a:lnTo>
                  <a:pt x="0" y="29"/>
                </a:lnTo>
                <a:lnTo>
                  <a:pt x="0" y="0"/>
                </a:lnTo>
                <a:lnTo>
                  <a:pt x="21" y="0"/>
                </a:lnTo>
                <a:lnTo>
                  <a:pt x="21" y="29"/>
                </a:lnTo>
                <a:lnTo>
                  <a:pt x="21" y="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Freeform 142"/>
          <p:cNvSpPr/>
          <p:nvPr>
            <p:custDataLst>
              <p:tags r:id="rId45"/>
            </p:custDataLst>
          </p:nvPr>
        </p:nvSpPr>
        <p:spPr bwMode="auto">
          <a:xfrm>
            <a:off x="6852575" y="5592176"/>
            <a:ext cx="31750" cy="46038"/>
          </a:xfrm>
          <a:custGeom>
            <a:avLst/>
            <a:gdLst>
              <a:gd name="T0" fmla="*/ 20 w 20"/>
              <a:gd name="T1" fmla="*/ 29 h 29"/>
              <a:gd name="T2" fmla="*/ 0 w 20"/>
              <a:gd name="T3" fmla="*/ 29 h 29"/>
              <a:gd name="T4" fmla="*/ 0 w 20"/>
              <a:gd name="T5" fmla="*/ 0 h 29"/>
              <a:gd name="T6" fmla="*/ 20 w 20"/>
              <a:gd name="T7" fmla="*/ 0 h 29"/>
              <a:gd name="T8" fmla="*/ 20 w 20"/>
              <a:gd name="T9" fmla="*/ 29 h 29"/>
              <a:gd name="T10" fmla="*/ 20 w 20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" h="28">
                <a:moveTo>
                  <a:pt x="20" y="29"/>
                </a:moveTo>
                <a:lnTo>
                  <a:pt x="0" y="29"/>
                </a:lnTo>
                <a:lnTo>
                  <a:pt x="0" y="0"/>
                </a:lnTo>
                <a:lnTo>
                  <a:pt x="20" y="0"/>
                </a:lnTo>
                <a:lnTo>
                  <a:pt x="20" y="29"/>
                </a:lnTo>
                <a:lnTo>
                  <a:pt x="20" y="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Freeform 143"/>
          <p:cNvSpPr/>
          <p:nvPr>
            <p:custDataLst>
              <p:tags r:id="rId46"/>
            </p:custDataLst>
          </p:nvPr>
        </p:nvSpPr>
        <p:spPr bwMode="auto">
          <a:xfrm>
            <a:off x="6919250" y="5592176"/>
            <a:ext cx="33338" cy="46038"/>
          </a:xfrm>
          <a:custGeom>
            <a:avLst/>
            <a:gdLst>
              <a:gd name="T0" fmla="*/ 21 w 21"/>
              <a:gd name="T1" fmla="*/ 29 h 29"/>
              <a:gd name="T2" fmla="*/ 0 w 21"/>
              <a:gd name="T3" fmla="*/ 29 h 29"/>
              <a:gd name="T4" fmla="*/ 0 w 21"/>
              <a:gd name="T5" fmla="*/ 0 h 29"/>
              <a:gd name="T6" fmla="*/ 21 w 21"/>
              <a:gd name="T7" fmla="*/ 0 h 29"/>
              <a:gd name="T8" fmla="*/ 21 w 21"/>
              <a:gd name="T9" fmla="*/ 29 h 29"/>
              <a:gd name="T10" fmla="*/ 21 w 21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28">
                <a:moveTo>
                  <a:pt x="21" y="29"/>
                </a:moveTo>
                <a:lnTo>
                  <a:pt x="0" y="29"/>
                </a:lnTo>
                <a:lnTo>
                  <a:pt x="0" y="0"/>
                </a:lnTo>
                <a:lnTo>
                  <a:pt x="21" y="0"/>
                </a:lnTo>
                <a:lnTo>
                  <a:pt x="21" y="29"/>
                </a:lnTo>
                <a:lnTo>
                  <a:pt x="21" y="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Freeform 144"/>
          <p:cNvSpPr/>
          <p:nvPr>
            <p:custDataLst>
              <p:tags r:id="rId47"/>
            </p:custDataLst>
          </p:nvPr>
        </p:nvSpPr>
        <p:spPr bwMode="auto">
          <a:xfrm>
            <a:off x="6987512" y="5592176"/>
            <a:ext cx="33338" cy="46038"/>
          </a:xfrm>
          <a:custGeom>
            <a:avLst/>
            <a:gdLst>
              <a:gd name="T0" fmla="*/ 21 w 21"/>
              <a:gd name="T1" fmla="*/ 29 h 29"/>
              <a:gd name="T2" fmla="*/ 0 w 21"/>
              <a:gd name="T3" fmla="*/ 29 h 29"/>
              <a:gd name="T4" fmla="*/ 0 w 21"/>
              <a:gd name="T5" fmla="*/ 0 h 29"/>
              <a:gd name="T6" fmla="*/ 21 w 21"/>
              <a:gd name="T7" fmla="*/ 0 h 29"/>
              <a:gd name="T8" fmla="*/ 21 w 21"/>
              <a:gd name="T9" fmla="*/ 29 h 29"/>
              <a:gd name="T10" fmla="*/ 21 w 21"/>
              <a:gd name="T11" fmla="*/ 29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28">
                <a:moveTo>
                  <a:pt x="21" y="29"/>
                </a:moveTo>
                <a:lnTo>
                  <a:pt x="0" y="29"/>
                </a:lnTo>
                <a:lnTo>
                  <a:pt x="0" y="0"/>
                </a:lnTo>
                <a:lnTo>
                  <a:pt x="21" y="0"/>
                </a:lnTo>
                <a:lnTo>
                  <a:pt x="21" y="29"/>
                </a:lnTo>
                <a:lnTo>
                  <a:pt x="21" y="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Freeform 145"/>
          <p:cNvSpPr/>
          <p:nvPr>
            <p:custDataLst>
              <p:tags r:id="rId48"/>
            </p:custDataLst>
          </p:nvPr>
        </p:nvSpPr>
        <p:spPr bwMode="auto">
          <a:xfrm>
            <a:off x="6593812" y="5482639"/>
            <a:ext cx="49213" cy="33338"/>
          </a:xfrm>
          <a:custGeom>
            <a:avLst/>
            <a:gdLst>
              <a:gd name="T0" fmla="*/ 31 w 31"/>
              <a:gd name="T1" fmla="*/ 21 h 21"/>
              <a:gd name="T2" fmla="*/ 0 w 31"/>
              <a:gd name="T3" fmla="*/ 21 h 21"/>
              <a:gd name="T4" fmla="*/ 0 w 31"/>
              <a:gd name="T5" fmla="*/ 0 h 21"/>
              <a:gd name="T6" fmla="*/ 31 w 31"/>
              <a:gd name="T7" fmla="*/ 0 h 21"/>
              <a:gd name="T8" fmla="*/ 31 w 31"/>
              <a:gd name="T9" fmla="*/ 21 h 21"/>
              <a:gd name="T10" fmla="*/ 31 w 31"/>
              <a:gd name="T11" fmla="*/ 21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" h="21">
                <a:moveTo>
                  <a:pt x="31" y="21"/>
                </a:moveTo>
                <a:lnTo>
                  <a:pt x="0" y="21"/>
                </a:lnTo>
                <a:lnTo>
                  <a:pt x="0" y="0"/>
                </a:lnTo>
                <a:lnTo>
                  <a:pt x="31" y="0"/>
                </a:lnTo>
                <a:lnTo>
                  <a:pt x="31" y="21"/>
                </a:lnTo>
                <a:lnTo>
                  <a:pt x="31" y="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Freeform 146"/>
          <p:cNvSpPr/>
          <p:nvPr>
            <p:custDataLst>
              <p:tags r:id="rId49"/>
            </p:custDataLst>
          </p:nvPr>
        </p:nvSpPr>
        <p:spPr bwMode="auto">
          <a:xfrm>
            <a:off x="6593812" y="5417551"/>
            <a:ext cx="49213" cy="30163"/>
          </a:xfrm>
          <a:custGeom>
            <a:avLst/>
            <a:gdLst>
              <a:gd name="T0" fmla="*/ 31 w 31"/>
              <a:gd name="T1" fmla="*/ 19 h 19"/>
              <a:gd name="T2" fmla="*/ 0 w 31"/>
              <a:gd name="T3" fmla="*/ 19 h 19"/>
              <a:gd name="T4" fmla="*/ 0 w 31"/>
              <a:gd name="T5" fmla="*/ 0 h 19"/>
              <a:gd name="T6" fmla="*/ 31 w 31"/>
              <a:gd name="T7" fmla="*/ 0 h 19"/>
              <a:gd name="T8" fmla="*/ 31 w 31"/>
              <a:gd name="T9" fmla="*/ 19 h 19"/>
              <a:gd name="T10" fmla="*/ 31 w 31"/>
              <a:gd name="T11" fmla="*/ 19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" h="19">
                <a:moveTo>
                  <a:pt x="31" y="19"/>
                </a:moveTo>
                <a:lnTo>
                  <a:pt x="0" y="19"/>
                </a:lnTo>
                <a:lnTo>
                  <a:pt x="0" y="0"/>
                </a:lnTo>
                <a:lnTo>
                  <a:pt x="31" y="0"/>
                </a:lnTo>
                <a:lnTo>
                  <a:pt x="31" y="19"/>
                </a:lnTo>
                <a:lnTo>
                  <a:pt x="31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Freeform 147"/>
          <p:cNvSpPr/>
          <p:nvPr>
            <p:custDataLst>
              <p:tags r:id="rId50"/>
            </p:custDataLst>
          </p:nvPr>
        </p:nvSpPr>
        <p:spPr bwMode="auto">
          <a:xfrm>
            <a:off x="6593812" y="5349289"/>
            <a:ext cx="49213" cy="33338"/>
          </a:xfrm>
          <a:custGeom>
            <a:avLst/>
            <a:gdLst>
              <a:gd name="T0" fmla="*/ 31 w 31"/>
              <a:gd name="T1" fmla="*/ 21 h 21"/>
              <a:gd name="T2" fmla="*/ 0 w 31"/>
              <a:gd name="T3" fmla="*/ 21 h 21"/>
              <a:gd name="T4" fmla="*/ 0 w 31"/>
              <a:gd name="T5" fmla="*/ 0 h 21"/>
              <a:gd name="T6" fmla="*/ 31 w 31"/>
              <a:gd name="T7" fmla="*/ 0 h 21"/>
              <a:gd name="T8" fmla="*/ 31 w 31"/>
              <a:gd name="T9" fmla="*/ 21 h 21"/>
              <a:gd name="T10" fmla="*/ 31 w 31"/>
              <a:gd name="T11" fmla="*/ 21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" h="21">
                <a:moveTo>
                  <a:pt x="31" y="21"/>
                </a:moveTo>
                <a:lnTo>
                  <a:pt x="0" y="21"/>
                </a:lnTo>
                <a:lnTo>
                  <a:pt x="0" y="0"/>
                </a:lnTo>
                <a:lnTo>
                  <a:pt x="31" y="0"/>
                </a:lnTo>
                <a:lnTo>
                  <a:pt x="31" y="21"/>
                </a:lnTo>
                <a:lnTo>
                  <a:pt x="31" y="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Freeform 73"/>
          <p:cNvSpPr/>
          <p:nvPr/>
        </p:nvSpPr>
        <p:spPr bwMode="auto">
          <a:xfrm flipH="1">
            <a:off x="775082" y="5421521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Freeform 74"/>
          <p:cNvSpPr/>
          <p:nvPr>
            <p:custDataLst>
              <p:tags r:id="rId51"/>
            </p:custDataLst>
          </p:nvPr>
        </p:nvSpPr>
        <p:spPr bwMode="auto">
          <a:xfrm>
            <a:off x="751269" y="5438983"/>
            <a:ext cx="4763" cy="7938"/>
          </a:xfrm>
          <a:custGeom>
            <a:avLst/>
            <a:gdLst>
              <a:gd name="T0" fmla="*/ 1 w 2"/>
              <a:gd name="T1" fmla="*/ 4 h 4"/>
              <a:gd name="T2" fmla="*/ 2 w 2"/>
              <a:gd name="T3" fmla="*/ 0 h 4"/>
              <a:gd name="T4" fmla="*/ 0 w 2"/>
              <a:gd name="T5" fmla="*/ 2 h 4"/>
              <a:gd name="T6" fmla="*/ 0 w 2"/>
              <a:gd name="T7" fmla="*/ 2 h 4"/>
              <a:gd name="T8" fmla="*/ 1 w 2"/>
              <a:gd name="T9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" h="4">
                <a:moveTo>
                  <a:pt x="1" y="4"/>
                </a:moveTo>
                <a:cubicBezTo>
                  <a:pt x="2" y="4"/>
                  <a:pt x="2" y="1"/>
                  <a:pt x="2" y="0"/>
                </a:cubicBezTo>
                <a:cubicBezTo>
                  <a:pt x="1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3"/>
                  <a:pt x="1" y="4"/>
                  <a:pt x="1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Freeform 75"/>
          <p:cNvSpPr/>
          <p:nvPr>
            <p:custDataLst>
              <p:tags r:id="rId52"/>
            </p:custDataLst>
          </p:nvPr>
        </p:nvSpPr>
        <p:spPr bwMode="auto">
          <a:xfrm>
            <a:off x="759207" y="5429458"/>
            <a:ext cx="9525" cy="19050"/>
          </a:xfrm>
          <a:custGeom>
            <a:avLst/>
            <a:gdLst>
              <a:gd name="T0" fmla="*/ 4 w 6"/>
              <a:gd name="T1" fmla="*/ 8 h 11"/>
              <a:gd name="T2" fmla="*/ 4 w 6"/>
              <a:gd name="T3" fmla="*/ 11 h 11"/>
              <a:gd name="T4" fmla="*/ 6 w 6"/>
              <a:gd name="T5" fmla="*/ 7 h 11"/>
              <a:gd name="T6" fmla="*/ 4 w 6"/>
              <a:gd name="T7" fmla="*/ 7 h 11"/>
              <a:gd name="T8" fmla="*/ 4 w 6"/>
              <a:gd name="T9" fmla="*/ 0 h 11"/>
              <a:gd name="T10" fmla="*/ 0 w 6"/>
              <a:gd name="T11" fmla="*/ 4 h 11"/>
              <a:gd name="T12" fmla="*/ 1 w 6"/>
              <a:gd name="T13" fmla="*/ 4 h 11"/>
              <a:gd name="T14" fmla="*/ 4 w 6"/>
              <a:gd name="T15" fmla="*/ 8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" h="11">
                <a:moveTo>
                  <a:pt x="4" y="8"/>
                </a:moveTo>
                <a:cubicBezTo>
                  <a:pt x="5" y="10"/>
                  <a:pt x="3" y="10"/>
                  <a:pt x="4" y="11"/>
                </a:cubicBezTo>
                <a:cubicBezTo>
                  <a:pt x="4" y="10"/>
                  <a:pt x="5" y="9"/>
                  <a:pt x="6" y="7"/>
                </a:cubicBezTo>
                <a:cubicBezTo>
                  <a:pt x="6" y="6"/>
                  <a:pt x="4" y="7"/>
                  <a:pt x="4" y="7"/>
                </a:cubicBezTo>
                <a:cubicBezTo>
                  <a:pt x="2" y="5"/>
                  <a:pt x="3" y="2"/>
                  <a:pt x="4" y="0"/>
                </a:cubicBezTo>
                <a:cubicBezTo>
                  <a:pt x="3" y="1"/>
                  <a:pt x="1" y="2"/>
                  <a:pt x="0" y="4"/>
                </a:cubicBezTo>
                <a:cubicBezTo>
                  <a:pt x="0" y="4"/>
                  <a:pt x="1" y="4"/>
                  <a:pt x="1" y="4"/>
                </a:cubicBezTo>
                <a:cubicBezTo>
                  <a:pt x="1" y="6"/>
                  <a:pt x="3" y="7"/>
                  <a:pt x="4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Freeform 76"/>
          <p:cNvSpPr/>
          <p:nvPr>
            <p:custDataLst>
              <p:tags r:id="rId53"/>
            </p:custDataLst>
          </p:nvPr>
        </p:nvSpPr>
        <p:spPr bwMode="auto">
          <a:xfrm>
            <a:off x="1037019" y="5423108"/>
            <a:ext cx="4763" cy="1588"/>
          </a:xfrm>
          <a:custGeom>
            <a:avLst/>
            <a:gdLst>
              <a:gd name="T0" fmla="*/ 3 w 3"/>
              <a:gd name="T1" fmla="*/ 1 h 1"/>
              <a:gd name="T2" fmla="*/ 1 w 3"/>
              <a:gd name="T3" fmla="*/ 0 h 1"/>
              <a:gd name="T4" fmla="*/ 0 w 3"/>
              <a:gd name="T5" fmla="*/ 1 h 1"/>
              <a:gd name="T6" fmla="*/ 3 w 3"/>
              <a:gd name="T7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1">
                <a:moveTo>
                  <a:pt x="3" y="1"/>
                </a:moveTo>
                <a:cubicBezTo>
                  <a:pt x="2" y="1"/>
                  <a:pt x="2" y="0"/>
                  <a:pt x="1" y="0"/>
                </a:cubicBezTo>
                <a:cubicBezTo>
                  <a:pt x="1" y="0"/>
                  <a:pt x="0" y="0"/>
                  <a:pt x="0" y="1"/>
                </a:cubicBezTo>
                <a:cubicBezTo>
                  <a:pt x="1" y="1"/>
                  <a:pt x="2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Freeform 77"/>
          <p:cNvSpPr>
            <a:spLocks noEditPoints="1"/>
          </p:cNvSpPr>
          <p:nvPr>
            <p:custDataLst>
              <p:tags r:id="rId54"/>
            </p:custDataLst>
          </p:nvPr>
        </p:nvSpPr>
        <p:spPr bwMode="auto">
          <a:xfrm>
            <a:off x="676657" y="5348496"/>
            <a:ext cx="458788" cy="292100"/>
          </a:xfrm>
          <a:custGeom>
            <a:avLst/>
            <a:gdLst>
              <a:gd name="T0" fmla="*/ 0 w 262"/>
              <a:gd name="T1" fmla="*/ 132 h 167"/>
              <a:gd name="T2" fmla="*/ 19 w 262"/>
              <a:gd name="T3" fmla="*/ 167 h 167"/>
              <a:gd name="T4" fmla="*/ 15 w 262"/>
              <a:gd name="T5" fmla="*/ 115 h 167"/>
              <a:gd name="T6" fmla="*/ 13 w 262"/>
              <a:gd name="T7" fmla="*/ 110 h 167"/>
              <a:gd name="T8" fmla="*/ 40 w 262"/>
              <a:gd name="T9" fmla="*/ 56 h 167"/>
              <a:gd name="T10" fmla="*/ 45 w 262"/>
              <a:gd name="T11" fmla="*/ 52 h 167"/>
              <a:gd name="T12" fmla="*/ 45 w 262"/>
              <a:gd name="T13" fmla="*/ 49 h 167"/>
              <a:gd name="T14" fmla="*/ 51 w 262"/>
              <a:gd name="T15" fmla="*/ 46 h 167"/>
              <a:gd name="T16" fmla="*/ 53 w 262"/>
              <a:gd name="T17" fmla="*/ 44 h 167"/>
              <a:gd name="T18" fmla="*/ 51 w 262"/>
              <a:gd name="T19" fmla="*/ 44 h 167"/>
              <a:gd name="T20" fmla="*/ 52 w 262"/>
              <a:gd name="T21" fmla="*/ 41 h 167"/>
              <a:gd name="T22" fmla="*/ 56 w 262"/>
              <a:gd name="T23" fmla="*/ 42 h 167"/>
              <a:gd name="T24" fmla="*/ 75 w 262"/>
              <a:gd name="T25" fmla="*/ 25 h 167"/>
              <a:gd name="T26" fmla="*/ 71 w 262"/>
              <a:gd name="T27" fmla="*/ 29 h 167"/>
              <a:gd name="T28" fmla="*/ 131 w 262"/>
              <a:gd name="T29" fmla="*/ 14 h 167"/>
              <a:gd name="T30" fmla="*/ 194 w 262"/>
              <a:gd name="T31" fmla="*/ 33 h 167"/>
              <a:gd name="T32" fmla="*/ 202 w 262"/>
              <a:gd name="T33" fmla="*/ 39 h 167"/>
              <a:gd name="T34" fmla="*/ 207 w 262"/>
              <a:gd name="T35" fmla="*/ 41 h 167"/>
              <a:gd name="T36" fmla="*/ 209 w 262"/>
              <a:gd name="T37" fmla="*/ 44 h 167"/>
              <a:gd name="T38" fmla="*/ 212 w 262"/>
              <a:gd name="T39" fmla="*/ 45 h 167"/>
              <a:gd name="T40" fmla="*/ 237 w 262"/>
              <a:gd name="T41" fmla="*/ 76 h 167"/>
              <a:gd name="T42" fmla="*/ 238 w 262"/>
              <a:gd name="T43" fmla="*/ 79 h 167"/>
              <a:gd name="T44" fmla="*/ 241 w 262"/>
              <a:gd name="T45" fmla="*/ 90 h 167"/>
              <a:gd name="T46" fmla="*/ 242 w 262"/>
              <a:gd name="T47" fmla="*/ 95 h 167"/>
              <a:gd name="T48" fmla="*/ 244 w 262"/>
              <a:gd name="T49" fmla="*/ 93 h 167"/>
              <a:gd name="T50" fmla="*/ 245 w 262"/>
              <a:gd name="T51" fmla="*/ 98 h 167"/>
              <a:gd name="T52" fmla="*/ 243 w 262"/>
              <a:gd name="T53" fmla="*/ 97 h 167"/>
              <a:gd name="T54" fmla="*/ 243 w 262"/>
              <a:gd name="T55" fmla="*/ 98 h 167"/>
              <a:gd name="T56" fmla="*/ 245 w 262"/>
              <a:gd name="T57" fmla="*/ 107 h 167"/>
              <a:gd name="T58" fmla="*/ 248 w 262"/>
              <a:gd name="T59" fmla="*/ 132 h 167"/>
              <a:gd name="T60" fmla="*/ 246 w 262"/>
              <a:gd name="T61" fmla="*/ 154 h 167"/>
              <a:gd name="T62" fmla="*/ 246 w 262"/>
              <a:gd name="T63" fmla="*/ 164 h 167"/>
              <a:gd name="T64" fmla="*/ 244 w 262"/>
              <a:gd name="T65" fmla="*/ 160 h 167"/>
              <a:gd name="T66" fmla="*/ 257 w 262"/>
              <a:gd name="T67" fmla="*/ 167 h 167"/>
              <a:gd name="T68" fmla="*/ 131 w 262"/>
              <a:gd name="T69" fmla="*/ 0 h 167"/>
              <a:gd name="T70" fmla="*/ 242 w 262"/>
              <a:gd name="T71" fmla="*/ 87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62" h="167">
                <a:moveTo>
                  <a:pt x="131" y="0"/>
                </a:moveTo>
                <a:cubicBezTo>
                  <a:pt x="58" y="0"/>
                  <a:pt x="0" y="59"/>
                  <a:pt x="0" y="132"/>
                </a:cubicBezTo>
                <a:cubicBezTo>
                  <a:pt x="0" y="144"/>
                  <a:pt x="2" y="156"/>
                  <a:pt x="5" y="167"/>
                </a:cubicBezTo>
                <a:cubicBezTo>
                  <a:pt x="19" y="167"/>
                  <a:pt x="19" y="167"/>
                  <a:pt x="19" y="167"/>
                </a:cubicBezTo>
                <a:cubicBezTo>
                  <a:pt x="16" y="156"/>
                  <a:pt x="14" y="144"/>
                  <a:pt x="14" y="132"/>
                </a:cubicBezTo>
                <a:cubicBezTo>
                  <a:pt x="14" y="126"/>
                  <a:pt x="14" y="120"/>
                  <a:pt x="15" y="115"/>
                </a:cubicBezTo>
                <a:cubicBezTo>
                  <a:pt x="15" y="113"/>
                  <a:pt x="14" y="112"/>
                  <a:pt x="14" y="111"/>
                </a:cubicBezTo>
                <a:cubicBezTo>
                  <a:pt x="13" y="111"/>
                  <a:pt x="13" y="110"/>
                  <a:pt x="13" y="110"/>
                </a:cubicBezTo>
                <a:cubicBezTo>
                  <a:pt x="17" y="89"/>
                  <a:pt x="26" y="71"/>
                  <a:pt x="38" y="55"/>
                </a:cubicBezTo>
                <a:cubicBezTo>
                  <a:pt x="39" y="55"/>
                  <a:pt x="39" y="56"/>
                  <a:pt x="40" y="56"/>
                </a:cubicBezTo>
                <a:cubicBezTo>
                  <a:pt x="41" y="56"/>
                  <a:pt x="41" y="54"/>
                  <a:pt x="43" y="54"/>
                </a:cubicBezTo>
                <a:cubicBezTo>
                  <a:pt x="44" y="53"/>
                  <a:pt x="44" y="53"/>
                  <a:pt x="45" y="52"/>
                </a:cubicBezTo>
                <a:cubicBezTo>
                  <a:pt x="45" y="52"/>
                  <a:pt x="45" y="51"/>
                  <a:pt x="44" y="51"/>
                </a:cubicBezTo>
                <a:cubicBezTo>
                  <a:pt x="44" y="50"/>
                  <a:pt x="45" y="50"/>
                  <a:pt x="45" y="49"/>
                </a:cubicBezTo>
                <a:cubicBezTo>
                  <a:pt x="46" y="48"/>
                  <a:pt x="46" y="49"/>
                  <a:pt x="47" y="50"/>
                </a:cubicBezTo>
                <a:cubicBezTo>
                  <a:pt x="48" y="48"/>
                  <a:pt x="50" y="47"/>
                  <a:pt x="51" y="46"/>
                </a:cubicBezTo>
                <a:cubicBezTo>
                  <a:pt x="52" y="45"/>
                  <a:pt x="52" y="45"/>
                  <a:pt x="53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53" y="44"/>
                  <a:pt x="52" y="44"/>
                  <a:pt x="51" y="44"/>
                </a:cubicBezTo>
                <a:cubicBezTo>
                  <a:pt x="51" y="43"/>
                  <a:pt x="51" y="43"/>
                  <a:pt x="50" y="43"/>
                </a:cubicBezTo>
                <a:cubicBezTo>
                  <a:pt x="51" y="42"/>
                  <a:pt x="51" y="42"/>
                  <a:pt x="52" y="41"/>
                </a:cubicBezTo>
                <a:cubicBezTo>
                  <a:pt x="53" y="42"/>
                  <a:pt x="54" y="42"/>
                  <a:pt x="56" y="42"/>
                </a:cubicBezTo>
                <a:cubicBezTo>
                  <a:pt x="56" y="42"/>
                  <a:pt x="56" y="42"/>
                  <a:pt x="56" y="42"/>
                </a:cubicBezTo>
                <a:cubicBezTo>
                  <a:pt x="55" y="41"/>
                  <a:pt x="54" y="40"/>
                  <a:pt x="53" y="40"/>
                </a:cubicBezTo>
                <a:cubicBezTo>
                  <a:pt x="60" y="34"/>
                  <a:pt x="67" y="30"/>
                  <a:pt x="75" y="25"/>
                </a:cubicBezTo>
                <a:cubicBezTo>
                  <a:pt x="75" y="26"/>
                  <a:pt x="76" y="26"/>
                  <a:pt x="76" y="26"/>
                </a:cubicBezTo>
                <a:cubicBezTo>
                  <a:pt x="76" y="29"/>
                  <a:pt x="73" y="28"/>
                  <a:pt x="71" y="29"/>
                </a:cubicBezTo>
                <a:cubicBezTo>
                  <a:pt x="71" y="29"/>
                  <a:pt x="72" y="30"/>
                  <a:pt x="72" y="31"/>
                </a:cubicBezTo>
                <a:cubicBezTo>
                  <a:pt x="89" y="20"/>
                  <a:pt x="109" y="14"/>
                  <a:pt x="131" y="14"/>
                </a:cubicBezTo>
                <a:cubicBezTo>
                  <a:pt x="153" y="14"/>
                  <a:pt x="173" y="21"/>
                  <a:pt x="191" y="31"/>
                </a:cubicBezTo>
                <a:cubicBezTo>
                  <a:pt x="192" y="31"/>
                  <a:pt x="194" y="32"/>
                  <a:pt x="194" y="33"/>
                </a:cubicBezTo>
                <a:cubicBezTo>
                  <a:pt x="194" y="33"/>
                  <a:pt x="194" y="33"/>
                  <a:pt x="194" y="33"/>
                </a:cubicBezTo>
                <a:cubicBezTo>
                  <a:pt x="197" y="35"/>
                  <a:pt x="199" y="37"/>
                  <a:pt x="202" y="39"/>
                </a:cubicBezTo>
                <a:cubicBezTo>
                  <a:pt x="203" y="39"/>
                  <a:pt x="204" y="38"/>
                  <a:pt x="205" y="38"/>
                </a:cubicBezTo>
                <a:cubicBezTo>
                  <a:pt x="206" y="39"/>
                  <a:pt x="207" y="40"/>
                  <a:pt x="207" y="41"/>
                </a:cubicBezTo>
                <a:cubicBezTo>
                  <a:pt x="207" y="42"/>
                  <a:pt x="207" y="42"/>
                  <a:pt x="207" y="43"/>
                </a:cubicBezTo>
                <a:cubicBezTo>
                  <a:pt x="208" y="43"/>
                  <a:pt x="208" y="44"/>
                  <a:pt x="209" y="44"/>
                </a:cubicBezTo>
                <a:cubicBezTo>
                  <a:pt x="209" y="45"/>
                  <a:pt x="210" y="45"/>
                  <a:pt x="210" y="45"/>
                </a:cubicBezTo>
                <a:cubicBezTo>
                  <a:pt x="211" y="45"/>
                  <a:pt x="211" y="45"/>
                  <a:pt x="212" y="45"/>
                </a:cubicBezTo>
                <a:cubicBezTo>
                  <a:pt x="213" y="45"/>
                  <a:pt x="214" y="46"/>
                  <a:pt x="215" y="46"/>
                </a:cubicBezTo>
                <a:cubicBezTo>
                  <a:pt x="224" y="55"/>
                  <a:pt x="231" y="65"/>
                  <a:pt x="237" y="76"/>
                </a:cubicBezTo>
                <a:cubicBezTo>
                  <a:pt x="236" y="77"/>
                  <a:pt x="236" y="77"/>
                  <a:pt x="235" y="78"/>
                </a:cubicBezTo>
                <a:cubicBezTo>
                  <a:pt x="236" y="80"/>
                  <a:pt x="237" y="79"/>
                  <a:pt x="238" y="79"/>
                </a:cubicBezTo>
                <a:cubicBezTo>
                  <a:pt x="239" y="80"/>
                  <a:pt x="240" y="82"/>
                  <a:pt x="240" y="83"/>
                </a:cubicBezTo>
                <a:cubicBezTo>
                  <a:pt x="240" y="85"/>
                  <a:pt x="241" y="88"/>
                  <a:pt x="241" y="90"/>
                </a:cubicBezTo>
                <a:cubicBezTo>
                  <a:pt x="241" y="91"/>
                  <a:pt x="241" y="91"/>
                  <a:pt x="240" y="91"/>
                </a:cubicBezTo>
                <a:cubicBezTo>
                  <a:pt x="241" y="92"/>
                  <a:pt x="242" y="94"/>
                  <a:pt x="242" y="95"/>
                </a:cubicBezTo>
                <a:cubicBezTo>
                  <a:pt x="242" y="94"/>
                  <a:pt x="242" y="93"/>
                  <a:pt x="242" y="92"/>
                </a:cubicBezTo>
                <a:cubicBezTo>
                  <a:pt x="243" y="92"/>
                  <a:pt x="244" y="93"/>
                  <a:pt x="244" y="93"/>
                </a:cubicBezTo>
                <a:cubicBezTo>
                  <a:pt x="245" y="94"/>
                  <a:pt x="245" y="96"/>
                  <a:pt x="246" y="97"/>
                </a:cubicBezTo>
                <a:cubicBezTo>
                  <a:pt x="246" y="98"/>
                  <a:pt x="246" y="98"/>
                  <a:pt x="245" y="98"/>
                </a:cubicBezTo>
                <a:cubicBezTo>
                  <a:pt x="244" y="98"/>
                  <a:pt x="245" y="97"/>
                  <a:pt x="244" y="97"/>
                </a:cubicBezTo>
                <a:cubicBezTo>
                  <a:pt x="243" y="96"/>
                  <a:pt x="243" y="97"/>
                  <a:pt x="243" y="97"/>
                </a:cubicBezTo>
                <a:cubicBezTo>
                  <a:pt x="243" y="98"/>
                  <a:pt x="243" y="98"/>
                  <a:pt x="243" y="98"/>
                </a:cubicBezTo>
                <a:cubicBezTo>
                  <a:pt x="243" y="98"/>
                  <a:pt x="243" y="98"/>
                  <a:pt x="243" y="98"/>
                </a:cubicBezTo>
                <a:cubicBezTo>
                  <a:pt x="244" y="98"/>
                  <a:pt x="244" y="98"/>
                  <a:pt x="245" y="98"/>
                </a:cubicBezTo>
                <a:cubicBezTo>
                  <a:pt x="245" y="101"/>
                  <a:pt x="245" y="104"/>
                  <a:pt x="245" y="107"/>
                </a:cubicBezTo>
                <a:cubicBezTo>
                  <a:pt x="245" y="107"/>
                  <a:pt x="245" y="107"/>
                  <a:pt x="245" y="107"/>
                </a:cubicBezTo>
                <a:cubicBezTo>
                  <a:pt x="247" y="115"/>
                  <a:pt x="248" y="123"/>
                  <a:pt x="248" y="132"/>
                </a:cubicBezTo>
                <a:cubicBezTo>
                  <a:pt x="248" y="139"/>
                  <a:pt x="247" y="147"/>
                  <a:pt x="246" y="154"/>
                </a:cubicBezTo>
                <a:cubicBezTo>
                  <a:pt x="246" y="154"/>
                  <a:pt x="246" y="154"/>
                  <a:pt x="246" y="154"/>
                </a:cubicBezTo>
                <a:cubicBezTo>
                  <a:pt x="247" y="154"/>
                  <a:pt x="248" y="155"/>
                  <a:pt x="248" y="155"/>
                </a:cubicBezTo>
                <a:cubicBezTo>
                  <a:pt x="248" y="158"/>
                  <a:pt x="247" y="161"/>
                  <a:pt x="246" y="164"/>
                </a:cubicBezTo>
                <a:cubicBezTo>
                  <a:pt x="246" y="163"/>
                  <a:pt x="246" y="162"/>
                  <a:pt x="246" y="161"/>
                </a:cubicBezTo>
                <a:cubicBezTo>
                  <a:pt x="246" y="160"/>
                  <a:pt x="245" y="160"/>
                  <a:pt x="244" y="160"/>
                </a:cubicBezTo>
                <a:cubicBezTo>
                  <a:pt x="244" y="162"/>
                  <a:pt x="243" y="165"/>
                  <a:pt x="242" y="167"/>
                </a:cubicBezTo>
                <a:cubicBezTo>
                  <a:pt x="257" y="167"/>
                  <a:pt x="257" y="167"/>
                  <a:pt x="257" y="167"/>
                </a:cubicBezTo>
                <a:cubicBezTo>
                  <a:pt x="260" y="156"/>
                  <a:pt x="262" y="144"/>
                  <a:pt x="262" y="132"/>
                </a:cubicBezTo>
                <a:cubicBezTo>
                  <a:pt x="262" y="59"/>
                  <a:pt x="203" y="0"/>
                  <a:pt x="131" y="0"/>
                </a:cubicBezTo>
                <a:close/>
                <a:moveTo>
                  <a:pt x="244" y="91"/>
                </a:moveTo>
                <a:cubicBezTo>
                  <a:pt x="242" y="91"/>
                  <a:pt x="242" y="89"/>
                  <a:pt x="242" y="87"/>
                </a:cubicBezTo>
                <a:cubicBezTo>
                  <a:pt x="243" y="88"/>
                  <a:pt x="243" y="90"/>
                  <a:pt x="244" y="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Freeform 78"/>
          <p:cNvSpPr/>
          <p:nvPr>
            <p:custDataLst>
              <p:tags r:id="rId55"/>
            </p:custDataLst>
          </p:nvPr>
        </p:nvSpPr>
        <p:spPr bwMode="auto">
          <a:xfrm>
            <a:off x="789369" y="5405646"/>
            <a:ext cx="6350" cy="4763"/>
          </a:xfrm>
          <a:custGeom>
            <a:avLst/>
            <a:gdLst>
              <a:gd name="T0" fmla="*/ 0 w 4"/>
              <a:gd name="T1" fmla="*/ 3 h 3"/>
              <a:gd name="T2" fmla="*/ 4 w 4"/>
              <a:gd name="T3" fmla="*/ 0 h 3"/>
              <a:gd name="T4" fmla="*/ 0 w 4"/>
              <a:gd name="T5" fmla="*/ 2 h 3"/>
              <a:gd name="T6" fmla="*/ 0 w 4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3">
                <a:moveTo>
                  <a:pt x="0" y="3"/>
                </a:moveTo>
                <a:cubicBezTo>
                  <a:pt x="1" y="2"/>
                  <a:pt x="2" y="1"/>
                  <a:pt x="4" y="0"/>
                </a:cubicBezTo>
                <a:cubicBezTo>
                  <a:pt x="2" y="0"/>
                  <a:pt x="2" y="2"/>
                  <a:pt x="0" y="2"/>
                </a:cubicBezTo>
                <a:cubicBezTo>
                  <a:pt x="0" y="2"/>
                  <a:pt x="0" y="2"/>
                  <a:pt x="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Freeform 79"/>
          <p:cNvSpPr/>
          <p:nvPr>
            <p:custDataLst>
              <p:tags r:id="rId56"/>
            </p:custDataLst>
          </p:nvPr>
        </p:nvSpPr>
        <p:spPr bwMode="auto">
          <a:xfrm>
            <a:off x="797307" y="5402471"/>
            <a:ext cx="1588" cy="1588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1" y="1"/>
                  <a:pt x="1" y="1"/>
                  <a:pt x="1" y="0"/>
                </a:cubicBezTo>
                <a:cubicBezTo>
                  <a:pt x="1" y="0"/>
                  <a:pt x="1" y="1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Freeform 80"/>
          <p:cNvSpPr>
            <a:spLocks noEditPoints="1"/>
          </p:cNvSpPr>
          <p:nvPr>
            <p:custDataLst>
              <p:tags r:id="rId57"/>
            </p:custDataLst>
          </p:nvPr>
        </p:nvSpPr>
        <p:spPr bwMode="auto">
          <a:xfrm>
            <a:off x="698882" y="5424696"/>
            <a:ext cx="134938" cy="215900"/>
          </a:xfrm>
          <a:custGeom>
            <a:avLst/>
            <a:gdLst>
              <a:gd name="T0" fmla="*/ 40 w 77"/>
              <a:gd name="T1" fmla="*/ 9 h 123"/>
              <a:gd name="T2" fmla="*/ 35 w 77"/>
              <a:gd name="T3" fmla="*/ 6 h 123"/>
              <a:gd name="T4" fmla="*/ 31 w 77"/>
              <a:gd name="T5" fmla="*/ 7 h 123"/>
              <a:gd name="T6" fmla="*/ 30 w 77"/>
              <a:gd name="T7" fmla="*/ 10 h 123"/>
              <a:gd name="T8" fmla="*/ 25 w 77"/>
              <a:gd name="T9" fmla="*/ 11 h 123"/>
              <a:gd name="T10" fmla="*/ 2 w 77"/>
              <a:gd name="T11" fmla="*/ 71 h 123"/>
              <a:gd name="T12" fmla="*/ 6 w 77"/>
              <a:gd name="T13" fmla="*/ 80 h 123"/>
              <a:gd name="T14" fmla="*/ 7 w 77"/>
              <a:gd name="T15" fmla="*/ 75 h 123"/>
              <a:gd name="T16" fmla="*/ 11 w 77"/>
              <a:gd name="T17" fmla="*/ 81 h 123"/>
              <a:gd name="T18" fmla="*/ 24 w 77"/>
              <a:gd name="T19" fmla="*/ 94 h 123"/>
              <a:gd name="T20" fmla="*/ 29 w 77"/>
              <a:gd name="T21" fmla="*/ 98 h 123"/>
              <a:gd name="T22" fmla="*/ 36 w 77"/>
              <a:gd name="T23" fmla="*/ 104 h 123"/>
              <a:gd name="T24" fmla="*/ 34 w 77"/>
              <a:gd name="T25" fmla="*/ 117 h 123"/>
              <a:gd name="T26" fmla="*/ 35 w 77"/>
              <a:gd name="T27" fmla="*/ 123 h 123"/>
              <a:gd name="T28" fmla="*/ 77 w 77"/>
              <a:gd name="T29" fmla="*/ 119 h 123"/>
              <a:gd name="T30" fmla="*/ 71 w 77"/>
              <a:gd name="T31" fmla="*/ 112 h 123"/>
              <a:gd name="T32" fmla="*/ 62 w 77"/>
              <a:gd name="T33" fmla="*/ 109 h 123"/>
              <a:gd name="T34" fmla="*/ 49 w 77"/>
              <a:gd name="T35" fmla="*/ 96 h 123"/>
              <a:gd name="T36" fmla="*/ 44 w 77"/>
              <a:gd name="T37" fmla="*/ 95 h 123"/>
              <a:gd name="T38" fmla="*/ 36 w 77"/>
              <a:gd name="T39" fmla="*/ 98 h 123"/>
              <a:gd name="T40" fmla="*/ 32 w 77"/>
              <a:gd name="T41" fmla="*/ 90 h 123"/>
              <a:gd name="T42" fmla="*/ 24 w 77"/>
              <a:gd name="T43" fmla="*/ 82 h 123"/>
              <a:gd name="T44" fmla="*/ 23 w 77"/>
              <a:gd name="T45" fmla="*/ 73 h 123"/>
              <a:gd name="T46" fmla="*/ 33 w 77"/>
              <a:gd name="T47" fmla="*/ 74 h 123"/>
              <a:gd name="T48" fmla="*/ 35 w 77"/>
              <a:gd name="T49" fmla="*/ 71 h 123"/>
              <a:gd name="T50" fmla="*/ 42 w 77"/>
              <a:gd name="T51" fmla="*/ 62 h 123"/>
              <a:gd name="T52" fmla="*/ 46 w 77"/>
              <a:gd name="T53" fmla="*/ 53 h 123"/>
              <a:gd name="T54" fmla="*/ 55 w 77"/>
              <a:gd name="T55" fmla="*/ 49 h 123"/>
              <a:gd name="T56" fmla="*/ 54 w 77"/>
              <a:gd name="T57" fmla="*/ 42 h 123"/>
              <a:gd name="T58" fmla="*/ 60 w 77"/>
              <a:gd name="T59" fmla="*/ 47 h 123"/>
              <a:gd name="T60" fmla="*/ 63 w 77"/>
              <a:gd name="T61" fmla="*/ 46 h 123"/>
              <a:gd name="T62" fmla="*/ 58 w 77"/>
              <a:gd name="T63" fmla="*/ 37 h 123"/>
              <a:gd name="T64" fmla="*/ 54 w 77"/>
              <a:gd name="T65" fmla="*/ 26 h 123"/>
              <a:gd name="T66" fmla="*/ 50 w 77"/>
              <a:gd name="T67" fmla="*/ 23 h 123"/>
              <a:gd name="T68" fmla="*/ 43 w 77"/>
              <a:gd name="T69" fmla="*/ 22 h 123"/>
              <a:gd name="T70" fmla="*/ 42 w 77"/>
              <a:gd name="T71" fmla="*/ 33 h 123"/>
              <a:gd name="T72" fmla="*/ 36 w 77"/>
              <a:gd name="T73" fmla="*/ 34 h 123"/>
              <a:gd name="T74" fmla="*/ 29 w 77"/>
              <a:gd name="T75" fmla="*/ 27 h 123"/>
              <a:gd name="T76" fmla="*/ 37 w 77"/>
              <a:gd name="T77" fmla="*/ 18 h 123"/>
              <a:gd name="T78" fmla="*/ 43 w 77"/>
              <a:gd name="T79" fmla="*/ 10 h 123"/>
              <a:gd name="T80" fmla="*/ 48 w 77"/>
              <a:gd name="T81" fmla="*/ 9 h 123"/>
              <a:gd name="T82" fmla="*/ 48 w 77"/>
              <a:gd name="T83" fmla="*/ 19 h 123"/>
              <a:gd name="T84" fmla="*/ 54 w 77"/>
              <a:gd name="T85" fmla="*/ 16 h 123"/>
              <a:gd name="T86" fmla="*/ 59 w 77"/>
              <a:gd name="T87" fmla="*/ 13 h 123"/>
              <a:gd name="T88" fmla="*/ 55 w 77"/>
              <a:gd name="T89" fmla="*/ 9 h 123"/>
              <a:gd name="T90" fmla="*/ 49 w 77"/>
              <a:gd name="T91" fmla="*/ 3 h 123"/>
              <a:gd name="T92" fmla="*/ 40 w 77"/>
              <a:gd name="T93" fmla="*/ 0 h 123"/>
              <a:gd name="T94" fmla="*/ 58 w 77"/>
              <a:gd name="T95" fmla="*/ 37 h 123"/>
              <a:gd name="T96" fmla="*/ 5 w 77"/>
              <a:gd name="T97" fmla="*/ 71 h 123"/>
              <a:gd name="T98" fmla="*/ 5 w 77"/>
              <a:gd name="T99" fmla="*/ 72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7" h="123">
                <a:moveTo>
                  <a:pt x="38" y="2"/>
                </a:moveTo>
                <a:cubicBezTo>
                  <a:pt x="37" y="4"/>
                  <a:pt x="36" y="7"/>
                  <a:pt x="38" y="9"/>
                </a:cubicBezTo>
                <a:cubicBezTo>
                  <a:pt x="38" y="9"/>
                  <a:pt x="40" y="8"/>
                  <a:pt x="40" y="9"/>
                </a:cubicBezTo>
                <a:cubicBezTo>
                  <a:pt x="39" y="11"/>
                  <a:pt x="38" y="12"/>
                  <a:pt x="38" y="13"/>
                </a:cubicBezTo>
                <a:cubicBezTo>
                  <a:pt x="37" y="12"/>
                  <a:pt x="39" y="12"/>
                  <a:pt x="38" y="10"/>
                </a:cubicBezTo>
                <a:cubicBezTo>
                  <a:pt x="37" y="9"/>
                  <a:pt x="35" y="8"/>
                  <a:pt x="35" y="6"/>
                </a:cubicBezTo>
                <a:cubicBezTo>
                  <a:pt x="35" y="6"/>
                  <a:pt x="34" y="6"/>
                  <a:pt x="34" y="6"/>
                </a:cubicBezTo>
                <a:cubicBezTo>
                  <a:pt x="33" y="5"/>
                  <a:pt x="33" y="4"/>
                  <a:pt x="32" y="5"/>
                </a:cubicBezTo>
                <a:cubicBezTo>
                  <a:pt x="32" y="6"/>
                  <a:pt x="31" y="6"/>
                  <a:pt x="31" y="7"/>
                </a:cubicBezTo>
                <a:cubicBezTo>
                  <a:pt x="32" y="7"/>
                  <a:pt x="32" y="8"/>
                  <a:pt x="32" y="8"/>
                </a:cubicBezTo>
                <a:cubicBezTo>
                  <a:pt x="32" y="9"/>
                  <a:pt x="32" y="12"/>
                  <a:pt x="31" y="12"/>
                </a:cubicBezTo>
                <a:cubicBezTo>
                  <a:pt x="31" y="12"/>
                  <a:pt x="30" y="11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28" y="10"/>
                  <a:pt x="28" y="12"/>
                  <a:pt x="27" y="12"/>
                </a:cubicBezTo>
                <a:cubicBezTo>
                  <a:pt x="26" y="12"/>
                  <a:pt x="26" y="11"/>
                  <a:pt x="25" y="11"/>
                </a:cubicBezTo>
                <a:cubicBezTo>
                  <a:pt x="13" y="27"/>
                  <a:pt x="4" y="45"/>
                  <a:pt x="0" y="66"/>
                </a:cubicBezTo>
                <a:cubicBezTo>
                  <a:pt x="0" y="66"/>
                  <a:pt x="0" y="67"/>
                  <a:pt x="1" y="67"/>
                </a:cubicBezTo>
                <a:cubicBezTo>
                  <a:pt x="1" y="68"/>
                  <a:pt x="2" y="69"/>
                  <a:pt x="2" y="71"/>
                </a:cubicBezTo>
                <a:cubicBezTo>
                  <a:pt x="2" y="72"/>
                  <a:pt x="3" y="73"/>
                  <a:pt x="3" y="74"/>
                </a:cubicBezTo>
                <a:cubicBezTo>
                  <a:pt x="3" y="74"/>
                  <a:pt x="3" y="74"/>
                  <a:pt x="3" y="75"/>
                </a:cubicBezTo>
                <a:cubicBezTo>
                  <a:pt x="5" y="76"/>
                  <a:pt x="5" y="78"/>
                  <a:pt x="6" y="80"/>
                </a:cubicBezTo>
                <a:cubicBezTo>
                  <a:pt x="7" y="79"/>
                  <a:pt x="7" y="81"/>
                  <a:pt x="8" y="80"/>
                </a:cubicBezTo>
                <a:cubicBezTo>
                  <a:pt x="8" y="78"/>
                  <a:pt x="7" y="79"/>
                  <a:pt x="7" y="76"/>
                </a:cubicBezTo>
                <a:cubicBezTo>
                  <a:pt x="7" y="76"/>
                  <a:pt x="7" y="76"/>
                  <a:pt x="7" y="75"/>
                </a:cubicBezTo>
                <a:cubicBezTo>
                  <a:pt x="7" y="76"/>
                  <a:pt x="7" y="76"/>
                  <a:pt x="7" y="76"/>
                </a:cubicBezTo>
                <a:cubicBezTo>
                  <a:pt x="8" y="76"/>
                  <a:pt x="8" y="77"/>
                  <a:pt x="8" y="77"/>
                </a:cubicBezTo>
                <a:cubicBezTo>
                  <a:pt x="9" y="78"/>
                  <a:pt x="10" y="80"/>
                  <a:pt x="11" y="81"/>
                </a:cubicBezTo>
                <a:cubicBezTo>
                  <a:pt x="11" y="84"/>
                  <a:pt x="12" y="86"/>
                  <a:pt x="13" y="88"/>
                </a:cubicBezTo>
                <a:cubicBezTo>
                  <a:pt x="16" y="89"/>
                  <a:pt x="18" y="91"/>
                  <a:pt x="22" y="90"/>
                </a:cubicBezTo>
                <a:cubicBezTo>
                  <a:pt x="23" y="92"/>
                  <a:pt x="23" y="93"/>
                  <a:pt x="24" y="94"/>
                </a:cubicBezTo>
                <a:cubicBezTo>
                  <a:pt x="25" y="93"/>
                  <a:pt x="26" y="94"/>
                  <a:pt x="27" y="94"/>
                </a:cubicBezTo>
                <a:cubicBezTo>
                  <a:pt x="27" y="95"/>
                  <a:pt x="28" y="96"/>
                  <a:pt x="29" y="97"/>
                </a:cubicBezTo>
                <a:cubicBezTo>
                  <a:pt x="29" y="97"/>
                  <a:pt x="29" y="97"/>
                  <a:pt x="29" y="98"/>
                </a:cubicBezTo>
                <a:cubicBezTo>
                  <a:pt x="31" y="98"/>
                  <a:pt x="32" y="101"/>
                  <a:pt x="34" y="101"/>
                </a:cubicBezTo>
                <a:cubicBezTo>
                  <a:pt x="34" y="101"/>
                  <a:pt x="34" y="99"/>
                  <a:pt x="35" y="99"/>
                </a:cubicBezTo>
                <a:cubicBezTo>
                  <a:pt x="35" y="101"/>
                  <a:pt x="36" y="102"/>
                  <a:pt x="36" y="104"/>
                </a:cubicBezTo>
                <a:cubicBezTo>
                  <a:pt x="36" y="105"/>
                  <a:pt x="35" y="104"/>
                  <a:pt x="35" y="105"/>
                </a:cubicBezTo>
                <a:cubicBezTo>
                  <a:pt x="35" y="108"/>
                  <a:pt x="34" y="108"/>
                  <a:pt x="34" y="110"/>
                </a:cubicBezTo>
                <a:cubicBezTo>
                  <a:pt x="33" y="113"/>
                  <a:pt x="35" y="115"/>
                  <a:pt x="34" y="117"/>
                </a:cubicBezTo>
                <a:cubicBezTo>
                  <a:pt x="34" y="118"/>
                  <a:pt x="36" y="118"/>
                  <a:pt x="36" y="119"/>
                </a:cubicBezTo>
                <a:cubicBezTo>
                  <a:pt x="36" y="119"/>
                  <a:pt x="35" y="119"/>
                  <a:pt x="34" y="119"/>
                </a:cubicBezTo>
                <a:cubicBezTo>
                  <a:pt x="34" y="121"/>
                  <a:pt x="35" y="122"/>
                  <a:pt x="35" y="123"/>
                </a:cubicBezTo>
                <a:cubicBezTo>
                  <a:pt x="76" y="123"/>
                  <a:pt x="76" y="123"/>
                  <a:pt x="76" y="123"/>
                </a:cubicBezTo>
                <a:cubicBezTo>
                  <a:pt x="76" y="123"/>
                  <a:pt x="76" y="122"/>
                  <a:pt x="77" y="122"/>
                </a:cubicBezTo>
                <a:cubicBezTo>
                  <a:pt x="77" y="120"/>
                  <a:pt x="77" y="120"/>
                  <a:pt x="77" y="119"/>
                </a:cubicBezTo>
                <a:cubicBezTo>
                  <a:pt x="77" y="117"/>
                  <a:pt x="77" y="116"/>
                  <a:pt x="76" y="115"/>
                </a:cubicBezTo>
                <a:cubicBezTo>
                  <a:pt x="76" y="114"/>
                  <a:pt x="75" y="115"/>
                  <a:pt x="74" y="115"/>
                </a:cubicBezTo>
                <a:cubicBezTo>
                  <a:pt x="74" y="114"/>
                  <a:pt x="72" y="113"/>
                  <a:pt x="71" y="112"/>
                </a:cubicBezTo>
                <a:cubicBezTo>
                  <a:pt x="70" y="112"/>
                  <a:pt x="69" y="112"/>
                  <a:pt x="68" y="112"/>
                </a:cubicBezTo>
                <a:cubicBezTo>
                  <a:pt x="67" y="111"/>
                  <a:pt x="65" y="112"/>
                  <a:pt x="64" y="110"/>
                </a:cubicBezTo>
                <a:cubicBezTo>
                  <a:pt x="63" y="110"/>
                  <a:pt x="62" y="110"/>
                  <a:pt x="62" y="109"/>
                </a:cubicBezTo>
                <a:cubicBezTo>
                  <a:pt x="63" y="107"/>
                  <a:pt x="61" y="101"/>
                  <a:pt x="57" y="103"/>
                </a:cubicBezTo>
                <a:cubicBezTo>
                  <a:pt x="56" y="102"/>
                  <a:pt x="55" y="101"/>
                  <a:pt x="55" y="99"/>
                </a:cubicBezTo>
                <a:cubicBezTo>
                  <a:pt x="53" y="98"/>
                  <a:pt x="51" y="97"/>
                  <a:pt x="49" y="96"/>
                </a:cubicBezTo>
                <a:cubicBezTo>
                  <a:pt x="49" y="96"/>
                  <a:pt x="49" y="97"/>
                  <a:pt x="48" y="97"/>
                </a:cubicBezTo>
                <a:cubicBezTo>
                  <a:pt x="48" y="95"/>
                  <a:pt x="46" y="95"/>
                  <a:pt x="45" y="93"/>
                </a:cubicBezTo>
                <a:cubicBezTo>
                  <a:pt x="44" y="93"/>
                  <a:pt x="44" y="94"/>
                  <a:pt x="44" y="95"/>
                </a:cubicBezTo>
                <a:cubicBezTo>
                  <a:pt x="43" y="94"/>
                  <a:pt x="43" y="93"/>
                  <a:pt x="42" y="93"/>
                </a:cubicBezTo>
                <a:cubicBezTo>
                  <a:pt x="41" y="94"/>
                  <a:pt x="41" y="94"/>
                  <a:pt x="40" y="94"/>
                </a:cubicBezTo>
                <a:cubicBezTo>
                  <a:pt x="39" y="96"/>
                  <a:pt x="37" y="97"/>
                  <a:pt x="36" y="98"/>
                </a:cubicBezTo>
                <a:cubicBezTo>
                  <a:pt x="37" y="97"/>
                  <a:pt x="36" y="96"/>
                  <a:pt x="35" y="96"/>
                </a:cubicBezTo>
                <a:cubicBezTo>
                  <a:pt x="34" y="97"/>
                  <a:pt x="33" y="98"/>
                  <a:pt x="32" y="98"/>
                </a:cubicBezTo>
                <a:cubicBezTo>
                  <a:pt x="31" y="96"/>
                  <a:pt x="32" y="93"/>
                  <a:pt x="32" y="90"/>
                </a:cubicBezTo>
                <a:cubicBezTo>
                  <a:pt x="31" y="89"/>
                  <a:pt x="29" y="89"/>
                  <a:pt x="27" y="89"/>
                </a:cubicBezTo>
                <a:cubicBezTo>
                  <a:pt x="28" y="87"/>
                  <a:pt x="29" y="85"/>
                  <a:pt x="28" y="82"/>
                </a:cubicBezTo>
                <a:cubicBezTo>
                  <a:pt x="27" y="83"/>
                  <a:pt x="26" y="83"/>
                  <a:pt x="24" y="82"/>
                </a:cubicBezTo>
                <a:cubicBezTo>
                  <a:pt x="24" y="84"/>
                  <a:pt x="24" y="86"/>
                  <a:pt x="23" y="86"/>
                </a:cubicBezTo>
                <a:cubicBezTo>
                  <a:pt x="18" y="87"/>
                  <a:pt x="21" y="78"/>
                  <a:pt x="20" y="75"/>
                </a:cubicBezTo>
                <a:cubicBezTo>
                  <a:pt x="21" y="74"/>
                  <a:pt x="22" y="73"/>
                  <a:pt x="23" y="73"/>
                </a:cubicBezTo>
                <a:cubicBezTo>
                  <a:pt x="25" y="72"/>
                  <a:pt x="26" y="74"/>
                  <a:pt x="28" y="74"/>
                </a:cubicBezTo>
                <a:cubicBezTo>
                  <a:pt x="28" y="73"/>
                  <a:pt x="28" y="73"/>
                  <a:pt x="28" y="73"/>
                </a:cubicBezTo>
                <a:cubicBezTo>
                  <a:pt x="30" y="73"/>
                  <a:pt x="33" y="72"/>
                  <a:pt x="33" y="74"/>
                </a:cubicBezTo>
                <a:cubicBezTo>
                  <a:pt x="33" y="77"/>
                  <a:pt x="34" y="78"/>
                  <a:pt x="36" y="78"/>
                </a:cubicBezTo>
                <a:cubicBezTo>
                  <a:pt x="36" y="76"/>
                  <a:pt x="36" y="75"/>
                  <a:pt x="36" y="74"/>
                </a:cubicBezTo>
                <a:cubicBezTo>
                  <a:pt x="36" y="73"/>
                  <a:pt x="35" y="72"/>
                  <a:pt x="35" y="71"/>
                </a:cubicBezTo>
                <a:cubicBezTo>
                  <a:pt x="36" y="68"/>
                  <a:pt x="37" y="66"/>
                  <a:pt x="40" y="66"/>
                </a:cubicBezTo>
                <a:cubicBezTo>
                  <a:pt x="40" y="64"/>
                  <a:pt x="40" y="64"/>
                  <a:pt x="40" y="63"/>
                </a:cubicBezTo>
                <a:cubicBezTo>
                  <a:pt x="41" y="63"/>
                  <a:pt x="42" y="63"/>
                  <a:pt x="42" y="62"/>
                </a:cubicBezTo>
                <a:cubicBezTo>
                  <a:pt x="41" y="60"/>
                  <a:pt x="43" y="60"/>
                  <a:pt x="43" y="57"/>
                </a:cubicBezTo>
                <a:cubicBezTo>
                  <a:pt x="44" y="57"/>
                  <a:pt x="45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8" y="51"/>
                  <a:pt x="50" y="51"/>
                  <a:pt x="52" y="50"/>
                </a:cubicBezTo>
                <a:cubicBezTo>
                  <a:pt x="52" y="51"/>
                  <a:pt x="51" y="51"/>
                  <a:pt x="51" y="52"/>
                </a:cubicBezTo>
                <a:cubicBezTo>
                  <a:pt x="52" y="51"/>
                  <a:pt x="54" y="50"/>
                  <a:pt x="55" y="49"/>
                </a:cubicBezTo>
                <a:cubicBezTo>
                  <a:pt x="54" y="48"/>
                  <a:pt x="52" y="49"/>
                  <a:pt x="52" y="46"/>
                </a:cubicBezTo>
                <a:cubicBezTo>
                  <a:pt x="53" y="45"/>
                  <a:pt x="54" y="45"/>
                  <a:pt x="55" y="45"/>
                </a:cubicBezTo>
                <a:cubicBezTo>
                  <a:pt x="55" y="43"/>
                  <a:pt x="54" y="44"/>
                  <a:pt x="54" y="42"/>
                </a:cubicBezTo>
                <a:cubicBezTo>
                  <a:pt x="56" y="44"/>
                  <a:pt x="59" y="40"/>
                  <a:pt x="60" y="41"/>
                </a:cubicBezTo>
                <a:cubicBezTo>
                  <a:pt x="59" y="43"/>
                  <a:pt x="57" y="45"/>
                  <a:pt x="56" y="47"/>
                </a:cubicBezTo>
                <a:cubicBezTo>
                  <a:pt x="58" y="48"/>
                  <a:pt x="58" y="47"/>
                  <a:pt x="60" y="47"/>
                </a:cubicBezTo>
                <a:cubicBezTo>
                  <a:pt x="60" y="48"/>
                  <a:pt x="59" y="49"/>
                  <a:pt x="60" y="49"/>
                </a:cubicBezTo>
                <a:cubicBezTo>
                  <a:pt x="60" y="48"/>
                  <a:pt x="62" y="49"/>
                  <a:pt x="63" y="49"/>
                </a:cubicBezTo>
                <a:cubicBezTo>
                  <a:pt x="63" y="48"/>
                  <a:pt x="62" y="46"/>
                  <a:pt x="63" y="46"/>
                </a:cubicBezTo>
                <a:cubicBezTo>
                  <a:pt x="61" y="45"/>
                  <a:pt x="61" y="44"/>
                  <a:pt x="60" y="43"/>
                </a:cubicBezTo>
                <a:cubicBezTo>
                  <a:pt x="61" y="40"/>
                  <a:pt x="61" y="40"/>
                  <a:pt x="60" y="37"/>
                </a:cubicBezTo>
                <a:cubicBezTo>
                  <a:pt x="60" y="36"/>
                  <a:pt x="59" y="37"/>
                  <a:pt x="58" y="37"/>
                </a:cubicBezTo>
                <a:cubicBezTo>
                  <a:pt x="59" y="34"/>
                  <a:pt x="57" y="34"/>
                  <a:pt x="56" y="32"/>
                </a:cubicBezTo>
                <a:cubicBezTo>
                  <a:pt x="57" y="32"/>
                  <a:pt x="57" y="31"/>
                  <a:pt x="57" y="31"/>
                </a:cubicBezTo>
                <a:cubicBezTo>
                  <a:pt x="55" y="30"/>
                  <a:pt x="56" y="26"/>
                  <a:pt x="54" y="26"/>
                </a:cubicBezTo>
                <a:cubicBezTo>
                  <a:pt x="53" y="27"/>
                  <a:pt x="54" y="28"/>
                  <a:pt x="53" y="28"/>
                </a:cubicBezTo>
                <a:cubicBezTo>
                  <a:pt x="52" y="28"/>
                  <a:pt x="51" y="29"/>
                  <a:pt x="50" y="28"/>
                </a:cubicBezTo>
                <a:cubicBezTo>
                  <a:pt x="50" y="26"/>
                  <a:pt x="50" y="25"/>
                  <a:pt x="50" y="23"/>
                </a:cubicBezTo>
                <a:cubicBezTo>
                  <a:pt x="48" y="24"/>
                  <a:pt x="49" y="22"/>
                  <a:pt x="47" y="22"/>
                </a:cubicBezTo>
                <a:cubicBezTo>
                  <a:pt x="46" y="23"/>
                  <a:pt x="46" y="21"/>
                  <a:pt x="45" y="21"/>
                </a:cubicBezTo>
                <a:cubicBezTo>
                  <a:pt x="44" y="21"/>
                  <a:pt x="44" y="22"/>
                  <a:pt x="43" y="22"/>
                </a:cubicBezTo>
                <a:cubicBezTo>
                  <a:pt x="43" y="26"/>
                  <a:pt x="42" y="29"/>
                  <a:pt x="42" y="32"/>
                </a:cubicBezTo>
                <a:cubicBezTo>
                  <a:pt x="42" y="33"/>
                  <a:pt x="40" y="31"/>
                  <a:pt x="40" y="32"/>
                </a:cubicBezTo>
                <a:cubicBezTo>
                  <a:pt x="40" y="34"/>
                  <a:pt x="41" y="33"/>
                  <a:pt x="42" y="33"/>
                </a:cubicBezTo>
                <a:cubicBezTo>
                  <a:pt x="40" y="34"/>
                  <a:pt x="40" y="37"/>
                  <a:pt x="40" y="39"/>
                </a:cubicBezTo>
                <a:cubicBezTo>
                  <a:pt x="39" y="38"/>
                  <a:pt x="39" y="35"/>
                  <a:pt x="38" y="33"/>
                </a:cubicBezTo>
                <a:cubicBezTo>
                  <a:pt x="37" y="32"/>
                  <a:pt x="37" y="34"/>
                  <a:pt x="36" y="34"/>
                </a:cubicBezTo>
                <a:cubicBezTo>
                  <a:pt x="36" y="32"/>
                  <a:pt x="36" y="33"/>
                  <a:pt x="35" y="33"/>
                </a:cubicBezTo>
                <a:cubicBezTo>
                  <a:pt x="34" y="32"/>
                  <a:pt x="32" y="31"/>
                  <a:pt x="30" y="30"/>
                </a:cubicBezTo>
                <a:cubicBezTo>
                  <a:pt x="31" y="28"/>
                  <a:pt x="29" y="29"/>
                  <a:pt x="29" y="27"/>
                </a:cubicBezTo>
                <a:cubicBezTo>
                  <a:pt x="30" y="27"/>
                  <a:pt x="30" y="26"/>
                  <a:pt x="30" y="25"/>
                </a:cubicBezTo>
                <a:cubicBezTo>
                  <a:pt x="31" y="25"/>
                  <a:pt x="32" y="23"/>
                  <a:pt x="33" y="22"/>
                </a:cubicBezTo>
                <a:cubicBezTo>
                  <a:pt x="34" y="20"/>
                  <a:pt x="35" y="19"/>
                  <a:pt x="37" y="18"/>
                </a:cubicBezTo>
                <a:cubicBezTo>
                  <a:pt x="37" y="18"/>
                  <a:pt x="36" y="17"/>
                  <a:pt x="36" y="17"/>
                </a:cubicBezTo>
                <a:cubicBezTo>
                  <a:pt x="39" y="16"/>
                  <a:pt x="41" y="15"/>
                  <a:pt x="42" y="15"/>
                </a:cubicBezTo>
                <a:cubicBezTo>
                  <a:pt x="42" y="13"/>
                  <a:pt x="42" y="11"/>
                  <a:pt x="43" y="10"/>
                </a:cubicBezTo>
                <a:cubicBezTo>
                  <a:pt x="42" y="9"/>
                  <a:pt x="41" y="9"/>
                  <a:pt x="41" y="9"/>
                </a:cubicBezTo>
                <a:cubicBezTo>
                  <a:pt x="42" y="8"/>
                  <a:pt x="44" y="9"/>
                  <a:pt x="44" y="9"/>
                </a:cubicBezTo>
                <a:cubicBezTo>
                  <a:pt x="45" y="8"/>
                  <a:pt x="46" y="10"/>
                  <a:pt x="48" y="9"/>
                </a:cubicBezTo>
                <a:cubicBezTo>
                  <a:pt x="47" y="12"/>
                  <a:pt x="50" y="11"/>
                  <a:pt x="49" y="13"/>
                </a:cubicBezTo>
                <a:cubicBezTo>
                  <a:pt x="49" y="16"/>
                  <a:pt x="45" y="15"/>
                  <a:pt x="44" y="18"/>
                </a:cubicBezTo>
                <a:cubicBezTo>
                  <a:pt x="45" y="19"/>
                  <a:pt x="46" y="19"/>
                  <a:pt x="48" y="19"/>
                </a:cubicBezTo>
                <a:cubicBezTo>
                  <a:pt x="51" y="21"/>
                  <a:pt x="52" y="24"/>
                  <a:pt x="55" y="24"/>
                </a:cubicBezTo>
                <a:cubicBezTo>
                  <a:pt x="54" y="22"/>
                  <a:pt x="56" y="22"/>
                  <a:pt x="55" y="19"/>
                </a:cubicBezTo>
                <a:cubicBezTo>
                  <a:pt x="55" y="18"/>
                  <a:pt x="54" y="17"/>
                  <a:pt x="54" y="16"/>
                </a:cubicBezTo>
                <a:cubicBezTo>
                  <a:pt x="56" y="16"/>
                  <a:pt x="56" y="18"/>
                  <a:pt x="57" y="18"/>
                </a:cubicBezTo>
                <a:cubicBezTo>
                  <a:pt x="57" y="17"/>
                  <a:pt x="57" y="16"/>
                  <a:pt x="58" y="16"/>
                </a:cubicBezTo>
                <a:cubicBezTo>
                  <a:pt x="58" y="15"/>
                  <a:pt x="59" y="14"/>
                  <a:pt x="59" y="13"/>
                </a:cubicBezTo>
                <a:cubicBezTo>
                  <a:pt x="58" y="14"/>
                  <a:pt x="58" y="12"/>
                  <a:pt x="58" y="12"/>
                </a:cubicBezTo>
                <a:cubicBezTo>
                  <a:pt x="56" y="12"/>
                  <a:pt x="55" y="11"/>
                  <a:pt x="54" y="10"/>
                </a:cubicBezTo>
                <a:cubicBezTo>
                  <a:pt x="54" y="9"/>
                  <a:pt x="55" y="10"/>
                  <a:pt x="55" y="9"/>
                </a:cubicBezTo>
                <a:cubicBezTo>
                  <a:pt x="55" y="7"/>
                  <a:pt x="54" y="7"/>
                  <a:pt x="54" y="5"/>
                </a:cubicBezTo>
                <a:cubicBezTo>
                  <a:pt x="52" y="5"/>
                  <a:pt x="51" y="5"/>
                  <a:pt x="50" y="5"/>
                </a:cubicBezTo>
                <a:cubicBezTo>
                  <a:pt x="50" y="4"/>
                  <a:pt x="49" y="4"/>
                  <a:pt x="49" y="3"/>
                </a:cubicBezTo>
                <a:cubicBezTo>
                  <a:pt x="47" y="3"/>
                  <a:pt x="46" y="3"/>
                  <a:pt x="45" y="3"/>
                </a:cubicBezTo>
                <a:cubicBezTo>
                  <a:pt x="45" y="1"/>
                  <a:pt x="42" y="1"/>
                  <a:pt x="41" y="3"/>
                </a:cubicBezTo>
                <a:cubicBezTo>
                  <a:pt x="41" y="1"/>
                  <a:pt x="41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9" y="1"/>
                  <a:pt x="39" y="1"/>
                  <a:pt x="38" y="2"/>
                </a:cubicBezTo>
                <a:close/>
                <a:moveTo>
                  <a:pt x="58" y="37"/>
                </a:moveTo>
                <a:cubicBezTo>
                  <a:pt x="58" y="37"/>
                  <a:pt x="58" y="38"/>
                  <a:pt x="58" y="38"/>
                </a:cubicBezTo>
                <a:cubicBezTo>
                  <a:pt x="57" y="37"/>
                  <a:pt x="58" y="37"/>
                  <a:pt x="58" y="37"/>
                </a:cubicBezTo>
                <a:close/>
                <a:moveTo>
                  <a:pt x="5" y="71"/>
                </a:moveTo>
                <a:cubicBezTo>
                  <a:pt x="5" y="71"/>
                  <a:pt x="5" y="71"/>
                  <a:pt x="5" y="71"/>
                </a:cubicBezTo>
                <a:cubicBezTo>
                  <a:pt x="5" y="72"/>
                  <a:pt x="5" y="72"/>
                  <a:pt x="5" y="71"/>
                </a:cubicBezTo>
                <a:close/>
                <a:moveTo>
                  <a:pt x="5" y="72"/>
                </a:moveTo>
                <a:cubicBezTo>
                  <a:pt x="6" y="72"/>
                  <a:pt x="6" y="74"/>
                  <a:pt x="7" y="74"/>
                </a:cubicBezTo>
                <a:cubicBezTo>
                  <a:pt x="6" y="75"/>
                  <a:pt x="5" y="74"/>
                  <a:pt x="5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Freeform 81"/>
          <p:cNvSpPr>
            <a:spLocks noEditPoints="1"/>
          </p:cNvSpPr>
          <p:nvPr>
            <p:custDataLst>
              <p:tags r:id="rId58"/>
            </p:custDataLst>
          </p:nvPr>
        </p:nvSpPr>
        <p:spPr bwMode="auto">
          <a:xfrm>
            <a:off x="763969" y="5391358"/>
            <a:ext cx="46038" cy="34925"/>
          </a:xfrm>
          <a:custGeom>
            <a:avLst/>
            <a:gdLst>
              <a:gd name="T0" fmla="*/ 21 w 26"/>
              <a:gd name="T1" fmla="*/ 4 h 20"/>
              <a:gd name="T2" fmla="*/ 26 w 26"/>
              <a:gd name="T3" fmla="*/ 1 h 20"/>
              <a:gd name="T4" fmla="*/ 25 w 26"/>
              <a:gd name="T5" fmla="*/ 0 h 20"/>
              <a:gd name="T6" fmla="*/ 3 w 26"/>
              <a:gd name="T7" fmla="*/ 15 h 20"/>
              <a:gd name="T8" fmla="*/ 6 w 26"/>
              <a:gd name="T9" fmla="*/ 17 h 20"/>
              <a:gd name="T10" fmla="*/ 6 w 26"/>
              <a:gd name="T11" fmla="*/ 17 h 20"/>
              <a:gd name="T12" fmla="*/ 6 w 26"/>
              <a:gd name="T13" fmla="*/ 17 h 20"/>
              <a:gd name="T14" fmla="*/ 2 w 26"/>
              <a:gd name="T15" fmla="*/ 16 h 20"/>
              <a:gd name="T16" fmla="*/ 0 w 26"/>
              <a:gd name="T17" fmla="*/ 18 h 20"/>
              <a:gd name="T18" fmla="*/ 1 w 26"/>
              <a:gd name="T19" fmla="*/ 19 h 20"/>
              <a:gd name="T20" fmla="*/ 3 w 26"/>
              <a:gd name="T21" fmla="*/ 19 h 20"/>
              <a:gd name="T22" fmla="*/ 9 w 26"/>
              <a:gd name="T23" fmla="*/ 17 h 20"/>
              <a:gd name="T24" fmla="*/ 11 w 26"/>
              <a:gd name="T25" fmla="*/ 16 h 20"/>
              <a:gd name="T26" fmla="*/ 9 w 26"/>
              <a:gd name="T27" fmla="*/ 15 h 20"/>
              <a:gd name="T28" fmla="*/ 12 w 26"/>
              <a:gd name="T29" fmla="*/ 15 h 20"/>
              <a:gd name="T30" fmla="*/ 14 w 26"/>
              <a:gd name="T31" fmla="*/ 11 h 20"/>
              <a:gd name="T32" fmla="*/ 14 w 26"/>
              <a:gd name="T33" fmla="*/ 10 h 20"/>
              <a:gd name="T34" fmla="*/ 18 w 26"/>
              <a:gd name="T35" fmla="*/ 8 h 20"/>
              <a:gd name="T36" fmla="*/ 19 w 26"/>
              <a:gd name="T37" fmla="*/ 8 h 20"/>
              <a:gd name="T38" fmla="*/ 19 w 26"/>
              <a:gd name="T39" fmla="*/ 7 h 20"/>
              <a:gd name="T40" fmla="*/ 20 w 26"/>
              <a:gd name="T41" fmla="*/ 6 h 20"/>
              <a:gd name="T42" fmla="*/ 21 w 26"/>
              <a:gd name="T43" fmla="*/ 6 h 20"/>
              <a:gd name="T44" fmla="*/ 22 w 26"/>
              <a:gd name="T45" fmla="*/ 6 h 20"/>
              <a:gd name="T46" fmla="*/ 21 w 26"/>
              <a:gd name="T47" fmla="*/ 4 h 20"/>
              <a:gd name="T48" fmla="*/ 7 w 26"/>
              <a:gd name="T49" fmla="*/ 17 h 20"/>
              <a:gd name="T50" fmla="*/ 8 w 26"/>
              <a:gd name="T51" fmla="*/ 17 h 20"/>
              <a:gd name="T52" fmla="*/ 7 w 26"/>
              <a:gd name="T53" fmla="*/ 17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" h="20">
                <a:moveTo>
                  <a:pt x="21" y="4"/>
                </a:moveTo>
                <a:cubicBezTo>
                  <a:pt x="23" y="3"/>
                  <a:pt x="26" y="4"/>
                  <a:pt x="26" y="1"/>
                </a:cubicBezTo>
                <a:cubicBezTo>
                  <a:pt x="26" y="1"/>
                  <a:pt x="25" y="1"/>
                  <a:pt x="25" y="0"/>
                </a:cubicBezTo>
                <a:cubicBezTo>
                  <a:pt x="17" y="5"/>
                  <a:pt x="10" y="9"/>
                  <a:pt x="3" y="15"/>
                </a:cubicBezTo>
                <a:cubicBezTo>
                  <a:pt x="4" y="15"/>
                  <a:pt x="5" y="16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6" y="17"/>
                  <a:pt x="6" y="17"/>
                  <a:pt x="6" y="17"/>
                </a:cubicBezTo>
                <a:cubicBezTo>
                  <a:pt x="4" y="17"/>
                  <a:pt x="3" y="17"/>
                  <a:pt x="2" y="16"/>
                </a:cubicBezTo>
                <a:cubicBezTo>
                  <a:pt x="1" y="17"/>
                  <a:pt x="1" y="17"/>
                  <a:pt x="0" y="18"/>
                </a:cubicBezTo>
                <a:cubicBezTo>
                  <a:pt x="1" y="18"/>
                  <a:pt x="1" y="18"/>
                  <a:pt x="1" y="19"/>
                </a:cubicBezTo>
                <a:cubicBezTo>
                  <a:pt x="2" y="19"/>
                  <a:pt x="3" y="19"/>
                  <a:pt x="3" y="19"/>
                </a:cubicBezTo>
                <a:cubicBezTo>
                  <a:pt x="6" y="19"/>
                  <a:pt x="8" y="20"/>
                  <a:pt x="9" y="17"/>
                </a:cubicBezTo>
                <a:cubicBezTo>
                  <a:pt x="10" y="17"/>
                  <a:pt x="11" y="17"/>
                  <a:pt x="11" y="16"/>
                </a:cubicBezTo>
                <a:cubicBezTo>
                  <a:pt x="11" y="15"/>
                  <a:pt x="9" y="16"/>
                  <a:pt x="9" y="15"/>
                </a:cubicBezTo>
                <a:cubicBezTo>
                  <a:pt x="10" y="15"/>
                  <a:pt x="11" y="15"/>
                  <a:pt x="12" y="15"/>
                </a:cubicBezTo>
                <a:cubicBezTo>
                  <a:pt x="12" y="13"/>
                  <a:pt x="14" y="13"/>
                  <a:pt x="14" y="11"/>
                </a:cubicBezTo>
                <a:cubicBezTo>
                  <a:pt x="14" y="10"/>
                  <a:pt x="14" y="10"/>
                  <a:pt x="14" y="10"/>
                </a:cubicBezTo>
                <a:cubicBezTo>
                  <a:pt x="16" y="10"/>
                  <a:pt x="16" y="8"/>
                  <a:pt x="18" y="8"/>
                </a:cubicBezTo>
                <a:cubicBezTo>
                  <a:pt x="18" y="8"/>
                  <a:pt x="18" y="8"/>
                  <a:pt x="19" y="8"/>
                </a:cubicBezTo>
                <a:cubicBezTo>
                  <a:pt x="19" y="7"/>
                  <a:pt x="19" y="7"/>
                  <a:pt x="19" y="7"/>
                </a:cubicBezTo>
                <a:cubicBezTo>
                  <a:pt x="20" y="7"/>
                  <a:pt x="20" y="6"/>
                  <a:pt x="20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22" y="6"/>
                  <a:pt x="21" y="6"/>
                  <a:pt x="22" y="6"/>
                </a:cubicBezTo>
                <a:cubicBezTo>
                  <a:pt x="22" y="5"/>
                  <a:pt x="21" y="4"/>
                  <a:pt x="21" y="4"/>
                </a:cubicBezTo>
                <a:close/>
                <a:moveTo>
                  <a:pt x="7" y="17"/>
                </a:moveTo>
                <a:cubicBezTo>
                  <a:pt x="7" y="17"/>
                  <a:pt x="8" y="17"/>
                  <a:pt x="8" y="17"/>
                </a:cubicBezTo>
                <a:cubicBezTo>
                  <a:pt x="8" y="17"/>
                  <a:pt x="8" y="17"/>
                  <a:pt x="7" y="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Freeform 82"/>
          <p:cNvSpPr/>
          <p:nvPr>
            <p:custDataLst>
              <p:tags r:id="rId59"/>
            </p:custDataLst>
          </p:nvPr>
        </p:nvSpPr>
        <p:spPr bwMode="auto">
          <a:xfrm>
            <a:off x="1057657" y="5573921"/>
            <a:ext cx="3175" cy="6350"/>
          </a:xfrm>
          <a:custGeom>
            <a:avLst/>
            <a:gdLst>
              <a:gd name="T0" fmla="*/ 1 w 2"/>
              <a:gd name="T1" fmla="*/ 4 h 4"/>
              <a:gd name="T2" fmla="*/ 2 w 2"/>
              <a:gd name="T3" fmla="*/ 1 h 4"/>
              <a:gd name="T4" fmla="*/ 1 w 2"/>
              <a:gd name="T5" fmla="*/ 0 h 4"/>
              <a:gd name="T6" fmla="*/ 1 w 2"/>
              <a:gd name="T7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4">
                <a:moveTo>
                  <a:pt x="1" y="4"/>
                </a:moveTo>
                <a:cubicBezTo>
                  <a:pt x="2" y="3"/>
                  <a:pt x="2" y="2"/>
                  <a:pt x="2" y="1"/>
                </a:cubicBezTo>
                <a:cubicBezTo>
                  <a:pt x="2" y="0"/>
                  <a:pt x="1" y="0"/>
                  <a:pt x="1" y="0"/>
                </a:cubicBezTo>
                <a:cubicBezTo>
                  <a:pt x="0" y="2"/>
                  <a:pt x="0" y="1"/>
                  <a:pt x="1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Freeform 83"/>
          <p:cNvSpPr/>
          <p:nvPr>
            <p:custDataLst>
              <p:tags r:id="rId60"/>
            </p:custDataLst>
          </p:nvPr>
        </p:nvSpPr>
        <p:spPr bwMode="auto">
          <a:xfrm>
            <a:off x="916369" y="5535821"/>
            <a:ext cx="4763" cy="3175"/>
          </a:xfrm>
          <a:custGeom>
            <a:avLst/>
            <a:gdLst>
              <a:gd name="T0" fmla="*/ 0 w 3"/>
              <a:gd name="T1" fmla="*/ 0 h 2"/>
              <a:gd name="T2" fmla="*/ 3 w 3"/>
              <a:gd name="T3" fmla="*/ 2 h 2"/>
              <a:gd name="T4" fmla="*/ 1 w 3"/>
              <a:gd name="T5" fmla="*/ 0 h 2"/>
              <a:gd name="T6" fmla="*/ 0 w 3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2"/>
                  <a:pt x="2" y="1"/>
                  <a:pt x="3" y="2"/>
                </a:cubicBezTo>
                <a:cubicBezTo>
                  <a:pt x="3" y="0"/>
                  <a:pt x="2" y="0"/>
                  <a:pt x="1" y="0"/>
                </a:cubicBezTo>
                <a:cubicBezTo>
                  <a:pt x="1" y="0"/>
                  <a:pt x="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Freeform 84"/>
          <p:cNvSpPr/>
          <p:nvPr>
            <p:custDataLst>
              <p:tags r:id="rId61"/>
            </p:custDataLst>
          </p:nvPr>
        </p:nvSpPr>
        <p:spPr bwMode="auto">
          <a:xfrm>
            <a:off x="868744" y="5472321"/>
            <a:ext cx="14288" cy="26988"/>
          </a:xfrm>
          <a:custGeom>
            <a:avLst/>
            <a:gdLst>
              <a:gd name="T0" fmla="*/ 6 w 8"/>
              <a:gd name="T1" fmla="*/ 9 h 15"/>
              <a:gd name="T2" fmla="*/ 5 w 8"/>
              <a:gd name="T3" fmla="*/ 3 h 15"/>
              <a:gd name="T4" fmla="*/ 3 w 8"/>
              <a:gd name="T5" fmla="*/ 2 h 15"/>
              <a:gd name="T6" fmla="*/ 5 w 8"/>
              <a:gd name="T7" fmla="*/ 0 h 15"/>
              <a:gd name="T8" fmla="*/ 1 w 8"/>
              <a:gd name="T9" fmla="*/ 1 h 15"/>
              <a:gd name="T10" fmla="*/ 1 w 8"/>
              <a:gd name="T11" fmla="*/ 7 h 15"/>
              <a:gd name="T12" fmla="*/ 3 w 8"/>
              <a:gd name="T13" fmla="*/ 8 h 15"/>
              <a:gd name="T14" fmla="*/ 1 w 8"/>
              <a:gd name="T15" fmla="*/ 10 h 15"/>
              <a:gd name="T16" fmla="*/ 2 w 8"/>
              <a:gd name="T17" fmla="*/ 14 h 15"/>
              <a:gd name="T18" fmla="*/ 0 w 8"/>
              <a:gd name="T19" fmla="*/ 15 h 15"/>
              <a:gd name="T20" fmla="*/ 6 w 8"/>
              <a:gd name="T21" fmla="*/ 15 h 15"/>
              <a:gd name="T22" fmla="*/ 8 w 8"/>
              <a:gd name="T23" fmla="*/ 10 h 15"/>
              <a:gd name="T24" fmla="*/ 6 w 8"/>
              <a:gd name="T25" fmla="*/ 9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8" h="15">
                <a:moveTo>
                  <a:pt x="6" y="9"/>
                </a:moveTo>
                <a:cubicBezTo>
                  <a:pt x="7" y="6"/>
                  <a:pt x="3" y="5"/>
                  <a:pt x="5" y="3"/>
                </a:cubicBezTo>
                <a:cubicBezTo>
                  <a:pt x="4" y="3"/>
                  <a:pt x="4" y="2"/>
                  <a:pt x="3" y="2"/>
                </a:cubicBezTo>
                <a:cubicBezTo>
                  <a:pt x="4" y="1"/>
                  <a:pt x="5" y="1"/>
                  <a:pt x="5" y="0"/>
                </a:cubicBezTo>
                <a:cubicBezTo>
                  <a:pt x="3" y="0"/>
                  <a:pt x="2" y="0"/>
                  <a:pt x="1" y="1"/>
                </a:cubicBezTo>
                <a:cubicBezTo>
                  <a:pt x="2" y="3"/>
                  <a:pt x="1" y="4"/>
                  <a:pt x="1" y="7"/>
                </a:cubicBezTo>
                <a:cubicBezTo>
                  <a:pt x="2" y="7"/>
                  <a:pt x="2" y="8"/>
                  <a:pt x="3" y="8"/>
                </a:cubicBezTo>
                <a:cubicBezTo>
                  <a:pt x="3" y="9"/>
                  <a:pt x="2" y="10"/>
                  <a:pt x="1" y="10"/>
                </a:cubicBezTo>
                <a:cubicBezTo>
                  <a:pt x="1" y="12"/>
                  <a:pt x="1" y="13"/>
                  <a:pt x="2" y="14"/>
                </a:cubicBezTo>
                <a:cubicBezTo>
                  <a:pt x="1" y="14"/>
                  <a:pt x="0" y="14"/>
                  <a:pt x="0" y="15"/>
                </a:cubicBezTo>
                <a:cubicBezTo>
                  <a:pt x="2" y="15"/>
                  <a:pt x="4" y="15"/>
                  <a:pt x="6" y="15"/>
                </a:cubicBezTo>
                <a:cubicBezTo>
                  <a:pt x="6" y="13"/>
                  <a:pt x="6" y="11"/>
                  <a:pt x="8" y="10"/>
                </a:cubicBezTo>
                <a:cubicBezTo>
                  <a:pt x="7" y="10"/>
                  <a:pt x="7" y="9"/>
                  <a:pt x="6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Freeform 85"/>
          <p:cNvSpPr>
            <a:spLocks noEditPoints="1"/>
          </p:cNvSpPr>
          <p:nvPr>
            <p:custDataLst>
              <p:tags r:id="rId62"/>
            </p:custDataLst>
          </p:nvPr>
        </p:nvSpPr>
        <p:spPr bwMode="auto">
          <a:xfrm>
            <a:off x="851282" y="5410408"/>
            <a:ext cx="247650" cy="230188"/>
          </a:xfrm>
          <a:custGeom>
            <a:avLst/>
            <a:gdLst>
              <a:gd name="T0" fmla="*/ 137 w 141"/>
              <a:gd name="T1" fmla="*/ 40 h 131"/>
              <a:gd name="T2" fmla="*/ 109 w 141"/>
              <a:gd name="T3" fmla="*/ 8 h 131"/>
              <a:gd name="T4" fmla="*/ 105 w 141"/>
              <a:gd name="T5" fmla="*/ 2 h 131"/>
              <a:gd name="T6" fmla="*/ 97 w 141"/>
              <a:gd name="T7" fmla="*/ 4 h 131"/>
              <a:gd name="T8" fmla="*/ 85 w 141"/>
              <a:gd name="T9" fmla="*/ 7 h 131"/>
              <a:gd name="T10" fmla="*/ 79 w 141"/>
              <a:gd name="T11" fmla="*/ 11 h 131"/>
              <a:gd name="T12" fmla="*/ 73 w 141"/>
              <a:gd name="T13" fmla="*/ 11 h 131"/>
              <a:gd name="T14" fmla="*/ 60 w 141"/>
              <a:gd name="T15" fmla="*/ 18 h 131"/>
              <a:gd name="T16" fmla="*/ 50 w 141"/>
              <a:gd name="T17" fmla="*/ 23 h 131"/>
              <a:gd name="T18" fmla="*/ 50 w 141"/>
              <a:gd name="T19" fmla="*/ 23 h 131"/>
              <a:gd name="T20" fmla="*/ 37 w 141"/>
              <a:gd name="T21" fmla="*/ 13 h 131"/>
              <a:gd name="T22" fmla="*/ 25 w 141"/>
              <a:gd name="T23" fmla="*/ 26 h 131"/>
              <a:gd name="T24" fmla="*/ 21 w 141"/>
              <a:gd name="T25" fmla="*/ 38 h 131"/>
              <a:gd name="T26" fmla="*/ 20 w 141"/>
              <a:gd name="T27" fmla="*/ 45 h 131"/>
              <a:gd name="T28" fmla="*/ 13 w 141"/>
              <a:gd name="T29" fmla="*/ 53 h 131"/>
              <a:gd name="T30" fmla="*/ 14 w 141"/>
              <a:gd name="T31" fmla="*/ 61 h 131"/>
              <a:gd name="T32" fmla="*/ 11 w 141"/>
              <a:gd name="T33" fmla="*/ 71 h 131"/>
              <a:gd name="T34" fmla="*/ 24 w 141"/>
              <a:gd name="T35" fmla="*/ 60 h 131"/>
              <a:gd name="T36" fmla="*/ 25 w 141"/>
              <a:gd name="T37" fmla="*/ 62 h 131"/>
              <a:gd name="T38" fmla="*/ 30 w 141"/>
              <a:gd name="T39" fmla="*/ 70 h 131"/>
              <a:gd name="T40" fmla="*/ 29 w 141"/>
              <a:gd name="T41" fmla="*/ 59 h 131"/>
              <a:gd name="T42" fmla="*/ 35 w 141"/>
              <a:gd name="T43" fmla="*/ 70 h 131"/>
              <a:gd name="T44" fmla="*/ 39 w 141"/>
              <a:gd name="T45" fmla="*/ 69 h 131"/>
              <a:gd name="T46" fmla="*/ 48 w 141"/>
              <a:gd name="T47" fmla="*/ 71 h 131"/>
              <a:gd name="T48" fmla="*/ 34 w 141"/>
              <a:gd name="T49" fmla="*/ 79 h 131"/>
              <a:gd name="T50" fmla="*/ 20 w 141"/>
              <a:gd name="T51" fmla="*/ 71 h 131"/>
              <a:gd name="T52" fmla="*/ 6 w 141"/>
              <a:gd name="T53" fmla="*/ 81 h 131"/>
              <a:gd name="T54" fmla="*/ 3 w 141"/>
              <a:gd name="T55" fmla="*/ 110 h 131"/>
              <a:gd name="T56" fmla="*/ 18 w 141"/>
              <a:gd name="T57" fmla="*/ 113 h 131"/>
              <a:gd name="T58" fmla="*/ 26 w 141"/>
              <a:gd name="T59" fmla="*/ 128 h 131"/>
              <a:gd name="T60" fmla="*/ 55 w 141"/>
              <a:gd name="T61" fmla="*/ 120 h 131"/>
              <a:gd name="T62" fmla="*/ 60 w 141"/>
              <a:gd name="T63" fmla="*/ 104 h 131"/>
              <a:gd name="T64" fmla="*/ 49 w 141"/>
              <a:gd name="T65" fmla="*/ 89 h 131"/>
              <a:gd name="T66" fmla="*/ 58 w 141"/>
              <a:gd name="T67" fmla="*/ 102 h 131"/>
              <a:gd name="T68" fmla="*/ 72 w 141"/>
              <a:gd name="T69" fmla="*/ 90 h 131"/>
              <a:gd name="T70" fmla="*/ 63 w 141"/>
              <a:gd name="T71" fmla="*/ 80 h 131"/>
              <a:gd name="T72" fmla="*/ 75 w 141"/>
              <a:gd name="T73" fmla="*/ 86 h 131"/>
              <a:gd name="T74" fmla="*/ 83 w 141"/>
              <a:gd name="T75" fmla="*/ 92 h 131"/>
              <a:gd name="T76" fmla="*/ 87 w 141"/>
              <a:gd name="T77" fmla="*/ 107 h 131"/>
              <a:gd name="T78" fmla="*/ 93 w 141"/>
              <a:gd name="T79" fmla="*/ 97 h 131"/>
              <a:gd name="T80" fmla="*/ 103 w 141"/>
              <a:gd name="T81" fmla="*/ 95 h 131"/>
              <a:gd name="T82" fmla="*/ 109 w 141"/>
              <a:gd name="T83" fmla="*/ 104 h 131"/>
              <a:gd name="T84" fmla="*/ 113 w 141"/>
              <a:gd name="T85" fmla="*/ 109 h 131"/>
              <a:gd name="T86" fmla="*/ 114 w 141"/>
              <a:gd name="T87" fmla="*/ 107 h 131"/>
              <a:gd name="T88" fmla="*/ 119 w 141"/>
              <a:gd name="T89" fmla="*/ 93 h 131"/>
              <a:gd name="T90" fmla="*/ 129 w 141"/>
              <a:gd name="T91" fmla="*/ 77 h 131"/>
              <a:gd name="T92" fmla="*/ 128 w 141"/>
              <a:gd name="T93" fmla="*/ 69 h 131"/>
              <a:gd name="T94" fmla="*/ 134 w 141"/>
              <a:gd name="T95" fmla="*/ 62 h 131"/>
              <a:gd name="T96" fmla="*/ 140 w 141"/>
              <a:gd name="T97" fmla="*/ 47 h 131"/>
              <a:gd name="T98" fmla="*/ 33 w 141"/>
              <a:gd name="T99" fmla="*/ 42 h 131"/>
              <a:gd name="T100" fmla="*/ 27 w 141"/>
              <a:gd name="T101" fmla="*/ 42 h 131"/>
              <a:gd name="T102" fmla="*/ 31 w 141"/>
              <a:gd name="T103" fmla="*/ 33 h 131"/>
              <a:gd name="T104" fmla="*/ 37 w 141"/>
              <a:gd name="T105" fmla="*/ 33 h 131"/>
              <a:gd name="T106" fmla="*/ 41 w 141"/>
              <a:gd name="T107" fmla="*/ 17 h 131"/>
              <a:gd name="T108" fmla="*/ 49 w 141"/>
              <a:gd name="T109" fmla="*/ 83 h 131"/>
              <a:gd name="T110" fmla="*/ 49 w 141"/>
              <a:gd name="T111" fmla="*/ 26 h 131"/>
              <a:gd name="T112" fmla="*/ 77 w 141"/>
              <a:gd name="T113" fmla="*/ 17 h 131"/>
              <a:gd name="T114" fmla="*/ 104 w 141"/>
              <a:gd name="T115" fmla="*/ 10 h 131"/>
              <a:gd name="T116" fmla="*/ 106 w 141"/>
              <a:gd name="T117" fmla="*/ 8 h 131"/>
              <a:gd name="T118" fmla="*/ 126 w 141"/>
              <a:gd name="T119" fmla="*/ 68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1" h="131">
                <a:moveTo>
                  <a:pt x="140" y="47"/>
                </a:moveTo>
                <a:cubicBezTo>
                  <a:pt x="140" y="46"/>
                  <a:pt x="139" y="44"/>
                  <a:pt x="138" y="43"/>
                </a:cubicBezTo>
                <a:cubicBezTo>
                  <a:pt x="137" y="43"/>
                  <a:pt x="136" y="44"/>
                  <a:pt x="135" y="42"/>
                </a:cubicBezTo>
                <a:cubicBezTo>
                  <a:pt x="136" y="41"/>
                  <a:pt x="136" y="41"/>
                  <a:pt x="137" y="40"/>
                </a:cubicBezTo>
                <a:cubicBezTo>
                  <a:pt x="131" y="29"/>
                  <a:pt x="124" y="19"/>
                  <a:pt x="115" y="10"/>
                </a:cubicBezTo>
                <a:cubicBezTo>
                  <a:pt x="114" y="10"/>
                  <a:pt x="113" y="9"/>
                  <a:pt x="112" y="9"/>
                </a:cubicBezTo>
                <a:cubicBezTo>
                  <a:pt x="111" y="9"/>
                  <a:pt x="111" y="9"/>
                  <a:pt x="110" y="9"/>
                </a:cubicBezTo>
                <a:cubicBezTo>
                  <a:pt x="110" y="9"/>
                  <a:pt x="109" y="9"/>
                  <a:pt x="109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7"/>
                  <a:pt x="107" y="7"/>
                  <a:pt x="107" y="7"/>
                </a:cubicBezTo>
                <a:cubicBezTo>
                  <a:pt x="107" y="6"/>
                  <a:pt x="107" y="6"/>
                  <a:pt x="107" y="5"/>
                </a:cubicBezTo>
                <a:cubicBezTo>
                  <a:pt x="107" y="4"/>
                  <a:pt x="106" y="3"/>
                  <a:pt x="105" y="2"/>
                </a:cubicBezTo>
                <a:cubicBezTo>
                  <a:pt x="104" y="2"/>
                  <a:pt x="103" y="3"/>
                  <a:pt x="102" y="3"/>
                </a:cubicBezTo>
                <a:cubicBezTo>
                  <a:pt x="101" y="3"/>
                  <a:pt x="101" y="3"/>
                  <a:pt x="100" y="2"/>
                </a:cubicBezTo>
                <a:cubicBezTo>
                  <a:pt x="99" y="2"/>
                  <a:pt x="99" y="0"/>
                  <a:pt x="98" y="1"/>
                </a:cubicBezTo>
                <a:cubicBezTo>
                  <a:pt x="97" y="1"/>
                  <a:pt x="97" y="2"/>
                  <a:pt x="97" y="4"/>
                </a:cubicBezTo>
                <a:cubicBezTo>
                  <a:pt x="95" y="3"/>
                  <a:pt x="95" y="6"/>
                  <a:pt x="94" y="5"/>
                </a:cubicBezTo>
                <a:cubicBezTo>
                  <a:pt x="93" y="5"/>
                  <a:pt x="93" y="3"/>
                  <a:pt x="92" y="4"/>
                </a:cubicBezTo>
                <a:cubicBezTo>
                  <a:pt x="91" y="5"/>
                  <a:pt x="90" y="6"/>
                  <a:pt x="87" y="6"/>
                </a:cubicBezTo>
                <a:cubicBezTo>
                  <a:pt x="87" y="6"/>
                  <a:pt x="86" y="7"/>
                  <a:pt x="85" y="7"/>
                </a:cubicBezTo>
                <a:cubicBezTo>
                  <a:pt x="84" y="8"/>
                  <a:pt x="85" y="9"/>
                  <a:pt x="84" y="10"/>
                </a:cubicBezTo>
                <a:cubicBezTo>
                  <a:pt x="83" y="10"/>
                  <a:pt x="81" y="9"/>
                  <a:pt x="81" y="10"/>
                </a:cubicBezTo>
                <a:cubicBezTo>
                  <a:pt x="81" y="12"/>
                  <a:pt x="84" y="11"/>
                  <a:pt x="83" y="13"/>
                </a:cubicBezTo>
                <a:cubicBezTo>
                  <a:pt x="82" y="13"/>
                  <a:pt x="82" y="11"/>
                  <a:pt x="79" y="11"/>
                </a:cubicBezTo>
                <a:cubicBezTo>
                  <a:pt x="79" y="13"/>
                  <a:pt x="80" y="14"/>
                  <a:pt x="79" y="14"/>
                </a:cubicBezTo>
                <a:cubicBezTo>
                  <a:pt x="78" y="14"/>
                  <a:pt x="78" y="13"/>
                  <a:pt x="78" y="11"/>
                </a:cubicBezTo>
                <a:cubicBezTo>
                  <a:pt x="77" y="11"/>
                  <a:pt x="78" y="13"/>
                  <a:pt x="76" y="13"/>
                </a:cubicBezTo>
                <a:cubicBezTo>
                  <a:pt x="75" y="12"/>
                  <a:pt x="75" y="10"/>
                  <a:pt x="73" y="11"/>
                </a:cubicBezTo>
                <a:cubicBezTo>
                  <a:pt x="72" y="13"/>
                  <a:pt x="71" y="14"/>
                  <a:pt x="69" y="16"/>
                </a:cubicBezTo>
                <a:cubicBezTo>
                  <a:pt x="67" y="16"/>
                  <a:pt x="67" y="15"/>
                  <a:pt x="64" y="15"/>
                </a:cubicBezTo>
                <a:cubicBezTo>
                  <a:pt x="64" y="17"/>
                  <a:pt x="66" y="16"/>
                  <a:pt x="66" y="18"/>
                </a:cubicBezTo>
                <a:cubicBezTo>
                  <a:pt x="64" y="18"/>
                  <a:pt x="62" y="18"/>
                  <a:pt x="60" y="18"/>
                </a:cubicBezTo>
                <a:cubicBezTo>
                  <a:pt x="58" y="19"/>
                  <a:pt x="57" y="21"/>
                  <a:pt x="55" y="21"/>
                </a:cubicBezTo>
                <a:cubicBezTo>
                  <a:pt x="55" y="20"/>
                  <a:pt x="55" y="19"/>
                  <a:pt x="55" y="18"/>
                </a:cubicBezTo>
                <a:cubicBezTo>
                  <a:pt x="54" y="18"/>
                  <a:pt x="53" y="18"/>
                  <a:pt x="53" y="18"/>
                </a:cubicBezTo>
                <a:cubicBezTo>
                  <a:pt x="53" y="21"/>
                  <a:pt x="53" y="23"/>
                  <a:pt x="50" y="23"/>
                </a:cubicBezTo>
                <a:cubicBezTo>
                  <a:pt x="50" y="24"/>
                  <a:pt x="49" y="24"/>
                  <a:pt x="48" y="25"/>
                </a:cubicBezTo>
                <a:cubicBezTo>
                  <a:pt x="47" y="25"/>
                  <a:pt x="48" y="26"/>
                  <a:pt x="47" y="26"/>
                </a:cubicBezTo>
                <a:cubicBezTo>
                  <a:pt x="45" y="27"/>
                  <a:pt x="45" y="23"/>
                  <a:pt x="45" y="22"/>
                </a:cubicBezTo>
                <a:cubicBezTo>
                  <a:pt x="47" y="22"/>
                  <a:pt x="49" y="22"/>
                  <a:pt x="50" y="23"/>
                </a:cubicBezTo>
                <a:cubicBezTo>
                  <a:pt x="51" y="20"/>
                  <a:pt x="48" y="18"/>
                  <a:pt x="45" y="18"/>
                </a:cubicBezTo>
                <a:cubicBezTo>
                  <a:pt x="45" y="17"/>
                  <a:pt x="44" y="16"/>
                  <a:pt x="42" y="16"/>
                </a:cubicBezTo>
                <a:cubicBezTo>
                  <a:pt x="42" y="15"/>
                  <a:pt x="41" y="14"/>
                  <a:pt x="40" y="13"/>
                </a:cubicBezTo>
                <a:cubicBezTo>
                  <a:pt x="39" y="13"/>
                  <a:pt x="38" y="13"/>
                  <a:pt x="37" y="13"/>
                </a:cubicBezTo>
                <a:cubicBezTo>
                  <a:pt x="35" y="14"/>
                  <a:pt x="34" y="15"/>
                  <a:pt x="33" y="16"/>
                </a:cubicBezTo>
                <a:cubicBezTo>
                  <a:pt x="33" y="15"/>
                  <a:pt x="33" y="16"/>
                  <a:pt x="32" y="16"/>
                </a:cubicBezTo>
                <a:cubicBezTo>
                  <a:pt x="31" y="18"/>
                  <a:pt x="29" y="19"/>
                  <a:pt x="27" y="21"/>
                </a:cubicBezTo>
                <a:cubicBezTo>
                  <a:pt x="27" y="23"/>
                  <a:pt x="26" y="25"/>
                  <a:pt x="25" y="26"/>
                </a:cubicBezTo>
                <a:cubicBezTo>
                  <a:pt x="25" y="25"/>
                  <a:pt x="24" y="26"/>
                  <a:pt x="24" y="25"/>
                </a:cubicBezTo>
                <a:cubicBezTo>
                  <a:pt x="24" y="26"/>
                  <a:pt x="24" y="27"/>
                  <a:pt x="24" y="27"/>
                </a:cubicBezTo>
                <a:cubicBezTo>
                  <a:pt x="21" y="27"/>
                  <a:pt x="21" y="30"/>
                  <a:pt x="20" y="32"/>
                </a:cubicBezTo>
                <a:cubicBezTo>
                  <a:pt x="21" y="34"/>
                  <a:pt x="21" y="35"/>
                  <a:pt x="21" y="38"/>
                </a:cubicBezTo>
                <a:cubicBezTo>
                  <a:pt x="21" y="39"/>
                  <a:pt x="23" y="38"/>
                  <a:pt x="24" y="39"/>
                </a:cubicBezTo>
                <a:cubicBezTo>
                  <a:pt x="23" y="40"/>
                  <a:pt x="23" y="41"/>
                  <a:pt x="23" y="42"/>
                </a:cubicBezTo>
                <a:cubicBezTo>
                  <a:pt x="23" y="42"/>
                  <a:pt x="23" y="43"/>
                  <a:pt x="23" y="44"/>
                </a:cubicBezTo>
                <a:cubicBezTo>
                  <a:pt x="22" y="44"/>
                  <a:pt x="21" y="44"/>
                  <a:pt x="20" y="45"/>
                </a:cubicBezTo>
                <a:cubicBezTo>
                  <a:pt x="19" y="45"/>
                  <a:pt x="19" y="46"/>
                  <a:pt x="19" y="47"/>
                </a:cubicBezTo>
                <a:cubicBezTo>
                  <a:pt x="17" y="47"/>
                  <a:pt x="18" y="50"/>
                  <a:pt x="16" y="50"/>
                </a:cubicBezTo>
                <a:cubicBezTo>
                  <a:pt x="16" y="50"/>
                  <a:pt x="16" y="51"/>
                  <a:pt x="16" y="51"/>
                </a:cubicBezTo>
                <a:cubicBezTo>
                  <a:pt x="14" y="51"/>
                  <a:pt x="14" y="52"/>
                  <a:pt x="13" y="53"/>
                </a:cubicBezTo>
                <a:cubicBezTo>
                  <a:pt x="12" y="53"/>
                  <a:pt x="10" y="53"/>
                  <a:pt x="11" y="54"/>
                </a:cubicBezTo>
                <a:cubicBezTo>
                  <a:pt x="11" y="55"/>
                  <a:pt x="12" y="55"/>
                  <a:pt x="13" y="55"/>
                </a:cubicBezTo>
                <a:cubicBezTo>
                  <a:pt x="13" y="57"/>
                  <a:pt x="15" y="57"/>
                  <a:pt x="15" y="59"/>
                </a:cubicBezTo>
                <a:cubicBezTo>
                  <a:pt x="15" y="59"/>
                  <a:pt x="15" y="60"/>
                  <a:pt x="14" y="61"/>
                </a:cubicBezTo>
                <a:cubicBezTo>
                  <a:pt x="12" y="59"/>
                  <a:pt x="10" y="61"/>
                  <a:pt x="8" y="61"/>
                </a:cubicBezTo>
                <a:cubicBezTo>
                  <a:pt x="7" y="62"/>
                  <a:pt x="9" y="66"/>
                  <a:pt x="7" y="66"/>
                </a:cubicBezTo>
                <a:cubicBezTo>
                  <a:pt x="7" y="67"/>
                  <a:pt x="8" y="68"/>
                  <a:pt x="8" y="70"/>
                </a:cubicBezTo>
                <a:cubicBezTo>
                  <a:pt x="10" y="69"/>
                  <a:pt x="10" y="71"/>
                  <a:pt x="11" y="71"/>
                </a:cubicBezTo>
                <a:cubicBezTo>
                  <a:pt x="13" y="70"/>
                  <a:pt x="13" y="70"/>
                  <a:pt x="15" y="71"/>
                </a:cubicBezTo>
                <a:cubicBezTo>
                  <a:pt x="15" y="69"/>
                  <a:pt x="17" y="68"/>
                  <a:pt x="17" y="64"/>
                </a:cubicBezTo>
                <a:cubicBezTo>
                  <a:pt x="18" y="64"/>
                  <a:pt x="18" y="61"/>
                  <a:pt x="20" y="61"/>
                </a:cubicBezTo>
                <a:cubicBezTo>
                  <a:pt x="22" y="62"/>
                  <a:pt x="23" y="60"/>
                  <a:pt x="24" y="60"/>
                </a:cubicBezTo>
                <a:cubicBezTo>
                  <a:pt x="23" y="62"/>
                  <a:pt x="24" y="65"/>
                  <a:pt x="24" y="67"/>
                </a:cubicBezTo>
                <a:cubicBezTo>
                  <a:pt x="27" y="67"/>
                  <a:pt x="25" y="64"/>
                  <a:pt x="25" y="62"/>
                </a:cubicBezTo>
                <a:cubicBezTo>
                  <a:pt x="25" y="62"/>
                  <a:pt x="25" y="61"/>
                  <a:pt x="25" y="61"/>
                </a:cubicBezTo>
                <a:cubicBezTo>
                  <a:pt x="25" y="61"/>
                  <a:pt x="25" y="62"/>
                  <a:pt x="25" y="62"/>
                </a:cubicBezTo>
                <a:cubicBezTo>
                  <a:pt x="26" y="62"/>
                  <a:pt x="26" y="63"/>
                  <a:pt x="27" y="64"/>
                </a:cubicBezTo>
                <a:cubicBezTo>
                  <a:pt x="28" y="64"/>
                  <a:pt x="30" y="65"/>
                  <a:pt x="30" y="67"/>
                </a:cubicBezTo>
                <a:cubicBezTo>
                  <a:pt x="30" y="68"/>
                  <a:pt x="29" y="68"/>
                  <a:pt x="28" y="68"/>
                </a:cubicBezTo>
                <a:cubicBezTo>
                  <a:pt x="28" y="69"/>
                  <a:pt x="30" y="69"/>
                  <a:pt x="30" y="70"/>
                </a:cubicBezTo>
                <a:cubicBezTo>
                  <a:pt x="30" y="68"/>
                  <a:pt x="31" y="67"/>
                  <a:pt x="32" y="67"/>
                </a:cubicBezTo>
                <a:cubicBezTo>
                  <a:pt x="32" y="66"/>
                  <a:pt x="31" y="66"/>
                  <a:pt x="31" y="65"/>
                </a:cubicBezTo>
                <a:cubicBezTo>
                  <a:pt x="32" y="64"/>
                  <a:pt x="33" y="67"/>
                  <a:pt x="33" y="65"/>
                </a:cubicBezTo>
                <a:cubicBezTo>
                  <a:pt x="32" y="63"/>
                  <a:pt x="27" y="62"/>
                  <a:pt x="29" y="59"/>
                </a:cubicBezTo>
                <a:cubicBezTo>
                  <a:pt x="30" y="61"/>
                  <a:pt x="32" y="62"/>
                  <a:pt x="33" y="64"/>
                </a:cubicBezTo>
                <a:cubicBezTo>
                  <a:pt x="34" y="64"/>
                  <a:pt x="34" y="65"/>
                  <a:pt x="34" y="66"/>
                </a:cubicBezTo>
                <a:cubicBezTo>
                  <a:pt x="34" y="66"/>
                  <a:pt x="35" y="67"/>
                  <a:pt x="35" y="68"/>
                </a:cubicBezTo>
                <a:cubicBezTo>
                  <a:pt x="35" y="68"/>
                  <a:pt x="35" y="69"/>
                  <a:pt x="35" y="70"/>
                </a:cubicBezTo>
                <a:cubicBezTo>
                  <a:pt x="35" y="71"/>
                  <a:pt x="37" y="71"/>
                  <a:pt x="38" y="71"/>
                </a:cubicBezTo>
                <a:cubicBezTo>
                  <a:pt x="38" y="69"/>
                  <a:pt x="37" y="67"/>
                  <a:pt x="38" y="65"/>
                </a:cubicBezTo>
                <a:cubicBezTo>
                  <a:pt x="39" y="65"/>
                  <a:pt x="39" y="65"/>
                  <a:pt x="39" y="65"/>
                </a:cubicBezTo>
                <a:cubicBezTo>
                  <a:pt x="39" y="67"/>
                  <a:pt x="39" y="67"/>
                  <a:pt x="39" y="69"/>
                </a:cubicBezTo>
                <a:cubicBezTo>
                  <a:pt x="40" y="69"/>
                  <a:pt x="39" y="70"/>
                  <a:pt x="40" y="71"/>
                </a:cubicBezTo>
                <a:cubicBezTo>
                  <a:pt x="42" y="72"/>
                  <a:pt x="44" y="72"/>
                  <a:pt x="45" y="71"/>
                </a:cubicBezTo>
                <a:cubicBezTo>
                  <a:pt x="47" y="72"/>
                  <a:pt x="44" y="73"/>
                  <a:pt x="46" y="73"/>
                </a:cubicBezTo>
                <a:cubicBezTo>
                  <a:pt x="48" y="74"/>
                  <a:pt x="46" y="70"/>
                  <a:pt x="48" y="71"/>
                </a:cubicBezTo>
                <a:cubicBezTo>
                  <a:pt x="48" y="72"/>
                  <a:pt x="48" y="73"/>
                  <a:pt x="48" y="74"/>
                </a:cubicBezTo>
                <a:cubicBezTo>
                  <a:pt x="47" y="74"/>
                  <a:pt x="48" y="78"/>
                  <a:pt x="46" y="78"/>
                </a:cubicBezTo>
                <a:cubicBezTo>
                  <a:pt x="43" y="77"/>
                  <a:pt x="40" y="76"/>
                  <a:pt x="36" y="76"/>
                </a:cubicBezTo>
                <a:cubicBezTo>
                  <a:pt x="35" y="76"/>
                  <a:pt x="35" y="78"/>
                  <a:pt x="34" y="79"/>
                </a:cubicBezTo>
                <a:cubicBezTo>
                  <a:pt x="32" y="77"/>
                  <a:pt x="28" y="76"/>
                  <a:pt x="27" y="74"/>
                </a:cubicBezTo>
                <a:cubicBezTo>
                  <a:pt x="27" y="73"/>
                  <a:pt x="26" y="72"/>
                  <a:pt x="26" y="71"/>
                </a:cubicBezTo>
                <a:cubicBezTo>
                  <a:pt x="27" y="71"/>
                  <a:pt x="27" y="70"/>
                  <a:pt x="26" y="69"/>
                </a:cubicBezTo>
                <a:cubicBezTo>
                  <a:pt x="24" y="69"/>
                  <a:pt x="22" y="70"/>
                  <a:pt x="20" y="71"/>
                </a:cubicBezTo>
                <a:cubicBezTo>
                  <a:pt x="17" y="71"/>
                  <a:pt x="14" y="71"/>
                  <a:pt x="13" y="73"/>
                </a:cubicBezTo>
                <a:cubicBezTo>
                  <a:pt x="12" y="72"/>
                  <a:pt x="11" y="71"/>
                  <a:pt x="10" y="71"/>
                </a:cubicBezTo>
                <a:cubicBezTo>
                  <a:pt x="10" y="73"/>
                  <a:pt x="8" y="73"/>
                  <a:pt x="7" y="74"/>
                </a:cubicBezTo>
                <a:cubicBezTo>
                  <a:pt x="6" y="76"/>
                  <a:pt x="7" y="79"/>
                  <a:pt x="6" y="81"/>
                </a:cubicBezTo>
                <a:cubicBezTo>
                  <a:pt x="5" y="82"/>
                  <a:pt x="3" y="84"/>
                  <a:pt x="2" y="85"/>
                </a:cubicBezTo>
                <a:cubicBezTo>
                  <a:pt x="2" y="88"/>
                  <a:pt x="1" y="89"/>
                  <a:pt x="0" y="91"/>
                </a:cubicBezTo>
                <a:cubicBezTo>
                  <a:pt x="0" y="95"/>
                  <a:pt x="0" y="99"/>
                  <a:pt x="0" y="103"/>
                </a:cubicBezTo>
                <a:cubicBezTo>
                  <a:pt x="2" y="105"/>
                  <a:pt x="3" y="107"/>
                  <a:pt x="3" y="110"/>
                </a:cubicBezTo>
                <a:cubicBezTo>
                  <a:pt x="5" y="111"/>
                  <a:pt x="6" y="113"/>
                  <a:pt x="9" y="113"/>
                </a:cubicBezTo>
                <a:cubicBezTo>
                  <a:pt x="11" y="113"/>
                  <a:pt x="12" y="113"/>
                  <a:pt x="15" y="113"/>
                </a:cubicBezTo>
                <a:cubicBezTo>
                  <a:pt x="15" y="112"/>
                  <a:pt x="15" y="110"/>
                  <a:pt x="17" y="111"/>
                </a:cubicBezTo>
                <a:cubicBezTo>
                  <a:pt x="18" y="111"/>
                  <a:pt x="17" y="112"/>
                  <a:pt x="18" y="113"/>
                </a:cubicBezTo>
                <a:cubicBezTo>
                  <a:pt x="20" y="112"/>
                  <a:pt x="20" y="113"/>
                  <a:pt x="22" y="113"/>
                </a:cubicBezTo>
                <a:cubicBezTo>
                  <a:pt x="22" y="113"/>
                  <a:pt x="23" y="112"/>
                  <a:pt x="24" y="113"/>
                </a:cubicBezTo>
                <a:cubicBezTo>
                  <a:pt x="25" y="116"/>
                  <a:pt x="23" y="118"/>
                  <a:pt x="23" y="121"/>
                </a:cubicBezTo>
                <a:cubicBezTo>
                  <a:pt x="24" y="123"/>
                  <a:pt x="26" y="125"/>
                  <a:pt x="26" y="128"/>
                </a:cubicBezTo>
                <a:cubicBezTo>
                  <a:pt x="26" y="129"/>
                  <a:pt x="27" y="130"/>
                  <a:pt x="27" y="131"/>
                </a:cubicBezTo>
                <a:cubicBezTo>
                  <a:pt x="54" y="131"/>
                  <a:pt x="54" y="131"/>
                  <a:pt x="54" y="131"/>
                </a:cubicBezTo>
                <a:cubicBezTo>
                  <a:pt x="54" y="129"/>
                  <a:pt x="54" y="127"/>
                  <a:pt x="53" y="126"/>
                </a:cubicBezTo>
                <a:cubicBezTo>
                  <a:pt x="54" y="124"/>
                  <a:pt x="55" y="122"/>
                  <a:pt x="55" y="120"/>
                </a:cubicBezTo>
                <a:cubicBezTo>
                  <a:pt x="56" y="119"/>
                  <a:pt x="57" y="118"/>
                  <a:pt x="58" y="117"/>
                </a:cubicBezTo>
                <a:cubicBezTo>
                  <a:pt x="60" y="114"/>
                  <a:pt x="62" y="111"/>
                  <a:pt x="64" y="107"/>
                </a:cubicBezTo>
                <a:cubicBezTo>
                  <a:pt x="64" y="106"/>
                  <a:pt x="65" y="103"/>
                  <a:pt x="63" y="102"/>
                </a:cubicBezTo>
                <a:cubicBezTo>
                  <a:pt x="62" y="102"/>
                  <a:pt x="62" y="104"/>
                  <a:pt x="60" y="104"/>
                </a:cubicBezTo>
                <a:cubicBezTo>
                  <a:pt x="59" y="104"/>
                  <a:pt x="58" y="104"/>
                  <a:pt x="57" y="104"/>
                </a:cubicBezTo>
                <a:cubicBezTo>
                  <a:pt x="56" y="100"/>
                  <a:pt x="54" y="99"/>
                  <a:pt x="53" y="98"/>
                </a:cubicBezTo>
                <a:cubicBezTo>
                  <a:pt x="53" y="94"/>
                  <a:pt x="51" y="95"/>
                  <a:pt x="51" y="91"/>
                </a:cubicBezTo>
                <a:cubicBezTo>
                  <a:pt x="51" y="90"/>
                  <a:pt x="49" y="90"/>
                  <a:pt x="49" y="89"/>
                </a:cubicBezTo>
                <a:cubicBezTo>
                  <a:pt x="49" y="87"/>
                  <a:pt x="48" y="85"/>
                  <a:pt x="49" y="85"/>
                </a:cubicBezTo>
                <a:cubicBezTo>
                  <a:pt x="50" y="86"/>
                  <a:pt x="51" y="88"/>
                  <a:pt x="51" y="89"/>
                </a:cubicBezTo>
                <a:cubicBezTo>
                  <a:pt x="52" y="91"/>
                  <a:pt x="53" y="94"/>
                  <a:pt x="55" y="96"/>
                </a:cubicBezTo>
                <a:cubicBezTo>
                  <a:pt x="56" y="98"/>
                  <a:pt x="56" y="101"/>
                  <a:pt x="58" y="102"/>
                </a:cubicBezTo>
                <a:cubicBezTo>
                  <a:pt x="61" y="101"/>
                  <a:pt x="63" y="99"/>
                  <a:pt x="66" y="98"/>
                </a:cubicBezTo>
                <a:cubicBezTo>
                  <a:pt x="66" y="98"/>
                  <a:pt x="66" y="97"/>
                  <a:pt x="67" y="97"/>
                </a:cubicBezTo>
                <a:cubicBezTo>
                  <a:pt x="68" y="96"/>
                  <a:pt x="69" y="95"/>
                  <a:pt x="71" y="94"/>
                </a:cubicBezTo>
                <a:cubicBezTo>
                  <a:pt x="70" y="92"/>
                  <a:pt x="72" y="92"/>
                  <a:pt x="72" y="90"/>
                </a:cubicBezTo>
                <a:cubicBezTo>
                  <a:pt x="71" y="89"/>
                  <a:pt x="69" y="89"/>
                  <a:pt x="69" y="86"/>
                </a:cubicBezTo>
                <a:cubicBezTo>
                  <a:pt x="68" y="86"/>
                  <a:pt x="67" y="86"/>
                  <a:pt x="66" y="87"/>
                </a:cubicBezTo>
                <a:cubicBezTo>
                  <a:pt x="66" y="85"/>
                  <a:pt x="64" y="85"/>
                  <a:pt x="65" y="82"/>
                </a:cubicBezTo>
                <a:cubicBezTo>
                  <a:pt x="63" y="82"/>
                  <a:pt x="63" y="81"/>
                  <a:pt x="63" y="80"/>
                </a:cubicBezTo>
                <a:cubicBezTo>
                  <a:pt x="63" y="80"/>
                  <a:pt x="64" y="80"/>
                  <a:pt x="64" y="79"/>
                </a:cubicBezTo>
                <a:cubicBezTo>
                  <a:pt x="66" y="81"/>
                  <a:pt x="66" y="86"/>
                  <a:pt x="70" y="85"/>
                </a:cubicBezTo>
                <a:cubicBezTo>
                  <a:pt x="70" y="86"/>
                  <a:pt x="71" y="86"/>
                  <a:pt x="71" y="88"/>
                </a:cubicBezTo>
                <a:cubicBezTo>
                  <a:pt x="72" y="88"/>
                  <a:pt x="73" y="86"/>
                  <a:pt x="75" y="86"/>
                </a:cubicBezTo>
                <a:cubicBezTo>
                  <a:pt x="75" y="87"/>
                  <a:pt x="75" y="87"/>
                  <a:pt x="76" y="87"/>
                </a:cubicBezTo>
                <a:cubicBezTo>
                  <a:pt x="79" y="87"/>
                  <a:pt x="79" y="89"/>
                  <a:pt x="81" y="90"/>
                </a:cubicBezTo>
                <a:cubicBezTo>
                  <a:pt x="80" y="89"/>
                  <a:pt x="80" y="90"/>
                  <a:pt x="80" y="90"/>
                </a:cubicBezTo>
                <a:cubicBezTo>
                  <a:pt x="81" y="91"/>
                  <a:pt x="82" y="91"/>
                  <a:pt x="83" y="92"/>
                </a:cubicBezTo>
                <a:cubicBezTo>
                  <a:pt x="82" y="93"/>
                  <a:pt x="83" y="94"/>
                  <a:pt x="83" y="95"/>
                </a:cubicBezTo>
                <a:cubicBezTo>
                  <a:pt x="84" y="97"/>
                  <a:pt x="85" y="99"/>
                  <a:pt x="85" y="101"/>
                </a:cubicBezTo>
                <a:cubicBezTo>
                  <a:pt x="86" y="102"/>
                  <a:pt x="87" y="103"/>
                  <a:pt x="87" y="105"/>
                </a:cubicBezTo>
                <a:cubicBezTo>
                  <a:pt x="87" y="105"/>
                  <a:pt x="87" y="106"/>
                  <a:pt x="87" y="107"/>
                </a:cubicBezTo>
                <a:cubicBezTo>
                  <a:pt x="88" y="108"/>
                  <a:pt x="89" y="108"/>
                  <a:pt x="90" y="108"/>
                </a:cubicBezTo>
                <a:cubicBezTo>
                  <a:pt x="91" y="105"/>
                  <a:pt x="92" y="103"/>
                  <a:pt x="92" y="99"/>
                </a:cubicBezTo>
                <a:cubicBezTo>
                  <a:pt x="92" y="99"/>
                  <a:pt x="93" y="99"/>
                  <a:pt x="93" y="99"/>
                </a:cubicBezTo>
                <a:cubicBezTo>
                  <a:pt x="93" y="98"/>
                  <a:pt x="93" y="98"/>
                  <a:pt x="93" y="97"/>
                </a:cubicBezTo>
                <a:cubicBezTo>
                  <a:pt x="95" y="98"/>
                  <a:pt x="94" y="96"/>
                  <a:pt x="95" y="96"/>
                </a:cubicBezTo>
                <a:cubicBezTo>
                  <a:pt x="95" y="94"/>
                  <a:pt x="97" y="94"/>
                  <a:pt x="97" y="92"/>
                </a:cubicBezTo>
                <a:cubicBezTo>
                  <a:pt x="98" y="91"/>
                  <a:pt x="100" y="91"/>
                  <a:pt x="101" y="90"/>
                </a:cubicBezTo>
                <a:cubicBezTo>
                  <a:pt x="102" y="92"/>
                  <a:pt x="102" y="94"/>
                  <a:pt x="103" y="95"/>
                </a:cubicBezTo>
                <a:cubicBezTo>
                  <a:pt x="104" y="96"/>
                  <a:pt x="103" y="96"/>
                  <a:pt x="103" y="97"/>
                </a:cubicBezTo>
                <a:cubicBezTo>
                  <a:pt x="103" y="99"/>
                  <a:pt x="106" y="97"/>
                  <a:pt x="107" y="98"/>
                </a:cubicBezTo>
                <a:cubicBezTo>
                  <a:pt x="106" y="99"/>
                  <a:pt x="107" y="100"/>
                  <a:pt x="107" y="101"/>
                </a:cubicBezTo>
                <a:cubicBezTo>
                  <a:pt x="108" y="102"/>
                  <a:pt x="108" y="103"/>
                  <a:pt x="109" y="104"/>
                </a:cubicBezTo>
                <a:cubicBezTo>
                  <a:pt x="108" y="105"/>
                  <a:pt x="107" y="105"/>
                  <a:pt x="108" y="106"/>
                </a:cubicBezTo>
                <a:cubicBezTo>
                  <a:pt x="108" y="108"/>
                  <a:pt x="109" y="108"/>
                  <a:pt x="109" y="110"/>
                </a:cubicBezTo>
                <a:cubicBezTo>
                  <a:pt x="111" y="112"/>
                  <a:pt x="112" y="114"/>
                  <a:pt x="115" y="116"/>
                </a:cubicBezTo>
                <a:cubicBezTo>
                  <a:pt x="115" y="113"/>
                  <a:pt x="113" y="112"/>
                  <a:pt x="113" y="109"/>
                </a:cubicBezTo>
                <a:cubicBezTo>
                  <a:pt x="111" y="108"/>
                  <a:pt x="110" y="107"/>
                  <a:pt x="110" y="106"/>
                </a:cubicBezTo>
                <a:cubicBezTo>
                  <a:pt x="110" y="104"/>
                  <a:pt x="109" y="102"/>
                  <a:pt x="111" y="102"/>
                </a:cubicBezTo>
                <a:cubicBezTo>
                  <a:pt x="111" y="103"/>
                  <a:pt x="112" y="105"/>
                  <a:pt x="114" y="105"/>
                </a:cubicBezTo>
                <a:cubicBezTo>
                  <a:pt x="114" y="105"/>
                  <a:pt x="114" y="106"/>
                  <a:pt x="114" y="107"/>
                </a:cubicBezTo>
                <a:cubicBezTo>
                  <a:pt x="118" y="106"/>
                  <a:pt x="119" y="102"/>
                  <a:pt x="119" y="97"/>
                </a:cubicBezTo>
                <a:cubicBezTo>
                  <a:pt x="118" y="96"/>
                  <a:pt x="117" y="96"/>
                  <a:pt x="117" y="96"/>
                </a:cubicBezTo>
                <a:cubicBezTo>
                  <a:pt x="117" y="94"/>
                  <a:pt x="115" y="94"/>
                  <a:pt x="116" y="92"/>
                </a:cubicBezTo>
                <a:cubicBezTo>
                  <a:pt x="117" y="91"/>
                  <a:pt x="117" y="94"/>
                  <a:pt x="119" y="93"/>
                </a:cubicBezTo>
                <a:cubicBezTo>
                  <a:pt x="119" y="91"/>
                  <a:pt x="121" y="91"/>
                  <a:pt x="123" y="91"/>
                </a:cubicBezTo>
                <a:cubicBezTo>
                  <a:pt x="124" y="89"/>
                  <a:pt x="126" y="87"/>
                  <a:pt x="127" y="84"/>
                </a:cubicBezTo>
                <a:cubicBezTo>
                  <a:pt x="127" y="85"/>
                  <a:pt x="127" y="84"/>
                  <a:pt x="128" y="84"/>
                </a:cubicBezTo>
                <a:cubicBezTo>
                  <a:pt x="128" y="82"/>
                  <a:pt x="128" y="79"/>
                  <a:pt x="129" y="77"/>
                </a:cubicBezTo>
                <a:cubicBezTo>
                  <a:pt x="128" y="77"/>
                  <a:pt x="128" y="76"/>
                  <a:pt x="128" y="75"/>
                </a:cubicBezTo>
                <a:cubicBezTo>
                  <a:pt x="127" y="74"/>
                  <a:pt x="126" y="74"/>
                  <a:pt x="126" y="72"/>
                </a:cubicBezTo>
                <a:cubicBezTo>
                  <a:pt x="126" y="71"/>
                  <a:pt x="127" y="71"/>
                  <a:pt x="127" y="70"/>
                </a:cubicBezTo>
                <a:cubicBezTo>
                  <a:pt x="127" y="70"/>
                  <a:pt x="128" y="70"/>
                  <a:pt x="128" y="69"/>
                </a:cubicBezTo>
                <a:cubicBezTo>
                  <a:pt x="129" y="68"/>
                  <a:pt x="126" y="66"/>
                  <a:pt x="129" y="66"/>
                </a:cubicBezTo>
                <a:cubicBezTo>
                  <a:pt x="129" y="68"/>
                  <a:pt x="130" y="68"/>
                  <a:pt x="131" y="69"/>
                </a:cubicBezTo>
                <a:cubicBezTo>
                  <a:pt x="131" y="72"/>
                  <a:pt x="132" y="73"/>
                  <a:pt x="133" y="73"/>
                </a:cubicBezTo>
                <a:cubicBezTo>
                  <a:pt x="135" y="71"/>
                  <a:pt x="133" y="66"/>
                  <a:pt x="134" y="62"/>
                </a:cubicBezTo>
                <a:cubicBezTo>
                  <a:pt x="135" y="62"/>
                  <a:pt x="136" y="61"/>
                  <a:pt x="137" y="61"/>
                </a:cubicBezTo>
                <a:cubicBezTo>
                  <a:pt x="138" y="58"/>
                  <a:pt x="139" y="56"/>
                  <a:pt x="140" y="55"/>
                </a:cubicBezTo>
                <a:cubicBezTo>
                  <a:pt x="141" y="55"/>
                  <a:pt x="141" y="55"/>
                  <a:pt x="141" y="54"/>
                </a:cubicBezTo>
                <a:cubicBezTo>
                  <a:pt x="141" y="52"/>
                  <a:pt x="140" y="49"/>
                  <a:pt x="140" y="47"/>
                </a:cubicBezTo>
                <a:close/>
                <a:moveTo>
                  <a:pt x="37" y="33"/>
                </a:moveTo>
                <a:cubicBezTo>
                  <a:pt x="37" y="35"/>
                  <a:pt x="37" y="37"/>
                  <a:pt x="37" y="38"/>
                </a:cubicBezTo>
                <a:cubicBezTo>
                  <a:pt x="36" y="38"/>
                  <a:pt x="37" y="35"/>
                  <a:pt x="35" y="36"/>
                </a:cubicBezTo>
                <a:cubicBezTo>
                  <a:pt x="34" y="38"/>
                  <a:pt x="35" y="41"/>
                  <a:pt x="33" y="42"/>
                </a:cubicBezTo>
                <a:cubicBezTo>
                  <a:pt x="32" y="42"/>
                  <a:pt x="31" y="42"/>
                  <a:pt x="30" y="42"/>
                </a:cubicBezTo>
                <a:cubicBezTo>
                  <a:pt x="29" y="43"/>
                  <a:pt x="29" y="44"/>
                  <a:pt x="28" y="44"/>
                </a:cubicBezTo>
                <a:cubicBezTo>
                  <a:pt x="28" y="43"/>
                  <a:pt x="27" y="42"/>
                  <a:pt x="27" y="43"/>
                </a:cubicBezTo>
                <a:cubicBezTo>
                  <a:pt x="26" y="43"/>
                  <a:pt x="26" y="42"/>
                  <a:pt x="27" y="42"/>
                </a:cubicBezTo>
                <a:cubicBezTo>
                  <a:pt x="26" y="41"/>
                  <a:pt x="25" y="39"/>
                  <a:pt x="25" y="37"/>
                </a:cubicBezTo>
                <a:cubicBezTo>
                  <a:pt x="27" y="37"/>
                  <a:pt x="26" y="44"/>
                  <a:pt x="30" y="42"/>
                </a:cubicBezTo>
                <a:cubicBezTo>
                  <a:pt x="31" y="40"/>
                  <a:pt x="31" y="38"/>
                  <a:pt x="32" y="36"/>
                </a:cubicBezTo>
                <a:cubicBezTo>
                  <a:pt x="32" y="35"/>
                  <a:pt x="32" y="34"/>
                  <a:pt x="31" y="33"/>
                </a:cubicBezTo>
                <a:cubicBezTo>
                  <a:pt x="32" y="29"/>
                  <a:pt x="34" y="27"/>
                  <a:pt x="36" y="24"/>
                </a:cubicBezTo>
                <a:cubicBezTo>
                  <a:pt x="36" y="24"/>
                  <a:pt x="36" y="24"/>
                  <a:pt x="37" y="25"/>
                </a:cubicBezTo>
                <a:cubicBezTo>
                  <a:pt x="36" y="28"/>
                  <a:pt x="33" y="28"/>
                  <a:pt x="33" y="32"/>
                </a:cubicBezTo>
                <a:cubicBezTo>
                  <a:pt x="34" y="33"/>
                  <a:pt x="35" y="33"/>
                  <a:pt x="37" y="33"/>
                </a:cubicBezTo>
                <a:close/>
                <a:moveTo>
                  <a:pt x="38" y="35"/>
                </a:moveTo>
                <a:cubicBezTo>
                  <a:pt x="38" y="33"/>
                  <a:pt x="39" y="34"/>
                  <a:pt x="40" y="33"/>
                </a:cubicBezTo>
                <a:cubicBezTo>
                  <a:pt x="40" y="35"/>
                  <a:pt x="39" y="35"/>
                  <a:pt x="38" y="35"/>
                </a:cubicBezTo>
                <a:close/>
                <a:moveTo>
                  <a:pt x="41" y="17"/>
                </a:moveTo>
                <a:cubicBezTo>
                  <a:pt x="41" y="16"/>
                  <a:pt x="41" y="16"/>
                  <a:pt x="41" y="16"/>
                </a:cubicBezTo>
                <a:cubicBezTo>
                  <a:pt x="42" y="16"/>
                  <a:pt x="41" y="17"/>
                  <a:pt x="41" y="17"/>
                </a:cubicBezTo>
                <a:close/>
                <a:moveTo>
                  <a:pt x="48" y="84"/>
                </a:moveTo>
                <a:cubicBezTo>
                  <a:pt x="48" y="84"/>
                  <a:pt x="48" y="83"/>
                  <a:pt x="49" y="83"/>
                </a:cubicBezTo>
                <a:cubicBezTo>
                  <a:pt x="49" y="84"/>
                  <a:pt x="48" y="84"/>
                  <a:pt x="48" y="84"/>
                </a:cubicBezTo>
                <a:close/>
                <a:moveTo>
                  <a:pt x="49" y="26"/>
                </a:moveTo>
                <a:cubicBezTo>
                  <a:pt x="48" y="26"/>
                  <a:pt x="49" y="25"/>
                  <a:pt x="49" y="25"/>
                </a:cubicBezTo>
                <a:cubicBezTo>
                  <a:pt x="49" y="26"/>
                  <a:pt x="49" y="26"/>
                  <a:pt x="49" y="26"/>
                </a:cubicBezTo>
                <a:close/>
                <a:moveTo>
                  <a:pt x="77" y="17"/>
                </a:moveTo>
                <a:cubicBezTo>
                  <a:pt x="75" y="17"/>
                  <a:pt x="77" y="15"/>
                  <a:pt x="77" y="17"/>
                </a:cubicBezTo>
                <a:cubicBezTo>
                  <a:pt x="77" y="18"/>
                  <a:pt x="79" y="17"/>
                  <a:pt x="78" y="18"/>
                </a:cubicBezTo>
                <a:cubicBezTo>
                  <a:pt x="77" y="18"/>
                  <a:pt x="76" y="18"/>
                  <a:pt x="77" y="17"/>
                </a:cubicBezTo>
                <a:close/>
                <a:moveTo>
                  <a:pt x="103" y="10"/>
                </a:moveTo>
                <a:cubicBezTo>
                  <a:pt x="103" y="10"/>
                  <a:pt x="103" y="9"/>
                  <a:pt x="103" y="10"/>
                </a:cubicBezTo>
                <a:cubicBezTo>
                  <a:pt x="104" y="10"/>
                  <a:pt x="103" y="10"/>
                  <a:pt x="103" y="10"/>
                </a:cubicBezTo>
                <a:close/>
                <a:moveTo>
                  <a:pt x="104" y="10"/>
                </a:moveTo>
                <a:cubicBezTo>
                  <a:pt x="104" y="9"/>
                  <a:pt x="104" y="9"/>
                  <a:pt x="105" y="9"/>
                </a:cubicBezTo>
                <a:cubicBezTo>
                  <a:pt x="105" y="9"/>
                  <a:pt x="104" y="10"/>
                  <a:pt x="104" y="10"/>
                </a:cubicBezTo>
                <a:close/>
                <a:moveTo>
                  <a:pt x="105" y="9"/>
                </a:moveTo>
                <a:cubicBezTo>
                  <a:pt x="105" y="8"/>
                  <a:pt x="106" y="8"/>
                  <a:pt x="106" y="8"/>
                </a:cubicBezTo>
                <a:cubicBezTo>
                  <a:pt x="106" y="8"/>
                  <a:pt x="105" y="9"/>
                  <a:pt x="105" y="9"/>
                </a:cubicBezTo>
                <a:close/>
                <a:moveTo>
                  <a:pt x="123" y="68"/>
                </a:moveTo>
                <a:cubicBezTo>
                  <a:pt x="124" y="67"/>
                  <a:pt x="124" y="65"/>
                  <a:pt x="126" y="66"/>
                </a:cubicBezTo>
                <a:cubicBezTo>
                  <a:pt x="126" y="66"/>
                  <a:pt x="126" y="67"/>
                  <a:pt x="126" y="68"/>
                </a:cubicBezTo>
                <a:cubicBezTo>
                  <a:pt x="126" y="69"/>
                  <a:pt x="124" y="67"/>
                  <a:pt x="123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Freeform 86"/>
          <p:cNvSpPr/>
          <p:nvPr>
            <p:custDataLst>
              <p:tags r:id="rId63"/>
            </p:custDataLst>
          </p:nvPr>
        </p:nvSpPr>
        <p:spPr bwMode="auto">
          <a:xfrm>
            <a:off x="1100519" y="5508833"/>
            <a:ext cx="6350" cy="11113"/>
          </a:xfrm>
          <a:custGeom>
            <a:avLst/>
            <a:gdLst>
              <a:gd name="T0" fmla="*/ 2 w 4"/>
              <a:gd name="T1" fmla="*/ 5 h 6"/>
              <a:gd name="T2" fmla="*/ 3 w 4"/>
              <a:gd name="T3" fmla="*/ 6 h 6"/>
              <a:gd name="T4" fmla="*/ 4 w 4"/>
              <a:gd name="T5" fmla="*/ 5 h 6"/>
              <a:gd name="T6" fmla="*/ 2 w 4"/>
              <a:gd name="T7" fmla="*/ 1 h 6"/>
              <a:gd name="T8" fmla="*/ 0 w 4"/>
              <a:gd name="T9" fmla="*/ 0 h 6"/>
              <a:gd name="T10" fmla="*/ 0 w 4"/>
              <a:gd name="T11" fmla="*/ 3 h 6"/>
              <a:gd name="T12" fmla="*/ 0 w 4"/>
              <a:gd name="T13" fmla="*/ 5 h 6"/>
              <a:gd name="T14" fmla="*/ 1 w 4"/>
              <a:gd name="T15" fmla="*/ 5 h 6"/>
              <a:gd name="T16" fmla="*/ 2 w 4"/>
              <a:gd name="T17" fmla="*/ 5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" h="6">
                <a:moveTo>
                  <a:pt x="2" y="5"/>
                </a:moveTo>
                <a:cubicBezTo>
                  <a:pt x="3" y="5"/>
                  <a:pt x="2" y="6"/>
                  <a:pt x="3" y="6"/>
                </a:cubicBezTo>
                <a:cubicBezTo>
                  <a:pt x="4" y="6"/>
                  <a:pt x="4" y="6"/>
                  <a:pt x="4" y="5"/>
                </a:cubicBezTo>
                <a:cubicBezTo>
                  <a:pt x="3" y="4"/>
                  <a:pt x="3" y="2"/>
                  <a:pt x="2" y="1"/>
                </a:cubicBezTo>
                <a:cubicBezTo>
                  <a:pt x="2" y="1"/>
                  <a:pt x="1" y="0"/>
                  <a:pt x="0" y="0"/>
                </a:cubicBezTo>
                <a:cubicBezTo>
                  <a:pt x="0" y="1"/>
                  <a:pt x="0" y="2"/>
                  <a:pt x="0" y="3"/>
                </a:cubicBezTo>
                <a:cubicBezTo>
                  <a:pt x="0" y="4"/>
                  <a:pt x="0" y="5"/>
                  <a:pt x="0" y="5"/>
                </a:cubicBezTo>
                <a:cubicBezTo>
                  <a:pt x="0" y="6"/>
                  <a:pt x="1" y="6"/>
                  <a:pt x="1" y="5"/>
                </a:cubicBezTo>
                <a:cubicBezTo>
                  <a:pt x="1" y="5"/>
                  <a:pt x="1" y="4"/>
                  <a:pt x="2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Freeform 87"/>
          <p:cNvSpPr/>
          <p:nvPr>
            <p:custDataLst>
              <p:tags r:id="rId64"/>
            </p:custDataLst>
          </p:nvPr>
        </p:nvSpPr>
        <p:spPr bwMode="auto">
          <a:xfrm>
            <a:off x="1079882" y="5585033"/>
            <a:ext cx="12700" cy="11113"/>
          </a:xfrm>
          <a:custGeom>
            <a:avLst/>
            <a:gdLst>
              <a:gd name="T0" fmla="*/ 0 w 7"/>
              <a:gd name="T1" fmla="*/ 5 h 7"/>
              <a:gd name="T2" fmla="*/ 3 w 7"/>
              <a:gd name="T3" fmla="*/ 5 h 7"/>
              <a:gd name="T4" fmla="*/ 3 w 7"/>
              <a:gd name="T5" fmla="*/ 7 h 7"/>
              <a:gd name="T6" fmla="*/ 7 w 7"/>
              <a:gd name="T7" fmla="*/ 5 h 7"/>
              <a:gd name="T8" fmla="*/ 5 w 7"/>
              <a:gd name="T9" fmla="*/ 2 h 7"/>
              <a:gd name="T10" fmla="*/ 3 w 7"/>
              <a:gd name="T11" fmla="*/ 0 h 7"/>
              <a:gd name="T12" fmla="*/ 3 w 7"/>
              <a:gd name="T13" fmla="*/ 3 h 7"/>
              <a:gd name="T14" fmla="*/ 0 w 7"/>
              <a:gd name="T15" fmla="*/ 5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" h="7">
                <a:moveTo>
                  <a:pt x="0" y="5"/>
                </a:moveTo>
                <a:cubicBezTo>
                  <a:pt x="1" y="6"/>
                  <a:pt x="2" y="4"/>
                  <a:pt x="3" y="5"/>
                </a:cubicBezTo>
                <a:cubicBezTo>
                  <a:pt x="3" y="6"/>
                  <a:pt x="2" y="7"/>
                  <a:pt x="3" y="7"/>
                </a:cubicBezTo>
                <a:cubicBezTo>
                  <a:pt x="4" y="6"/>
                  <a:pt x="5" y="5"/>
                  <a:pt x="7" y="5"/>
                </a:cubicBezTo>
                <a:cubicBezTo>
                  <a:pt x="7" y="3"/>
                  <a:pt x="6" y="3"/>
                  <a:pt x="5" y="2"/>
                </a:cubicBezTo>
                <a:cubicBezTo>
                  <a:pt x="5" y="1"/>
                  <a:pt x="4" y="0"/>
                  <a:pt x="3" y="0"/>
                </a:cubicBezTo>
                <a:cubicBezTo>
                  <a:pt x="3" y="1"/>
                  <a:pt x="3" y="2"/>
                  <a:pt x="3" y="3"/>
                </a:cubicBezTo>
                <a:cubicBezTo>
                  <a:pt x="1" y="2"/>
                  <a:pt x="1" y="3"/>
                  <a:pt x="0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Freeform 88"/>
          <p:cNvSpPr/>
          <p:nvPr>
            <p:custDataLst>
              <p:tags r:id="rId65"/>
            </p:custDataLst>
          </p:nvPr>
        </p:nvSpPr>
        <p:spPr bwMode="auto">
          <a:xfrm>
            <a:off x="1071944" y="5612021"/>
            <a:ext cx="12700" cy="15875"/>
          </a:xfrm>
          <a:custGeom>
            <a:avLst/>
            <a:gdLst>
              <a:gd name="T0" fmla="*/ 7 w 7"/>
              <a:gd name="T1" fmla="*/ 3 h 9"/>
              <a:gd name="T2" fmla="*/ 4 w 7"/>
              <a:gd name="T3" fmla="*/ 0 h 9"/>
              <a:gd name="T4" fmla="*/ 3 w 7"/>
              <a:gd name="T5" fmla="*/ 9 h 9"/>
              <a:gd name="T6" fmla="*/ 4 w 7"/>
              <a:gd name="T7" fmla="*/ 6 h 9"/>
              <a:gd name="T8" fmla="*/ 7 w 7"/>
              <a:gd name="T9" fmla="*/ 8 h 9"/>
              <a:gd name="T10" fmla="*/ 5 w 7"/>
              <a:gd name="T11" fmla="*/ 3 h 9"/>
              <a:gd name="T12" fmla="*/ 7 w 7"/>
              <a:gd name="T13" fmla="*/ 3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" h="9">
                <a:moveTo>
                  <a:pt x="7" y="3"/>
                </a:moveTo>
                <a:cubicBezTo>
                  <a:pt x="7" y="1"/>
                  <a:pt x="4" y="2"/>
                  <a:pt x="4" y="0"/>
                </a:cubicBezTo>
                <a:cubicBezTo>
                  <a:pt x="2" y="2"/>
                  <a:pt x="0" y="7"/>
                  <a:pt x="3" y="9"/>
                </a:cubicBezTo>
                <a:cubicBezTo>
                  <a:pt x="3" y="8"/>
                  <a:pt x="4" y="7"/>
                  <a:pt x="4" y="6"/>
                </a:cubicBezTo>
                <a:cubicBezTo>
                  <a:pt x="5" y="7"/>
                  <a:pt x="5" y="9"/>
                  <a:pt x="7" y="8"/>
                </a:cubicBezTo>
                <a:cubicBezTo>
                  <a:pt x="6" y="6"/>
                  <a:pt x="5" y="5"/>
                  <a:pt x="5" y="3"/>
                </a:cubicBezTo>
                <a:cubicBezTo>
                  <a:pt x="6" y="4"/>
                  <a:pt x="6" y="4"/>
                  <a:pt x="7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Freeform 89"/>
          <p:cNvSpPr/>
          <p:nvPr>
            <p:custDataLst>
              <p:tags r:id="rId66"/>
            </p:custDataLst>
          </p:nvPr>
        </p:nvSpPr>
        <p:spPr bwMode="auto">
          <a:xfrm>
            <a:off x="1057657" y="5602496"/>
            <a:ext cx="17463" cy="25400"/>
          </a:xfrm>
          <a:custGeom>
            <a:avLst/>
            <a:gdLst>
              <a:gd name="T0" fmla="*/ 0 w 10"/>
              <a:gd name="T1" fmla="*/ 9 h 15"/>
              <a:gd name="T2" fmla="*/ 2 w 10"/>
              <a:gd name="T3" fmla="*/ 13 h 15"/>
              <a:gd name="T4" fmla="*/ 7 w 10"/>
              <a:gd name="T5" fmla="*/ 15 h 15"/>
              <a:gd name="T6" fmla="*/ 8 w 10"/>
              <a:gd name="T7" fmla="*/ 13 h 15"/>
              <a:gd name="T8" fmla="*/ 7 w 10"/>
              <a:gd name="T9" fmla="*/ 13 h 15"/>
              <a:gd name="T10" fmla="*/ 9 w 10"/>
              <a:gd name="T11" fmla="*/ 9 h 15"/>
              <a:gd name="T12" fmla="*/ 9 w 10"/>
              <a:gd name="T13" fmla="*/ 4 h 15"/>
              <a:gd name="T14" fmla="*/ 10 w 10"/>
              <a:gd name="T15" fmla="*/ 2 h 15"/>
              <a:gd name="T16" fmla="*/ 7 w 10"/>
              <a:gd name="T17" fmla="*/ 0 h 15"/>
              <a:gd name="T18" fmla="*/ 0 w 10"/>
              <a:gd name="T19" fmla="*/ 9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" h="15">
                <a:moveTo>
                  <a:pt x="0" y="9"/>
                </a:moveTo>
                <a:cubicBezTo>
                  <a:pt x="1" y="11"/>
                  <a:pt x="2" y="11"/>
                  <a:pt x="2" y="13"/>
                </a:cubicBezTo>
                <a:cubicBezTo>
                  <a:pt x="5" y="13"/>
                  <a:pt x="4" y="15"/>
                  <a:pt x="7" y="15"/>
                </a:cubicBezTo>
                <a:cubicBezTo>
                  <a:pt x="7" y="14"/>
                  <a:pt x="8" y="14"/>
                  <a:pt x="8" y="13"/>
                </a:cubicBezTo>
                <a:cubicBezTo>
                  <a:pt x="8" y="13"/>
                  <a:pt x="7" y="13"/>
                  <a:pt x="7" y="13"/>
                </a:cubicBezTo>
                <a:cubicBezTo>
                  <a:pt x="9" y="12"/>
                  <a:pt x="8" y="9"/>
                  <a:pt x="9" y="9"/>
                </a:cubicBezTo>
                <a:cubicBezTo>
                  <a:pt x="8" y="7"/>
                  <a:pt x="10" y="6"/>
                  <a:pt x="9" y="4"/>
                </a:cubicBezTo>
                <a:cubicBezTo>
                  <a:pt x="10" y="4"/>
                  <a:pt x="10" y="4"/>
                  <a:pt x="10" y="2"/>
                </a:cubicBezTo>
                <a:cubicBezTo>
                  <a:pt x="9" y="1"/>
                  <a:pt x="8" y="0"/>
                  <a:pt x="7" y="0"/>
                </a:cubicBezTo>
                <a:cubicBezTo>
                  <a:pt x="6" y="5"/>
                  <a:pt x="1" y="4"/>
                  <a:pt x="0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Freeform 90"/>
          <p:cNvSpPr/>
          <p:nvPr>
            <p:custDataLst>
              <p:tags r:id="rId67"/>
            </p:custDataLst>
          </p:nvPr>
        </p:nvSpPr>
        <p:spPr bwMode="auto">
          <a:xfrm>
            <a:off x="1052894" y="5627896"/>
            <a:ext cx="17463" cy="9525"/>
          </a:xfrm>
          <a:custGeom>
            <a:avLst/>
            <a:gdLst>
              <a:gd name="T0" fmla="*/ 0 w 10"/>
              <a:gd name="T1" fmla="*/ 3 h 5"/>
              <a:gd name="T2" fmla="*/ 10 w 10"/>
              <a:gd name="T3" fmla="*/ 5 h 5"/>
              <a:gd name="T4" fmla="*/ 9 w 10"/>
              <a:gd name="T5" fmla="*/ 2 h 5"/>
              <a:gd name="T6" fmla="*/ 1 w 10"/>
              <a:gd name="T7" fmla="*/ 0 h 5"/>
              <a:gd name="T8" fmla="*/ 0 w 10"/>
              <a:gd name="T9" fmla="*/ 3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5">
                <a:moveTo>
                  <a:pt x="0" y="3"/>
                </a:moveTo>
                <a:cubicBezTo>
                  <a:pt x="4" y="3"/>
                  <a:pt x="6" y="5"/>
                  <a:pt x="10" y="5"/>
                </a:cubicBezTo>
                <a:cubicBezTo>
                  <a:pt x="10" y="3"/>
                  <a:pt x="9" y="4"/>
                  <a:pt x="9" y="2"/>
                </a:cubicBezTo>
                <a:cubicBezTo>
                  <a:pt x="6" y="2"/>
                  <a:pt x="3" y="1"/>
                  <a:pt x="1" y="0"/>
                </a:cubicBezTo>
                <a:cubicBezTo>
                  <a:pt x="0" y="1"/>
                  <a:pt x="0" y="1"/>
                  <a:pt x="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Freeform 91"/>
          <p:cNvSpPr/>
          <p:nvPr>
            <p:custDataLst>
              <p:tags r:id="rId68"/>
            </p:custDataLst>
          </p:nvPr>
        </p:nvSpPr>
        <p:spPr bwMode="auto">
          <a:xfrm>
            <a:off x="1073532" y="5559633"/>
            <a:ext cx="3175" cy="9525"/>
          </a:xfrm>
          <a:custGeom>
            <a:avLst/>
            <a:gdLst>
              <a:gd name="T0" fmla="*/ 0 w 2"/>
              <a:gd name="T1" fmla="*/ 2 h 5"/>
              <a:gd name="T2" fmla="*/ 1 w 2"/>
              <a:gd name="T3" fmla="*/ 5 h 5"/>
              <a:gd name="T4" fmla="*/ 2 w 2"/>
              <a:gd name="T5" fmla="*/ 1 h 5"/>
              <a:gd name="T6" fmla="*/ 0 w 2"/>
              <a:gd name="T7" fmla="*/ 2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5">
                <a:moveTo>
                  <a:pt x="0" y="2"/>
                </a:moveTo>
                <a:cubicBezTo>
                  <a:pt x="0" y="3"/>
                  <a:pt x="1" y="4"/>
                  <a:pt x="1" y="5"/>
                </a:cubicBezTo>
                <a:cubicBezTo>
                  <a:pt x="2" y="5"/>
                  <a:pt x="2" y="3"/>
                  <a:pt x="2" y="1"/>
                </a:cubicBezTo>
                <a:cubicBezTo>
                  <a:pt x="1" y="0"/>
                  <a:pt x="0" y="1"/>
                  <a:pt x="0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Freeform 92"/>
          <p:cNvSpPr/>
          <p:nvPr>
            <p:custDataLst>
              <p:tags r:id="rId69"/>
            </p:custDataLst>
          </p:nvPr>
        </p:nvSpPr>
        <p:spPr bwMode="auto">
          <a:xfrm>
            <a:off x="1075119" y="5572333"/>
            <a:ext cx="7938" cy="9525"/>
          </a:xfrm>
          <a:custGeom>
            <a:avLst/>
            <a:gdLst>
              <a:gd name="T0" fmla="*/ 0 w 4"/>
              <a:gd name="T1" fmla="*/ 3 h 6"/>
              <a:gd name="T2" fmla="*/ 3 w 4"/>
              <a:gd name="T3" fmla="*/ 6 h 6"/>
              <a:gd name="T4" fmla="*/ 4 w 4"/>
              <a:gd name="T5" fmla="*/ 2 h 6"/>
              <a:gd name="T6" fmla="*/ 0 w 4"/>
              <a:gd name="T7" fmla="*/ 3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6">
                <a:moveTo>
                  <a:pt x="0" y="3"/>
                </a:moveTo>
                <a:cubicBezTo>
                  <a:pt x="1" y="4"/>
                  <a:pt x="2" y="5"/>
                  <a:pt x="3" y="6"/>
                </a:cubicBezTo>
                <a:cubicBezTo>
                  <a:pt x="3" y="5"/>
                  <a:pt x="4" y="4"/>
                  <a:pt x="4" y="2"/>
                </a:cubicBezTo>
                <a:cubicBezTo>
                  <a:pt x="3" y="0"/>
                  <a:pt x="0" y="1"/>
                  <a:pt x="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Freeform 93"/>
          <p:cNvSpPr/>
          <p:nvPr>
            <p:custDataLst>
              <p:tags r:id="rId70"/>
            </p:custDataLst>
          </p:nvPr>
        </p:nvSpPr>
        <p:spPr bwMode="auto">
          <a:xfrm>
            <a:off x="1090994" y="5612021"/>
            <a:ext cx="9525" cy="7938"/>
          </a:xfrm>
          <a:custGeom>
            <a:avLst/>
            <a:gdLst>
              <a:gd name="T0" fmla="*/ 5 w 5"/>
              <a:gd name="T1" fmla="*/ 1 h 4"/>
              <a:gd name="T2" fmla="*/ 0 w 5"/>
              <a:gd name="T3" fmla="*/ 3 h 4"/>
              <a:gd name="T4" fmla="*/ 5 w 5"/>
              <a:gd name="T5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" h="4">
                <a:moveTo>
                  <a:pt x="5" y="1"/>
                </a:moveTo>
                <a:cubicBezTo>
                  <a:pt x="3" y="0"/>
                  <a:pt x="0" y="0"/>
                  <a:pt x="0" y="3"/>
                </a:cubicBezTo>
                <a:cubicBezTo>
                  <a:pt x="2" y="4"/>
                  <a:pt x="5" y="3"/>
                  <a:pt x="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Freeform 94"/>
          <p:cNvSpPr/>
          <p:nvPr>
            <p:custDataLst>
              <p:tags r:id="rId71"/>
            </p:custDataLst>
          </p:nvPr>
        </p:nvSpPr>
        <p:spPr bwMode="auto">
          <a:xfrm>
            <a:off x="1087819" y="5519946"/>
            <a:ext cx="17463" cy="26988"/>
          </a:xfrm>
          <a:custGeom>
            <a:avLst/>
            <a:gdLst>
              <a:gd name="T0" fmla="*/ 10 w 10"/>
              <a:gd name="T1" fmla="*/ 0 h 16"/>
              <a:gd name="T2" fmla="*/ 8 w 10"/>
              <a:gd name="T3" fmla="*/ 0 h 16"/>
              <a:gd name="T4" fmla="*/ 8 w 10"/>
              <a:gd name="T5" fmla="*/ 0 h 16"/>
              <a:gd name="T6" fmla="*/ 8 w 10"/>
              <a:gd name="T7" fmla="*/ 6 h 16"/>
              <a:gd name="T8" fmla="*/ 8 w 10"/>
              <a:gd name="T9" fmla="*/ 6 h 16"/>
              <a:gd name="T10" fmla="*/ 4 w 10"/>
              <a:gd name="T11" fmla="*/ 9 h 16"/>
              <a:gd name="T12" fmla="*/ 0 w 10"/>
              <a:gd name="T13" fmla="*/ 12 h 16"/>
              <a:gd name="T14" fmla="*/ 2 w 10"/>
              <a:gd name="T15" fmla="*/ 13 h 16"/>
              <a:gd name="T16" fmla="*/ 0 w 10"/>
              <a:gd name="T17" fmla="*/ 13 h 16"/>
              <a:gd name="T18" fmla="*/ 2 w 10"/>
              <a:gd name="T19" fmla="*/ 16 h 16"/>
              <a:gd name="T20" fmla="*/ 4 w 10"/>
              <a:gd name="T21" fmla="*/ 13 h 16"/>
              <a:gd name="T22" fmla="*/ 5 w 10"/>
              <a:gd name="T23" fmla="*/ 13 h 16"/>
              <a:gd name="T24" fmla="*/ 10 w 10"/>
              <a:gd name="T25" fmla="*/ 9 h 16"/>
              <a:gd name="T26" fmla="*/ 10 w 10"/>
              <a:gd name="T27" fmla="*/ 9 h 16"/>
              <a:gd name="T28" fmla="*/ 10 w 10"/>
              <a:gd name="T29" fmla="*/ 0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" h="16">
                <a:moveTo>
                  <a:pt x="10" y="0"/>
                </a:moveTo>
                <a:cubicBezTo>
                  <a:pt x="9" y="0"/>
                  <a:pt x="9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8" y="2"/>
                  <a:pt x="8" y="3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7" y="7"/>
                  <a:pt x="6" y="8"/>
                  <a:pt x="4" y="9"/>
                </a:cubicBezTo>
                <a:cubicBezTo>
                  <a:pt x="3" y="10"/>
                  <a:pt x="0" y="10"/>
                  <a:pt x="0" y="12"/>
                </a:cubicBezTo>
                <a:cubicBezTo>
                  <a:pt x="0" y="13"/>
                  <a:pt x="3" y="12"/>
                  <a:pt x="2" y="13"/>
                </a:cubicBezTo>
                <a:cubicBezTo>
                  <a:pt x="2" y="13"/>
                  <a:pt x="1" y="13"/>
                  <a:pt x="0" y="13"/>
                </a:cubicBezTo>
                <a:cubicBezTo>
                  <a:pt x="0" y="15"/>
                  <a:pt x="1" y="15"/>
                  <a:pt x="2" y="16"/>
                </a:cubicBezTo>
                <a:cubicBezTo>
                  <a:pt x="2" y="14"/>
                  <a:pt x="3" y="13"/>
                  <a:pt x="4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6" y="11"/>
                  <a:pt x="9" y="11"/>
                  <a:pt x="10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6"/>
                  <a:pt x="10" y="3"/>
                  <a:pt x="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Freeform 95"/>
          <p:cNvSpPr/>
          <p:nvPr>
            <p:custDataLst>
              <p:tags r:id="rId72"/>
            </p:custDataLst>
          </p:nvPr>
        </p:nvSpPr>
        <p:spPr bwMode="auto">
          <a:xfrm>
            <a:off x="1100519" y="5500896"/>
            <a:ext cx="3175" cy="6350"/>
          </a:xfrm>
          <a:custGeom>
            <a:avLst/>
            <a:gdLst>
              <a:gd name="T0" fmla="*/ 2 w 2"/>
              <a:gd name="T1" fmla="*/ 4 h 4"/>
              <a:gd name="T2" fmla="*/ 0 w 2"/>
              <a:gd name="T3" fmla="*/ 0 h 4"/>
              <a:gd name="T4" fmla="*/ 2 w 2"/>
              <a:gd name="T5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4">
                <a:moveTo>
                  <a:pt x="2" y="4"/>
                </a:moveTo>
                <a:cubicBezTo>
                  <a:pt x="1" y="3"/>
                  <a:pt x="1" y="1"/>
                  <a:pt x="0" y="0"/>
                </a:cubicBezTo>
                <a:cubicBezTo>
                  <a:pt x="0" y="2"/>
                  <a:pt x="0" y="4"/>
                  <a:pt x="2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Freeform 96"/>
          <p:cNvSpPr/>
          <p:nvPr>
            <p:custDataLst>
              <p:tags r:id="rId73"/>
            </p:custDataLst>
          </p:nvPr>
        </p:nvSpPr>
        <p:spPr bwMode="auto">
          <a:xfrm>
            <a:off x="1035432" y="5604083"/>
            <a:ext cx="19050" cy="25400"/>
          </a:xfrm>
          <a:custGeom>
            <a:avLst/>
            <a:gdLst>
              <a:gd name="T0" fmla="*/ 10 w 11"/>
              <a:gd name="T1" fmla="*/ 14 h 15"/>
              <a:gd name="T2" fmla="*/ 9 w 11"/>
              <a:gd name="T3" fmla="*/ 8 h 15"/>
              <a:gd name="T4" fmla="*/ 6 w 11"/>
              <a:gd name="T5" fmla="*/ 4 h 15"/>
              <a:gd name="T6" fmla="*/ 4 w 11"/>
              <a:gd name="T7" fmla="*/ 1 h 15"/>
              <a:gd name="T8" fmla="*/ 2 w 11"/>
              <a:gd name="T9" fmla="*/ 0 h 15"/>
              <a:gd name="T10" fmla="*/ 0 w 11"/>
              <a:gd name="T11" fmla="*/ 1 h 15"/>
              <a:gd name="T12" fmla="*/ 5 w 11"/>
              <a:gd name="T13" fmla="*/ 11 h 15"/>
              <a:gd name="T14" fmla="*/ 10 w 11"/>
              <a:gd name="T15" fmla="*/ 14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" h="15">
                <a:moveTo>
                  <a:pt x="10" y="14"/>
                </a:moveTo>
                <a:cubicBezTo>
                  <a:pt x="11" y="12"/>
                  <a:pt x="9" y="10"/>
                  <a:pt x="9" y="8"/>
                </a:cubicBezTo>
                <a:cubicBezTo>
                  <a:pt x="8" y="7"/>
                  <a:pt x="6" y="5"/>
                  <a:pt x="6" y="4"/>
                </a:cubicBezTo>
                <a:cubicBezTo>
                  <a:pt x="5" y="3"/>
                  <a:pt x="4" y="3"/>
                  <a:pt x="4" y="1"/>
                </a:cubicBezTo>
                <a:cubicBezTo>
                  <a:pt x="3" y="1"/>
                  <a:pt x="3" y="0"/>
                  <a:pt x="2" y="0"/>
                </a:cubicBezTo>
                <a:cubicBezTo>
                  <a:pt x="2" y="2"/>
                  <a:pt x="1" y="0"/>
                  <a:pt x="0" y="1"/>
                </a:cubicBezTo>
                <a:cubicBezTo>
                  <a:pt x="0" y="6"/>
                  <a:pt x="6" y="5"/>
                  <a:pt x="5" y="11"/>
                </a:cubicBezTo>
                <a:cubicBezTo>
                  <a:pt x="7" y="12"/>
                  <a:pt x="8" y="15"/>
                  <a:pt x="10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Freeform 97"/>
          <p:cNvSpPr/>
          <p:nvPr>
            <p:custDataLst>
              <p:tags r:id="rId74"/>
            </p:custDataLst>
          </p:nvPr>
        </p:nvSpPr>
        <p:spPr bwMode="auto">
          <a:xfrm>
            <a:off x="1008444" y="5594558"/>
            <a:ext cx="7938" cy="9525"/>
          </a:xfrm>
          <a:custGeom>
            <a:avLst/>
            <a:gdLst>
              <a:gd name="T0" fmla="*/ 2 w 4"/>
              <a:gd name="T1" fmla="*/ 5 h 5"/>
              <a:gd name="T2" fmla="*/ 4 w 4"/>
              <a:gd name="T3" fmla="*/ 3 h 5"/>
              <a:gd name="T4" fmla="*/ 2 w 4"/>
              <a:gd name="T5" fmla="*/ 0 h 5"/>
              <a:gd name="T6" fmla="*/ 2 w 4"/>
              <a:gd name="T7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" h="5">
                <a:moveTo>
                  <a:pt x="2" y="5"/>
                </a:moveTo>
                <a:cubicBezTo>
                  <a:pt x="3" y="5"/>
                  <a:pt x="3" y="3"/>
                  <a:pt x="4" y="3"/>
                </a:cubicBezTo>
                <a:cubicBezTo>
                  <a:pt x="3" y="2"/>
                  <a:pt x="3" y="1"/>
                  <a:pt x="2" y="0"/>
                </a:cubicBezTo>
                <a:cubicBezTo>
                  <a:pt x="2" y="3"/>
                  <a:pt x="0" y="3"/>
                  <a:pt x="2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Freeform 98"/>
          <p:cNvSpPr>
            <a:spLocks noEditPoints="1"/>
          </p:cNvSpPr>
          <p:nvPr>
            <p:custDataLst>
              <p:tags r:id="rId75"/>
            </p:custDataLst>
          </p:nvPr>
        </p:nvSpPr>
        <p:spPr bwMode="auto">
          <a:xfrm>
            <a:off x="790957" y="5386596"/>
            <a:ext cx="87313" cy="85725"/>
          </a:xfrm>
          <a:custGeom>
            <a:avLst/>
            <a:gdLst>
              <a:gd name="T0" fmla="*/ 16 w 50"/>
              <a:gd name="T1" fmla="*/ 47 h 49"/>
              <a:gd name="T2" fmla="*/ 18 w 50"/>
              <a:gd name="T3" fmla="*/ 47 h 49"/>
              <a:gd name="T4" fmla="*/ 21 w 50"/>
              <a:gd name="T5" fmla="*/ 49 h 49"/>
              <a:gd name="T6" fmla="*/ 22 w 50"/>
              <a:gd name="T7" fmla="*/ 47 h 49"/>
              <a:gd name="T8" fmla="*/ 24 w 50"/>
              <a:gd name="T9" fmla="*/ 40 h 49"/>
              <a:gd name="T10" fmla="*/ 25 w 50"/>
              <a:gd name="T11" fmla="*/ 38 h 49"/>
              <a:gd name="T12" fmla="*/ 29 w 50"/>
              <a:gd name="T13" fmla="*/ 38 h 49"/>
              <a:gd name="T14" fmla="*/ 30 w 50"/>
              <a:gd name="T15" fmla="*/ 36 h 49"/>
              <a:gd name="T16" fmla="*/ 35 w 50"/>
              <a:gd name="T17" fmla="*/ 33 h 49"/>
              <a:gd name="T18" fmla="*/ 38 w 50"/>
              <a:gd name="T19" fmla="*/ 30 h 49"/>
              <a:gd name="T20" fmla="*/ 34 w 50"/>
              <a:gd name="T21" fmla="*/ 29 h 49"/>
              <a:gd name="T22" fmla="*/ 36 w 50"/>
              <a:gd name="T23" fmla="*/ 28 h 49"/>
              <a:gd name="T24" fmla="*/ 40 w 50"/>
              <a:gd name="T25" fmla="*/ 30 h 49"/>
              <a:gd name="T26" fmla="*/ 39 w 50"/>
              <a:gd name="T27" fmla="*/ 27 h 49"/>
              <a:gd name="T28" fmla="*/ 41 w 50"/>
              <a:gd name="T29" fmla="*/ 28 h 49"/>
              <a:gd name="T30" fmla="*/ 40 w 50"/>
              <a:gd name="T31" fmla="*/ 25 h 49"/>
              <a:gd name="T32" fmla="*/ 42 w 50"/>
              <a:gd name="T33" fmla="*/ 17 h 49"/>
              <a:gd name="T34" fmla="*/ 45 w 50"/>
              <a:gd name="T35" fmla="*/ 17 h 49"/>
              <a:gd name="T36" fmla="*/ 42 w 50"/>
              <a:gd name="T37" fmla="*/ 14 h 49"/>
              <a:gd name="T38" fmla="*/ 44 w 50"/>
              <a:gd name="T39" fmla="*/ 13 h 49"/>
              <a:gd name="T40" fmla="*/ 44 w 50"/>
              <a:gd name="T41" fmla="*/ 10 h 49"/>
              <a:gd name="T42" fmla="*/ 47 w 50"/>
              <a:gd name="T43" fmla="*/ 9 h 49"/>
              <a:gd name="T44" fmla="*/ 50 w 50"/>
              <a:gd name="T45" fmla="*/ 8 h 49"/>
              <a:gd name="T46" fmla="*/ 48 w 50"/>
              <a:gd name="T47" fmla="*/ 7 h 49"/>
              <a:gd name="T48" fmla="*/ 46 w 50"/>
              <a:gd name="T49" fmla="*/ 5 h 49"/>
              <a:gd name="T50" fmla="*/ 41 w 50"/>
              <a:gd name="T51" fmla="*/ 6 h 49"/>
              <a:gd name="T52" fmla="*/ 45 w 50"/>
              <a:gd name="T53" fmla="*/ 3 h 49"/>
              <a:gd name="T54" fmla="*/ 40 w 50"/>
              <a:gd name="T55" fmla="*/ 2 h 49"/>
              <a:gd name="T56" fmla="*/ 37 w 50"/>
              <a:gd name="T57" fmla="*/ 2 h 49"/>
              <a:gd name="T58" fmla="*/ 35 w 50"/>
              <a:gd name="T59" fmla="*/ 1 h 49"/>
              <a:gd name="T60" fmla="*/ 28 w 50"/>
              <a:gd name="T61" fmla="*/ 2 h 49"/>
              <a:gd name="T62" fmla="*/ 23 w 50"/>
              <a:gd name="T63" fmla="*/ 2 h 49"/>
              <a:gd name="T64" fmla="*/ 23 w 50"/>
              <a:gd name="T65" fmla="*/ 6 h 49"/>
              <a:gd name="T66" fmla="*/ 16 w 50"/>
              <a:gd name="T67" fmla="*/ 5 h 49"/>
              <a:gd name="T68" fmla="*/ 6 w 50"/>
              <a:gd name="T69" fmla="*/ 9 h 49"/>
              <a:gd name="T70" fmla="*/ 8 w 50"/>
              <a:gd name="T71" fmla="*/ 11 h 49"/>
              <a:gd name="T72" fmla="*/ 3 w 50"/>
              <a:gd name="T73" fmla="*/ 14 h 49"/>
              <a:gd name="T74" fmla="*/ 0 w 50"/>
              <a:gd name="T75" fmla="*/ 15 h 49"/>
              <a:gd name="T76" fmla="*/ 2 w 50"/>
              <a:gd name="T77" fmla="*/ 16 h 49"/>
              <a:gd name="T78" fmla="*/ 4 w 50"/>
              <a:gd name="T79" fmla="*/ 16 h 49"/>
              <a:gd name="T80" fmla="*/ 7 w 50"/>
              <a:gd name="T81" fmla="*/ 16 h 49"/>
              <a:gd name="T82" fmla="*/ 2 w 50"/>
              <a:gd name="T83" fmla="*/ 17 h 49"/>
              <a:gd name="T84" fmla="*/ 5 w 50"/>
              <a:gd name="T85" fmla="*/ 20 h 49"/>
              <a:gd name="T86" fmla="*/ 7 w 50"/>
              <a:gd name="T87" fmla="*/ 19 h 49"/>
              <a:gd name="T88" fmla="*/ 12 w 50"/>
              <a:gd name="T89" fmla="*/ 20 h 49"/>
              <a:gd name="T90" fmla="*/ 13 w 50"/>
              <a:gd name="T91" fmla="*/ 24 h 49"/>
              <a:gd name="T92" fmla="*/ 12 w 50"/>
              <a:gd name="T93" fmla="*/ 28 h 49"/>
              <a:gd name="T94" fmla="*/ 15 w 50"/>
              <a:gd name="T95" fmla="*/ 27 h 49"/>
              <a:gd name="T96" fmla="*/ 13 w 50"/>
              <a:gd name="T97" fmla="*/ 29 h 49"/>
              <a:gd name="T98" fmla="*/ 16 w 50"/>
              <a:gd name="T99" fmla="*/ 32 h 49"/>
              <a:gd name="T100" fmla="*/ 14 w 50"/>
              <a:gd name="T101" fmla="*/ 34 h 49"/>
              <a:gd name="T102" fmla="*/ 13 w 50"/>
              <a:gd name="T103" fmla="*/ 37 h 49"/>
              <a:gd name="T104" fmla="*/ 16 w 50"/>
              <a:gd name="T105" fmla="*/ 47 h 49"/>
              <a:gd name="T106" fmla="*/ 38 w 50"/>
              <a:gd name="T107" fmla="*/ 27 h 49"/>
              <a:gd name="T108" fmla="*/ 39 w 50"/>
              <a:gd name="T109" fmla="*/ 24 h 49"/>
              <a:gd name="T110" fmla="*/ 38 w 50"/>
              <a:gd name="T111" fmla="*/ 27 h 49"/>
              <a:gd name="T112" fmla="*/ 41 w 50"/>
              <a:gd name="T113" fmla="*/ 4 h 49"/>
              <a:gd name="T114" fmla="*/ 39 w 50"/>
              <a:gd name="T115" fmla="*/ 7 h 49"/>
              <a:gd name="T116" fmla="*/ 34 w 50"/>
              <a:gd name="T117" fmla="*/ 6 h 49"/>
              <a:gd name="T118" fmla="*/ 41 w 50"/>
              <a:gd name="T119" fmla="*/ 4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0" h="49">
                <a:moveTo>
                  <a:pt x="16" y="47"/>
                </a:moveTo>
                <a:cubicBezTo>
                  <a:pt x="17" y="47"/>
                  <a:pt x="18" y="47"/>
                  <a:pt x="18" y="47"/>
                </a:cubicBezTo>
                <a:cubicBezTo>
                  <a:pt x="20" y="47"/>
                  <a:pt x="19" y="49"/>
                  <a:pt x="21" y="49"/>
                </a:cubicBezTo>
                <a:cubicBezTo>
                  <a:pt x="21" y="48"/>
                  <a:pt x="21" y="47"/>
                  <a:pt x="22" y="47"/>
                </a:cubicBezTo>
                <a:cubicBezTo>
                  <a:pt x="22" y="43"/>
                  <a:pt x="24" y="43"/>
                  <a:pt x="24" y="40"/>
                </a:cubicBezTo>
                <a:cubicBezTo>
                  <a:pt x="25" y="40"/>
                  <a:pt x="24" y="38"/>
                  <a:pt x="25" y="38"/>
                </a:cubicBezTo>
                <a:cubicBezTo>
                  <a:pt x="27" y="39"/>
                  <a:pt x="27" y="37"/>
                  <a:pt x="29" y="38"/>
                </a:cubicBezTo>
                <a:cubicBezTo>
                  <a:pt x="29" y="37"/>
                  <a:pt x="30" y="37"/>
                  <a:pt x="30" y="36"/>
                </a:cubicBezTo>
                <a:cubicBezTo>
                  <a:pt x="32" y="36"/>
                  <a:pt x="33" y="34"/>
                  <a:pt x="35" y="33"/>
                </a:cubicBezTo>
                <a:cubicBezTo>
                  <a:pt x="35" y="32"/>
                  <a:pt x="39" y="31"/>
                  <a:pt x="38" y="30"/>
                </a:cubicBezTo>
                <a:cubicBezTo>
                  <a:pt x="37" y="31"/>
                  <a:pt x="35" y="29"/>
                  <a:pt x="34" y="29"/>
                </a:cubicBezTo>
                <a:cubicBezTo>
                  <a:pt x="35" y="29"/>
                  <a:pt x="35" y="27"/>
                  <a:pt x="36" y="28"/>
                </a:cubicBezTo>
                <a:cubicBezTo>
                  <a:pt x="37" y="28"/>
                  <a:pt x="38" y="30"/>
                  <a:pt x="40" y="30"/>
                </a:cubicBezTo>
                <a:cubicBezTo>
                  <a:pt x="41" y="28"/>
                  <a:pt x="38" y="28"/>
                  <a:pt x="39" y="27"/>
                </a:cubicBezTo>
                <a:cubicBezTo>
                  <a:pt x="40" y="27"/>
                  <a:pt x="40" y="27"/>
                  <a:pt x="41" y="28"/>
                </a:cubicBezTo>
                <a:cubicBezTo>
                  <a:pt x="41" y="26"/>
                  <a:pt x="40" y="26"/>
                  <a:pt x="40" y="25"/>
                </a:cubicBezTo>
                <a:cubicBezTo>
                  <a:pt x="43" y="25"/>
                  <a:pt x="42" y="20"/>
                  <a:pt x="42" y="17"/>
                </a:cubicBezTo>
                <a:cubicBezTo>
                  <a:pt x="43" y="17"/>
                  <a:pt x="44" y="17"/>
                  <a:pt x="45" y="17"/>
                </a:cubicBezTo>
                <a:cubicBezTo>
                  <a:pt x="45" y="15"/>
                  <a:pt x="43" y="15"/>
                  <a:pt x="42" y="14"/>
                </a:cubicBezTo>
                <a:cubicBezTo>
                  <a:pt x="43" y="14"/>
                  <a:pt x="43" y="13"/>
                  <a:pt x="44" y="13"/>
                </a:cubicBezTo>
                <a:cubicBezTo>
                  <a:pt x="45" y="12"/>
                  <a:pt x="44" y="12"/>
                  <a:pt x="44" y="10"/>
                </a:cubicBezTo>
                <a:cubicBezTo>
                  <a:pt x="46" y="11"/>
                  <a:pt x="45" y="9"/>
                  <a:pt x="47" y="9"/>
                </a:cubicBezTo>
                <a:cubicBezTo>
                  <a:pt x="47" y="9"/>
                  <a:pt x="50" y="10"/>
                  <a:pt x="50" y="8"/>
                </a:cubicBezTo>
                <a:cubicBezTo>
                  <a:pt x="50" y="6"/>
                  <a:pt x="48" y="8"/>
                  <a:pt x="48" y="7"/>
                </a:cubicBezTo>
                <a:cubicBezTo>
                  <a:pt x="47" y="7"/>
                  <a:pt x="47" y="5"/>
                  <a:pt x="46" y="5"/>
                </a:cubicBezTo>
                <a:cubicBezTo>
                  <a:pt x="44" y="5"/>
                  <a:pt x="42" y="7"/>
                  <a:pt x="41" y="6"/>
                </a:cubicBezTo>
                <a:cubicBezTo>
                  <a:pt x="42" y="4"/>
                  <a:pt x="45" y="5"/>
                  <a:pt x="45" y="3"/>
                </a:cubicBezTo>
                <a:cubicBezTo>
                  <a:pt x="44" y="2"/>
                  <a:pt x="43" y="1"/>
                  <a:pt x="40" y="2"/>
                </a:cubicBezTo>
                <a:cubicBezTo>
                  <a:pt x="39" y="1"/>
                  <a:pt x="38" y="0"/>
                  <a:pt x="37" y="2"/>
                </a:cubicBezTo>
                <a:cubicBezTo>
                  <a:pt x="37" y="1"/>
                  <a:pt x="36" y="1"/>
                  <a:pt x="35" y="1"/>
                </a:cubicBezTo>
                <a:cubicBezTo>
                  <a:pt x="33" y="2"/>
                  <a:pt x="29" y="0"/>
                  <a:pt x="28" y="2"/>
                </a:cubicBezTo>
                <a:cubicBezTo>
                  <a:pt x="26" y="2"/>
                  <a:pt x="24" y="1"/>
                  <a:pt x="23" y="2"/>
                </a:cubicBezTo>
                <a:cubicBezTo>
                  <a:pt x="23" y="3"/>
                  <a:pt x="24" y="6"/>
                  <a:pt x="23" y="6"/>
                </a:cubicBezTo>
                <a:cubicBezTo>
                  <a:pt x="20" y="5"/>
                  <a:pt x="19" y="6"/>
                  <a:pt x="16" y="5"/>
                </a:cubicBezTo>
                <a:cubicBezTo>
                  <a:pt x="12" y="6"/>
                  <a:pt x="10" y="9"/>
                  <a:pt x="6" y="9"/>
                </a:cubicBezTo>
                <a:cubicBezTo>
                  <a:pt x="6" y="11"/>
                  <a:pt x="8" y="10"/>
                  <a:pt x="8" y="11"/>
                </a:cubicBezTo>
                <a:cubicBezTo>
                  <a:pt x="7" y="12"/>
                  <a:pt x="4" y="12"/>
                  <a:pt x="3" y="14"/>
                </a:cubicBezTo>
                <a:cubicBezTo>
                  <a:pt x="2" y="13"/>
                  <a:pt x="1" y="13"/>
                  <a:pt x="0" y="15"/>
                </a:cubicBezTo>
                <a:cubicBezTo>
                  <a:pt x="2" y="15"/>
                  <a:pt x="2" y="16"/>
                  <a:pt x="2" y="16"/>
                </a:cubicBezTo>
                <a:cubicBezTo>
                  <a:pt x="2" y="15"/>
                  <a:pt x="4" y="15"/>
                  <a:pt x="4" y="16"/>
                </a:cubicBezTo>
                <a:cubicBezTo>
                  <a:pt x="5" y="16"/>
                  <a:pt x="7" y="14"/>
                  <a:pt x="7" y="16"/>
                </a:cubicBezTo>
                <a:cubicBezTo>
                  <a:pt x="6" y="17"/>
                  <a:pt x="3" y="16"/>
                  <a:pt x="2" y="17"/>
                </a:cubicBezTo>
                <a:cubicBezTo>
                  <a:pt x="2" y="19"/>
                  <a:pt x="4" y="19"/>
                  <a:pt x="5" y="20"/>
                </a:cubicBezTo>
                <a:cubicBezTo>
                  <a:pt x="7" y="20"/>
                  <a:pt x="6" y="18"/>
                  <a:pt x="7" y="19"/>
                </a:cubicBezTo>
                <a:cubicBezTo>
                  <a:pt x="8" y="20"/>
                  <a:pt x="10" y="21"/>
                  <a:pt x="12" y="20"/>
                </a:cubicBezTo>
                <a:cubicBezTo>
                  <a:pt x="12" y="22"/>
                  <a:pt x="12" y="23"/>
                  <a:pt x="13" y="24"/>
                </a:cubicBezTo>
                <a:cubicBezTo>
                  <a:pt x="13" y="26"/>
                  <a:pt x="12" y="26"/>
                  <a:pt x="12" y="28"/>
                </a:cubicBezTo>
                <a:cubicBezTo>
                  <a:pt x="14" y="29"/>
                  <a:pt x="14" y="26"/>
                  <a:pt x="15" y="27"/>
                </a:cubicBezTo>
                <a:cubicBezTo>
                  <a:pt x="16" y="29"/>
                  <a:pt x="14" y="29"/>
                  <a:pt x="13" y="29"/>
                </a:cubicBezTo>
                <a:cubicBezTo>
                  <a:pt x="13" y="31"/>
                  <a:pt x="16" y="30"/>
                  <a:pt x="16" y="32"/>
                </a:cubicBezTo>
                <a:cubicBezTo>
                  <a:pt x="16" y="33"/>
                  <a:pt x="14" y="33"/>
                  <a:pt x="14" y="34"/>
                </a:cubicBezTo>
                <a:cubicBezTo>
                  <a:pt x="15" y="35"/>
                  <a:pt x="12" y="35"/>
                  <a:pt x="13" y="37"/>
                </a:cubicBezTo>
                <a:cubicBezTo>
                  <a:pt x="16" y="39"/>
                  <a:pt x="14" y="44"/>
                  <a:pt x="16" y="47"/>
                </a:cubicBezTo>
                <a:close/>
                <a:moveTo>
                  <a:pt x="38" y="27"/>
                </a:moveTo>
                <a:cubicBezTo>
                  <a:pt x="37" y="26"/>
                  <a:pt x="38" y="24"/>
                  <a:pt x="39" y="24"/>
                </a:cubicBezTo>
                <a:cubicBezTo>
                  <a:pt x="39" y="25"/>
                  <a:pt x="38" y="26"/>
                  <a:pt x="38" y="27"/>
                </a:cubicBezTo>
                <a:close/>
                <a:moveTo>
                  <a:pt x="41" y="4"/>
                </a:moveTo>
                <a:cubicBezTo>
                  <a:pt x="41" y="6"/>
                  <a:pt x="40" y="6"/>
                  <a:pt x="39" y="7"/>
                </a:cubicBezTo>
                <a:cubicBezTo>
                  <a:pt x="38" y="6"/>
                  <a:pt x="36" y="6"/>
                  <a:pt x="34" y="6"/>
                </a:cubicBezTo>
                <a:cubicBezTo>
                  <a:pt x="35" y="4"/>
                  <a:pt x="39" y="5"/>
                  <a:pt x="41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Freeform 99"/>
          <p:cNvSpPr/>
          <p:nvPr>
            <p:custDataLst>
              <p:tags r:id="rId76"/>
            </p:custDataLst>
          </p:nvPr>
        </p:nvSpPr>
        <p:spPr bwMode="auto">
          <a:xfrm>
            <a:off x="889382" y="5397708"/>
            <a:ext cx="26988" cy="23813"/>
          </a:xfrm>
          <a:custGeom>
            <a:avLst/>
            <a:gdLst>
              <a:gd name="T0" fmla="*/ 0 w 15"/>
              <a:gd name="T1" fmla="*/ 4 h 14"/>
              <a:gd name="T2" fmla="*/ 2 w 15"/>
              <a:gd name="T3" fmla="*/ 7 h 14"/>
              <a:gd name="T4" fmla="*/ 2 w 15"/>
              <a:gd name="T5" fmla="*/ 9 h 14"/>
              <a:gd name="T6" fmla="*/ 6 w 15"/>
              <a:gd name="T7" fmla="*/ 7 h 14"/>
              <a:gd name="T8" fmla="*/ 4 w 15"/>
              <a:gd name="T9" fmla="*/ 11 h 14"/>
              <a:gd name="T10" fmla="*/ 7 w 15"/>
              <a:gd name="T11" fmla="*/ 12 h 14"/>
              <a:gd name="T12" fmla="*/ 9 w 15"/>
              <a:gd name="T13" fmla="*/ 14 h 14"/>
              <a:gd name="T14" fmla="*/ 10 w 15"/>
              <a:gd name="T15" fmla="*/ 9 h 14"/>
              <a:gd name="T16" fmla="*/ 14 w 15"/>
              <a:gd name="T17" fmla="*/ 11 h 14"/>
              <a:gd name="T18" fmla="*/ 11 w 15"/>
              <a:gd name="T19" fmla="*/ 5 h 14"/>
              <a:gd name="T20" fmla="*/ 9 w 15"/>
              <a:gd name="T21" fmla="*/ 5 h 14"/>
              <a:gd name="T22" fmla="*/ 7 w 15"/>
              <a:gd name="T23" fmla="*/ 4 h 14"/>
              <a:gd name="T24" fmla="*/ 5 w 15"/>
              <a:gd name="T25" fmla="*/ 2 h 14"/>
              <a:gd name="T26" fmla="*/ 5 w 15"/>
              <a:gd name="T27" fmla="*/ 4 h 14"/>
              <a:gd name="T28" fmla="*/ 0 w 15"/>
              <a:gd name="T29" fmla="*/ 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5" h="14">
                <a:moveTo>
                  <a:pt x="0" y="4"/>
                </a:moveTo>
                <a:cubicBezTo>
                  <a:pt x="0" y="6"/>
                  <a:pt x="2" y="6"/>
                  <a:pt x="2" y="7"/>
                </a:cubicBezTo>
                <a:cubicBezTo>
                  <a:pt x="2" y="8"/>
                  <a:pt x="1" y="8"/>
                  <a:pt x="2" y="9"/>
                </a:cubicBezTo>
                <a:cubicBezTo>
                  <a:pt x="4" y="9"/>
                  <a:pt x="4" y="7"/>
                  <a:pt x="6" y="7"/>
                </a:cubicBezTo>
                <a:cubicBezTo>
                  <a:pt x="6" y="9"/>
                  <a:pt x="4" y="9"/>
                  <a:pt x="4" y="11"/>
                </a:cubicBezTo>
                <a:cubicBezTo>
                  <a:pt x="4" y="12"/>
                  <a:pt x="5" y="13"/>
                  <a:pt x="7" y="12"/>
                </a:cubicBezTo>
                <a:cubicBezTo>
                  <a:pt x="6" y="14"/>
                  <a:pt x="7" y="14"/>
                  <a:pt x="9" y="14"/>
                </a:cubicBezTo>
                <a:cubicBezTo>
                  <a:pt x="9" y="12"/>
                  <a:pt x="9" y="10"/>
                  <a:pt x="10" y="9"/>
                </a:cubicBezTo>
                <a:cubicBezTo>
                  <a:pt x="11" y="10"/>
                  <a:pt x="11" y="12"/>
                  <a:pt x="14" y="11"/>
                </a:cubicBezTo>
                <a:cubicBezTo>
                  <a:pt x="15" y="7"/>
                  <a:pt x="12" y="7"/>
                  <a:pt x="11" y="5"/>
                </a:cubicBezTo>
                <a:cubicBezTo>
                  <a:pt x="11" y="6"/>
                  <a:pt x="10" y="5"/>
                  <a:pt x="9" y="5"/>
                </a:cubicBezTo>
                <a:cubicBezTo>
                  <a:pt x="8" y="5"/>
                  <a:pt x="8" y="5"/>
                  <a:pt x="7" y="4"/>
                </a:cubicBezTo>
                <a:cubicBezTo>
                  <a:pt x="8" y="3"/>
                  <a:pt x="7" y="1"/>
                  <a:pt x="5" y="2"/>
                </a:cubicBezTo>
                <a:cubicBezTo>
                  <a:pt x="4" y="2"/>
                  <a:pt x="6" y="4"/>
                  <a:pt x="5" y="4"/>
                </a:cubicBezTo>
                <a:cubicBezTo>
                  <a:pt x="4" y="2"/>
                  <a:pt x="0" y="0"/>
                  <a:pt x="0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Freeform 100"/>
          <p:cNvSpPr/>
          <p:nvPr>
            <p:custDataLst>
              <p:tags r:id="rId77"/>
            </p:custDataLst>
          </p:nvPr>
        </p:nvSpPr>
        <p:spPr bwMode="auto">
          <a:xfrm>
            <a:off x="905257" y="5399296"/>
            <a:ext cx="19050" cy="6350"/>
          </a:xfrm>
          <a:custGeom>
            <a:avLst/>
            <a:gdLst>
              <a:gd name="T0" fmla="*/ 9 w 11"/>
              <a:gd name="T1" fmla="*/ 3 h 4"/>
              <a:gd name="T2" fmla="*/ 10 w 11"/>
              <a:gd name="T3" fmla="*/ 1 h 4"/>
              <a:gd name="T4" fmla="*/ 0 w 11"/>
              <a:gd name="T5" fmla="*/ 0 h 4"/>
              <a:gd name="T6" fmla="*/ 0 w 11"/>
              <a:gd name="T7" fmla="*/ 2 h 4"/>
              <a:gd name="T8" fmla="*/ 9 w 11"/>
              <a:gd name="T9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9" y="3"/>
                </a:moveTo>
                <a:cubicBezTo>
                  <a:pt x="9" y="2"/>
                  <a:pt x="11" y="3"/>
                  <a:pt x="10" y="1"/>
                </a:cubicBezTo>
                <a:cubicBezTo>
                  <a:pt x="7" y="0"/>
                  <a:pt x="3" y="0"/>
                  <a:pt x="0" y="0"/>
                </a:cubicBezTo>
                <a:cubicBezTo>
                  <a:pt x="0" y="0"/>
                  <a:pt x="0" y="1"/>
                  <a:pt x="0" y="2"/>
                </a:cubicBezTo>
                <a:cubicBezTo>
                  <a:pt x="3" y="2"/>
                  <a:pt x="5" y="4"/>
                  <a:pt x="9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Freeform 101"/>
          <p:cNvSpPr/>
          <p:nvPr>
            <p:custDataLst>
              <p:tags r:id="rId78"/>
            </p:custDataLst>
          </p:nvPr>
        </p:nvSpPr>
        <p:spPr bwMode="auto">
          <a:xfrm>
            <a:off x="862394" y="5485021"/>
            <a:ext cx="6350" cy="7938"/>
          </a:xfrm>
          <a:custGeom>
            <a:avLst/>
            <a:gdLst>
              <a:gd name="T0" fmla="*/ 2 w 4"/>
              <a:gd name="T1" fmla="*/ 0 h 5"/>
              <a:gd name="T2" fmla="*/ 1 w 4"/>
              <a:gd name="T3" fmla="*/ 1 h 5"/>
              <a:gd name="T4" fmla="*/ 1 w 4"/>
              <a:gd name="T5" fmla="*/ 5 h 5"/>
              <a:gd name="T6" fmla="*/ 4 w 4"/>
              <a:gd name="T7" fmla="*/ 4 h 5"/>
              <a:gd name="T8" fmla="*/ 4 w 4"/>
              <a:gd name="T9" fmla="*/ 0 h 5"/>
              <a:gd name="T10" fmla="*/ 2 w 4"/>
              <a:gd name="T11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5">
                <a:moveTo>
                  <a:pt x="2" y="0"/>
                </a:moveTo>
                <a:cubicBezTo>
                  <a:pt x="2" y="2"/>
                  <a:pt x="1" y="0"/>
                  <a:pt x="1" y="1"/>
                </a:cubicBezTo>
                <a:cubicBezTo>
                  <a:pt x="1" y="3"/>
                  <a:pt x="0" y="4"/>
                  <a:pt x="1" y="5"/>
                </a:cubicBezTo>
                <a:cubicBezTo>
                  <a:pt x="2" y="4"/>
                  <a:pt x="3" y="5"/>
                  <a:pt x="4" y="4"/>
                </a:cubicBezTo>
                <a:cubicBezTo>
                  <a:pt x="4" y="2"/>
                  <a:pt x="4" y="2"/>
                  <a:pt x="4" y="0"/>
                </a:cubicBezTo>
                <a:cubicBezTo>
                  <a:pt x="3" y="0"/>
                  <a:pt x="3" y="0"/>
                  <a:pt x="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Freeform 102"/>
          <p:cNvSpPr/>
          <p:nvPr>
            <p:custDataLst>
              <p:tags r:id="rId79"/>
            </p:custDataLst>
          </p:nvPr>
        </p:nvSpPr>
        <p:spPr bwMode="auto">
          <a:xfrm>
            <a:off x="857632" y="5448508"/>
            <a:ext cx="17463" cy="11113"/>
          </a:xfrm>
          <a:custGeom>
            <a:avLst/>
            <a:gdLst>
              <a:gd name="T0" fmla="*/ 9 w 10"/>
              <a:gd name="T1" fmla="*/ 6 h 7"/>
              <a:gd name="T2" fmla="*/ 9 w 10"/>
              <a:gd name="T3" fmla="*/ 1 h 7"/>
              <a:gd name="T4" fmla="*/ 5 w 10"/>
              <a:gd name="T5" fmla="*/ 2 h 7"/>
              <a:gd name="T6" fmla="*/ 2 w 10"/>
              <a:gd name="T7" fmla="*/ 0 h 7"/>
              <a:gd name="T8" fmla="*/ 0 w 10"/>
              <a:gd name="T9" fmla="*/ 3 h 7"/>
              <a:gd name="T10" fmla="*/ 2 w 10"/>
              <a:gd name="T11" fmla="*/ 3 h 7"/>
              <a:gd name="T12" fmla="*/ 1 w 10"/>
              <a:gd name="T13" fmla="*/ 5 h 7"/>
              <a:gd name="T14" fmla="*/ 4 w 10"/>
              <a:gd name="T15" fmla="*/ 7 h 7"/>
              <a:gd name="T16" fmla="*/ 7 w 10"/>
              <a:gd name="T17" fmla="*/ 7 h 7"/>
              <a:gd name="T18" fmla="*/ 9 w 10"/>
              <a:gd name="T19" fmla="*/ 6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" h="7">
                <a:moveTo>
                  <a:pt x="9" y="6"/>
                </a:moveTo>
                <a:cubicBezTo>
                  <a:pt x="10" y="3"/>
                  <a:pt x="8" y="3"/>
                  <a:pt x="9" y="1"/>
                </a:cubicBezTo>
                <a:cubicBezTo>
                  <a:pt x="7" y="2"/>
                  <a:pt x="6" y="1"/>
                  <a:pt x="5" y="2"/>
                </a:cubicBezTo>
                <a:cubicBezTo>
                  <a:pt x="3" y="1"/>
                  <a:pt x="3" y="0"/>
                  <a:pt x="2" y="0"/>
                </a:cubicBezTo>
                <a:cubicBezTo>
                  <a:pt x="3" y="2"/>
                  <a:pt x="1" y="1"/>
                  <a:pt x="0" y="3"/>
                </a:cubicBezTo>
                <a:cubicBezTo>
                  <a:pt x="2" y="3"/>
                  <a:pt x="2" y="2"/>
                  <a:pt x="2" y="3"/>
                </a:cubicBezTo>
                <a:cubicBezTo>
                  <a:pt x="2" y="4"/>
                  <a:pt x="1" y="4"/>
                  <a:pt x="1" y="5"/>
                </a:cubicBezTo>
                <a:cubicBezTo>
                  <a:pt x="3" y="5"/>
                  <a:pt x="3" y="7"/>
                  <a:pt x="4" y="7"/>
                </a:cubicBezTo>
                <a:cubicBezTo>
                  <a:pt x="4" y="6"/>
                  <a:pt x="7" y="7"/>
                  <a:pt x="7" y="7"/>
                </a:cubicBezTo>
                <a:cubicBezTo>
                  <a:pt x="7" y="6"/>
                  <a:pt x="9" y="6"/>
                  <a:pt x="9" y="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2" name="Freeform 103"/>
          <p:cNvSpPr/>
          <p:nvPr>
            <p:custDataLst>
              <p:tags r:id="rId80"/>
            </p:custDataLst>
          </p:nvPr>
        </p:nvSpPr>
        <p:spPr bwMode="auto">
          <a:xfrm>
            <a:off x="952882" y="5415171"/>
            <a:ext cx="22225" cy="25400"/>
          </a:xfrm>
          <a:custGeom>
            <a:avLst/>
            <a:gdLst>
              <a:gd name="T0" fmla="*/ 1 w 13"/>
              <a:gd name="T1" fmla="*/ 9 h 15"/>
              <a:gd name="T2" fmla="*/ 0 w 13"/>
              <a:gd name="T3" fmla="*/ 12 h 15"/>
              <a:gd name="T4" fmla="*/ 4 w 13"/>
              <a:gd name="T5" fmla="*/ 15 h 15"/>
              <a:gd name="T6" fmla="*/ 5 w 13"/>
              <a:gd name="T7" fmla="*/ 14 h 15"/>
              <a:gd name="T8" fmla="*/ 3 w 13"/>
              <a:gd name="T9" fmla="*/ 8 h 15"/>
              <a:gd name="T10" fmla="*/ 9 w 13"/>
              <a:gd name="T11" fmla="*/ 4 h 15"/>
              <a:gd name="T12" fmla="*/ 13 w 13"/>
              <a:gd name="T13" fmla="*/ 0 h 15"/>
              <a:gd name="T14" fmla="*/ 11 w 13"/>
              <a:gd name="T15" fmla="*/ 0 h 15"/>
              <a:gd name="T16" fmla="*/ 11 w 13"/>
              <a:gd name="T17" fmla="*/ 1 h 15"/>
              <a:gd name="T18" fmla="*/ 3 w 13"/>
              <a:gd name="T19" fmla="*/ 4 h 15"/>
              <a:gd name="T20" fmla="*/ 1 w 13"/>
              <a:gd name="T21" fmla="*/ 9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5">
                <a:moveTo>
                  <a:pt x="1" y="9"/>
                </a:moveTo>
                <a:cubicBezTo>
                  <a:pt x="1" y="10"/>
                  <a:pt x="0" y="10"/>
                  <a:pt x="0" y="12"/>
                </a:cubicBezTo>
                <a:cubicBezTo>
                  <a:pt x="1" y="13"/>
                  <a:pt x="2" y="14"/>
                  <a:pt x="4" y="15"/>
                </a:cubicBezTo>
                <a:cubicBezTo>
                  <a:pt x="4" y="14"/>
                  <a:pt x="4" y="14"/>
                  <a:pt x="5" y="14"/>
                </a:cubicBezTo>
                <a:cubicBezTo>
                  <a:pt x="4" y="11"/>
                  <a:pt x="2" y="11"/>
                  <a:pt x="3" y="8"/>
                </a:cubicBezTo>
                <a:cubicBezTo>
                  <a:pt x="6" y="7"/>
                  <a:pt x="7" y="5"/>
                  <a:pt x="9" y="4"/>
                </a:cubicBezTo>
                <a:cubicBezTo>
                  <a:pt x="11" y="4"/>
                  <a:pt x="13" y="3"/>
                  <a:pt x="13" y="0"/>
                </a:cubicBezTo>
                <a:cubicBezTo>
                  <a:pt x="12" y="0"/>
                  <a:pt x="12" y="0"/>
                  <a:pt x="11" y="0"/>
                </a:cubicBezTo>
                <a:cubicBezTo>
                  <a:pt x="11" y="1"/>
                  <a:pt x="11" y="1"/>
                  <a:pt x="11" y="1"/>
                </a:cubicBezTo>
                <a:cubicBezTo>
                  <a:pt x="8" y="2"/>
                  <a:pt x="5" y="3"/>
                  <a:pt x="3" y="4"/>
                </a:cubicBezTo>
                <a:cubicBezTo>
                  <a:pt x="3" y="7"/>
                  <a:pt x="1" y="6"/>
                  <a:pt x="1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Freeform 104"/>
          <p:cNvSpPr/>
          <p:nvPr>
            <p:custDataLst>
              <p:tags r:id="rId81"/>
            </p:custDataLst>
          </p:nvPr>
        </p:nvSpPr>
        <p:spPr bwMode="auto">
          <a:xfrm>
            <a:off x="957644" y="5399296"/>
            <a:ext cx="7938" cy="6350"/>
          </a:xfrm>
          <a:custGeom>
            <a:avLst/>
            <a:gdLst>
              <a:gd name="T0" fmla="*/ 0 w 4"/>
              <a:gd name="T1" fmla="*/ 3 h 4"/>
              <a:gd name="T2" fmla="*/ 4 w 4"/>
              <a:gd name="T3" fmla="*/ 2 h 4"/>
              <a:gd name="T4" fmla="*/ 0 w 4"/>
              <a:gd name="T5" fmla="*/ 3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" h="4">
                <a:moveTo>
                  <a:pt x="0" y="3"/>
                </a:moveTo>
                <a:cubicBezTo>
                  <a:pt x="1" y="4"/>
                  <a:pt x="2" y="2"/>
                  <a:pt x="4" y="2"/>
                </a:cubicBezTo>
                <a:cubicBezTo>
                  <a:pt x="4" y="0"/>
                  <a:pt x="0" y="1"/>
                  <a:pt x="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Freeform 105"/>
          <p:cNvSpPr/>
          <p:nvPr>
            <p:custDataLst>
              <p:tags r:id="rId82"/>
            </p:custDataLst>
          </p:nvPr>
        </p:nvSpPr>
        <p:spPr bwMode="auto">
          <a:xfrm>
            <a:off x="1003682" y="5402471"/>
            <a:ext cx="12700" cy="7938"/>
          </a:xfrm>
          <a:custGeom>
            <a:avLst/>
            <a:gdLst>
              <a:gd name="T0" fmla="*/ 4 w 7"/>
              <a:gd name="T1" fmla="*/ 0 h 5"/>
              <a:gd name="T2" fmla="*/ 0 w 7"/>
              <a:gd name="T3" fmla="*/ 0 h 5"/>
              <a:gd name="T4" fmla="*/ 0 w 7"/>
              <a:gd name="T5" fmla="*/ 3 h 5"/>
              <a:gd name="T6" fmla="*/ 7 w 7"/>
              <a:gd name="T7" fmla="*/ 2 h 5"/>
              <a:gd name="T8" fmla="*/ 7 w 7"/>
              <a:gd name="T9" fmla="*/ 2 h 5"/>
              <a:gd name="T10" fmla="*/ 4 w 7"/>
              <a:gd name="T11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" h="5">
                <a:moveTo>
                  <a:pt x="4" y="0"/>
                </a:moveTo>
                <a:cubicBezTo>
                  <a:pt x="3" y="0"/>
                  <a:pt x="1" y="0"/>
                  <a:pt x="0" y="0"/>
                </a:cubicBezTo>
                <a:cubicBezTo>
                  <a:pt x="0" y="1"/>
                  <a:pt x="0" y="2"/>
                  <a:pt x="0" y="3"/>
                </a:cubicBezTo>
                <a:cubicBezTo>
                  <a:pt x="3" y="3"/>
                  <a:pt x="6" y="5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1"/>
                  <a:pt x="5" y="0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Freeform 106"/>
          <p:cNvSpPr/>
          <p:nvPr>
            <p:custDataLst>
              <p:tags r:id="rId83"/>
            </p:custDataLst>
          </p:nvPr>
        </p:nvSpPr>
        <p:spPr bwMode="auto">
          <a:xfrm>
            <a:off x="762382" y="5454858"/>
            <a:ext cx="11113" cy="11113"/>
          </a:xfrm>
          <a:custGeom>
            <a:avLst/>
            <a:gdLst>
              <a:gd name="T0" fmla="*/ 2 w 6"/>
              <a:gd name="T1" fmla="*/ 0 h 6"/>
              <a:gd name="T2" fmla="*/ 0 w 6"/>
              <a:gd name="T3" fmla="*/ 3 h 6"/>
              <a:gd name="T4" fmla="*/ 3 w 6"/>
              <a:gd name="T5" fmla="*/ 5 h 6"/>
              <a:gd name="T6" fmla="*/ 6 w 6"/>
              <a:gd name="T7" fmla="*/ 3 h 6"/>
              <a:gd name="T8" fmla="*/ 5 w 6"/>
              <a:gd name="T9" fmla="*/ 1 h 6"/>
              <a:gd name="T10" fmla="*/ 2 w 6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6">
                <a:moveTo>
                  <a:pt x="2" y="0"/>
                </a:moveTo>
                <a:cubicBezTo>
                  <a:pt x="2" y="1"/>
                  <a:pt x="2" y="3"/>
                  <a:pt x="0" y="3"/>
                </a:cubicBezTo>
                <a:cubicBezTo>
                  <a:pt x="1" y="4"/>
                  <a:pt x="2" y="5"/>
                  <a:pt x="3" y="5"/>
                </a:cubicBezTo>
                <a:cubicBezTo>
                  <a:pt x="3" y="1"/>
                  <a:pt x="6" y="6"/>
                  <a:pt x="6" y="3"/>
                </a:cubicBezTo>
                <a:cubicBezTo>
                  <a:pt x="5" y="3"/>
                  <a:pt x="6" y="2"/>
                  <a:pt x="5" y="1"/>
                </a:cubicBezTo>
                <a:cubicBezTo>
                  <a:pt x="4" y="1"/>
                  <a:pt x="4" y="0"/>
                  <a:pt x="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Freeform 107"/>
          <p:cNvSpPr/>
          <p:nvPr>
            <p:custDataLst>
              <p:tags r:id="rId84"/>
            </p:custDataLst>
          </p:nvPr>
        </p:nvSpPr>
        <p:spPr bwMode="auto">
          <a:xfrm>
            <a:off x="781432" y="5575508"/>
            <a:ext cx="4763" cy="3175"/>
          </a:xfrm>
          <a:custGeom>
            <a:avLst/>
            <a:gdLst>
              <a:gd name="T0" fmla="*/ 0 w 3"/>
              <a:gd name="T1" fmla="*/ 2 h 2"/>
              <a:gd name="T2" fmla="*/ 2 w 3"/>
              <a:gd name="T3" fmla="*/ 0 h 2"/>
              <a:gd name="T4" fmla="*/ 0 w 3"/>
              <a:gd name="T5" fmla="*/ 0 h 2"/>
              <a:gd name="T6" fmla="*/ 0 w 3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0" y="2"/>
                </a:moveTo>
                <a:cubicBezTo>
                  <a:pt x="1" y="2"/>
                  <a:pt x="3" y="2"/>
                  <a:pt x="2" y="0"/>
                </a:cubicBez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1"/>
                  <a:pt x="0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Freeform 108"/>
          <p:cNvSpPr/>
          <p:nvPr>
            <p:custDataLst>
              <p:tags r:id="rId85"/>
            </p:custDataLst>
          </p:nvPr>
        </p:nvSpPr>
        <p:spPr bwMode="auto">
          <a:xfrm>
            <a:off x="754444" y="5567571"/>
            <a:ext cx="25400" cy="11113"/>
          </a:xfrm>
          <a:custGeom>
            <a:avLst/>
            <a:gdLst>
              <a:gd name="T0" fmla="*/ 9 w 15"/>
              <a:gd name="T1" fmla="*/ 6 h 7"/>
              <a:gd name="T2" fmla="*/ 12 w 15"/>
              <a:gd name="T3" fmla="*/ 7 h 7"/>
              <a:gd name="T4" fmla="*/ 15 w 15"/>
              <a:gd name="T5" fmla="*/ 6 h 7"/>
              <a:gd name="T6" fmla="*/ 10 w 15"/>
              <a:gd name="T7" fmla="*/ 3 h 7"/>
              <a:gd name="T8" fmla="*/ 9 w 15"/>
              <a:gd name="T9" fmla="*/ 1 h 7"/>
              <a:gd name="T10" fmla="*/ 7 w 15"/>
              <a:gd name="T11" fmla="*/ 0 h 7"/>
              <a:gd name="T12" fmla="*/ 1 w 15"/>
              <a:gd name="T13" fmla="*/ 0 h 7"/>
              <a:gd name="T14" fmla="*/ 0 w 15"/>
              <a:gd name="T15" fmla="*/ 2 h 7"/>
              <a:gd name="T16" fmla="*/ 3 w 15"/>
              <a:gd name="T17" fmla="*/ 1 h 7"/>
              <a:gd name="T18" fmla="*/ 7 w 15"/>
              <a:gd name="T19" fmla="*/ 4 h 7"/>
              <a:gd name="T20" fmla="*/ 10 w 15"/>
              <a:gd name="T21" fmla="*/ 4 h 7"/>
              <a:gd name="T22" fmla="*/ 9 w 15"/>
              <a:gd name="T23" fmla="*/ 6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" h="7">
                <a:moveTo>
                  <a:pt x="9" y="6"/>
                </a:moveTo>
                <a:cubicBezTo>
                  <a:pt x="11" y="6"/>
                  <a:pt x="11" y="7"/>
                  <a:pt x="12" y="7"/>
                </a:cubicBezTo>
                <a:cubicBezTo>
                  <a:pt x="12" y="6"/>
                  <a:pt x="14" y="6"/>
                  <a:pt x="15" y="6"/>
                </a:cubicBezTo>
                <a:cubicBezTo>
                  <a:pt x="14" y="3"/>
                  <a:pt x="12" y="3"/>
                  <a:pt x="10" y="3"/>
                </a:cubicBezTo>
                <a:cubicBezTo>
                  <a:pt x="10" y="2"/>
                  <a:pt x="9" y="2"/>
                  <a:pt x="9" y="1"/>
                </a:cubicBezTo>
                <a:cubicBezTo>
                  <a:pt x="8" y="1"/>
                  <a:pt x="7" y="1"/>
                  <a:pt x="7" y="0"/>
                </a:cubicBezTo>
                <a:cubicBezTo>
                  <a:pt x="5" y="0"/>
                  <a:pt x="3" y="0"/>
                  <a:pt x="1" y="0"/>
                </a:cubicBezTo>
                <a:cubicBezTo>
                  <a:pt x="1" y="1"/>
                  <a:pt x="0" y="1"/>
                  <a:pt x="0" y="2"/>
                </a:cubicBezTo>
                <a:cubicBezTo>
                  <a:pt x="2" y="2"/>
                  <a:pt x="1" y="0"/>
                  <a:pt x="3" y="1"/>
                </a:cubicBezTo>
                <a:cubicBezTo>
                  <a:pt x="5" y="1"/>
                  <a:pt x="5" y="4"/>
                  <a:pt x="7" y="4"/>
                </a:cubicBezTo>
                <a:cubicBezTo>
                  <a:pt x="8" y="4"/>
                  <a:pt x="10" y="3"/>
                  <a:pt x="10" y="4"/>
                </a:cubicBezTo>
                <a:cubicBezTo>
                  <a:pt x="9" y="4"/>
                  <a:pt x="9" y="5"/>
                  <a:pt x="9" y="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Freeform 109"/>
          <p:cNvSpPr/>
          <p:nvPr>
            <p:custDataLst>
              <p:tags r:id="rId86"/>
            </p:custDataLst>
          </p:nvPr>
        </p:nvSpPr>
        <p:spPr bwMode="auto">
          <a:xfrm>
            <a:off x="762382" y="5575508"/>
            <a:ext cx="4763" cy="3175"/>
          </a:xfrm>
          <a:custGeom>
            <a:avLst/>
            <a:gdLst>
              <a:gd name="T0" fmla="*/ 0 w 3"/>
              <a:gd name="T1" fmla="*/ 0 h 2"/>
              <a:gd name="T2" fmla="*/ 0 w 3"/>
              <a:gd name="T3" fmla="*/ 2 h 2"/>
              <a:gd name="T4" fmla="*/ 3 w 3"/>
              <a:gd name="T5" fmla="*/ 2 h 2"/>
              <a:gd name="T6" fmla="*/ 0 w 3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0" y="0"/>
                </a:moveTo>
                <a:cubicBezTo>
                  <a:pt x="0" y="1"/>
                  <a:pt x="0" y="1"/>
                  <a:pt x="0" y="2"/>
                </a:cubicBezTo>
                <a:cubicBezTo>
                  <a:pt x="1" y="2"/>
                  <a:pt x="1" y="2"/>
                  <a:pt x="3" y="2"/>
                </a:cubicBezTo>
                <a:cubicBezTo>
                  <a:pt x="3" y="0"/>
                  <a:pt x="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Freeform 110"/>
          <p:cNvSpPr/>
          <p:nvPr>
            <p:custDataLst>
              <p:tags r:id="rId87"/>
            </p:custDataLst>
          </p:nvPr>
        </p:nvSpPr>
        <p:spPr bwMode="auto">
          <a:xfrm>
            <a:off x="762382" y="5561221"/>
            <a:ext cx="3175" cy="3175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0"/>
                  <a:pt x="0" y="1"/>
                  <a:pt x="0" y="2"/>
                </a:cubicBezTo>
                <a:cubicBezTo>
                  <a:pt x="1" y="2"/>
                  <a:pt x="2" y="2"/>
                  <a:pt x="2" y="2"/>
                </a:cubicBezTo>
                <a:cubicBezTo>
                  <a:pt x="2" y="0"/>
                  <a:pt x="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Freeform 111"/>
          <p:cNvSpPr/>
          <p:nvPr>
            <p:custDataLst>
              <p:tags r:id="rId88"/>
            </p:custDataLst>
          </p:nvPr>
        </p:nvSpPr>
        <p:spPr bwMode="auto">
          <a:xfrm>
            <a:off x="767144" y="5561221"/>
            <a:ext cx="4763" cy="3175"/>
          </a:xfrm>
          <a:custGeom>
            <a:avLst/>
            <a:gdLst>
              <a:gd name="T0" fmla="*/ 1 w 2"/>
              <a:gd name="T1" fmla="*/ 0 h 2"/>
              <a:gd name="T2" fmla="*/ 0 w 2"/>
              <a:gd name="T3" fmla="*/ 0 h 2"/>
              <a:gd name="T4" fmla="*/ 2 w 2"/>
              <a:gd name="T5" fmla="*/ 2 h 2"/>
              <a:gd name="T6" fmla="*/ 1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0" y="1"/>
                  <a:pt x="0" y="2"/>
                  <a:pt x="2" y="2"/>
                </a:cubicBezTo>
                <a:cubicBezTo>
                  <a:pt x="2" y="1"/>
                  <a:pt x="2" y="0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1" name="Freeform 112"/>
          <p:cNvSpPr/>
          <p:nvPr>
            <p:custDataLst>
              <p:tags r:id="rId89"/>
            </p:custDataLst>
          </p:nvPr>
        </p:nvSpPr>
        <p:spPr bwMode="auto">
          <a:xfrm>
            <a:off x="771907" y="5564396"/>
            <a:ext cx="3175" cy="4763"/>
          </a:xfrm>
          <a:custGeom>
            <a:avLst/>
            <a:gdLst>
              <a:gd name="T0" fmla="*/ 0 w 2"/>
              <a:gd name="T1" fmla="*/ 0 h 2"/>
              <a:gd name="T2" fmla="*/ 0 w 2"/>
              <a:gd name="T3" fmla="*/ 2 h 2"/>
              <a:gd name="T4" fmla="*/ 2 w 2"/>
              <a:gd name="T5" fmla="*/ 2 h 2"/>
              <a:gd name="T6" fmla="*/ 0 w 2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cubicBezTo>
                  <a:pt x="0" y="0"/>
                  <a:pt x="0" y="1"/>
                  <a:pt x="0" y="2"/>
                </a:cubicBezTo>
                <a:cubicBezTo>
                  <a:pt x="1" y="2"/>
                  <a:pt x="1" y="2"/>
                  <a:pt x="2" y="2"/>
                </a:cubicBezTo>
                <a:cubicBezTo>
                  <a:pt x="2" y="0"/>
                  <a:pt x="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Freeform 113"/>
          <p:cNvSpPr/>
          <p:nvPr>
            <p:custDataLst>
              <p:tags r:id="rId90"/>
            </p:custDataLst>
          </p:nvPr>
        </p:nvSpPr>
        <p:spPr bwMode="auto">
          <a:xfrm>
            <a:off x="773494" y="5567571"/>
            <a:ext cx="4763" cy="4763"/>
          </a:xfrm>
          <a:custGeom>
            <a:avLst/>
            <a:gdLst>
              <a:gd name="T0" fmla="*/ 2 w 3"/>
              <a:gd name="T1" fmla="*/ 1 h 3"/>
              <a:gd name="T2" fmla="*/ 1 w 3"/>
              <a:gd name="T3" fmla="*/ 1 h 3"/>
              <a:gd name="T4" fmla="*/ 2 w 3"/>
              <a:gd name="T5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3">
                <a:moveTo>
                  <a:pt x="2" y="1"/>
                </a:moveTo>
                <a:cubicBezTo>
                  <a:pt x="2" y="0"/>
                  <a:pt x="1" y="1"/>
                  <a:pt x="1" y="1"/>
                </a:cubicBezTo>
                <a:cubicBezTo>
                  <a:pt x="0" y="2"/>
                  <a:pt x="3" y="3"/>
                  <a:pt x="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Freeform 114"/>
          <p:cNvSpPr/>
          <p:nvPr>
            <p:custDataLst>
              <p:tags r:id="rId91"/>
            </p:custDataLst>
          </p:nvPr>
        </p:nvSpPr>
        <p:spPr bwMode="auto">
          <a:xfrm>
            <a:off x="1092582" y="5616783"/>
            <a:ext cx="17463" cy="19050"/>
          </a:xfrm>
          <a:custGeom>
            <a:avLst/>
            <a:gdLst>
              <a:gd name="T0" fmla="*/ 8 w 10"/>
              <a:gd name="T1" fmla="*/ 10 h 10"/>
              <a:gd name="T2" fmla="*/ 10 w 10"/>
              <a:gd name="T3" fmla="*/ 1 h 10"/>
              <a:gd name="T4" fmla="*/ 8 w 10"/>
              <a:gd name="T5" fmla="*/ 0 h 10"/>
              <a:gd name="T6" fmla="*/ 8 w 10"/>
              <a:gd name="T7" fmla="*/ 0 h 10"/>
              <a:gd name="T8" fmla="*/ 5 w 10"/>
              <a:gd name="T9" fmla="*/ 0 h 10"/>
              <a:gd name="T10" fmla="*/ 4 w 10"/>
              <a:gd name="T11" fmla="*/ 2 h 10"/>
              <a:gd name="T12" fmla="*/ 2 w 10"/>
              <a:gd name="T13" fmla="*/ 1 h 10"/>
              <a:gd name="T14" fmla="*/ 1 w 10"/>
              <a:gd name="T15" fmla="*/ 2 h 10"/>
              <a:gd name="T16" fmla="*/ 3 w 10"/>
              <a:gd name="T17" fmla="*/ 2 h 10"/>
              <a:gd name="T18" fmla="*/ 6 w 10"/>
              <a:gd name="T19" fmla="*/ 6 h 10"/>
              <a:gd name="T20" fmla="*/ 8 w 10"/>
              <a:gd name="T21" fmla="*/ 7 h 10"/>
              <a:gd name="T22" fmla="*/ 8 w 10"/>
              <a:gd name="T2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" h="10">
                <a:moveTo>
                  <a:pt x="8" y="10"/>
                </a:moveTo>
                <a:cubicBezTo>
                  <a:pt x="9" y="7"/>
                  <a:pt x="10" y="4"/>
                  <a:pt x="10" y="1"/>
                </a:cubicBezTo>
                <a:cubicBezTo>
                  <a:pt x="10" y="1"/>
                  <a:pt x="9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7" y="0"/>
                  <a:pt x="6" y="0"/>
                  <a:pt x="5" y="0"/>
                </a:cubicBezTo>
                <a:cubicBezTo>
                  <a:pt x="5" y="1"/>
                  <a:pt x="5" y="2"/>
                  <a:pt x="4" y="2"/>
                </a:cubicBezTo>
                <a:cubicBezTo>
                  <a:pt x="3" y="2"/>
                  <a:pt x="3" y="0"/>
                  <a:pt x="2" y="1"/>
                </a:cubicBezTo>
                <a:cubicBezTo>
                  <a:pt x="2" y="2"/>
                  <a:pt x="0" y="1"/>
                  <a:pt x="1" y="2"/>
                </a:cubicBezTo>
                <a:cubicBezTo>
                  <a:pt x="1" y="4"/>
                  <a:pt x="2" y="2"/>
                  <a:pt x="3" y="2"/>
                </a:cubicBezTo>
                <a:cubicBezTo>
                  <a:pt x="4" y="4"/>
                  <a:pt x="5" y="4"/>
                  <a:pt x="6" y="6"/>
                </a:cubicBezTo>
                <a:cubicBezTo>
                  <a:pt x="7" y="6"/>
                  <a:pt x="8" y="6"/>
                  <a:pt x="8" y="7"/>
                </a:cubicBezTo>
                <a:cubicBezTo>
                  <a:pt x="8" y="8"/>
                  <a:pt x="8" y="9"/>
                  <a:pt x="8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Freeform 115"/>
          <p:cNvSpPr/>
          <p:nvPr>
            <p:custDataLst>
              <p:tags r:id="rId92"/>
            </p:custDataLst>
          </p:nvPr>
        </p:nvSpPr>
        <p:spPr bwMode="auto">
          <a:xfrm>
            <a:off x="776669" y="5421521"/>
            <a:ext cx="1588" cy="0"/>
          </a:xfrm>
          <a:custGeom>
            <a:avLst/>
            <a:gdLst>
              <a:gd name="T0" fmla="*/ 0 w 1"/>
              <a:gd name="T1" fmla="*/ 1 w 1"/>
              <a:gd name="T2" fmla="*/ 0 w 1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1">
                <a:moveTo>
                  <a:pt x="0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Freeform 116"/>
          <p:cNvSpPr/>
          <p:nvPr>
            <p:custDataLst>
              <p:tags r:id="rId93"/>
            </p:custDataLst>
          </p:nvPr>
        </p:nvSpPr>
        <p:spPr bwMode="auto">
          <a:xfrm>
            <a:off x="1067182" y="5524708"/>
            <a:ext cx="4763" cy="7938"/>
          </a:xfrm>
          <a:custGeom>
            <a:avLst/>
            <a:gdLst>
              <a:gd name="T0" fmla="*/ 3 w 3"/>
              <a:gd name="T1" fmla="*/ 1 h 4"/>
              <a:gd name="T2" fmla="*/ 0 w 3"/>
              <a:gd name="T3" fmla="*/ 3 h 4"/>
              <a:gd name="T4" fmla="*/ 3 w 3"/>
              <a:gd name="T5" fmla="*/ 3 h 4"/>
              <a:gd name="T6" fmla="*/ 3 w 3"/>
              <a:gd name="T7" fmla="*/ 1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4">
                <a:moveTo>
                  <a:pt x="3" y="1"/>
                </a:moveTo>
                <a:cubicBezTo>
                  <a:pt x="1" y="0"/>
                  <a:pt x="1" y="2"/>
                  <a:pt x="0" y="3"/>
                </a:cubicBezTo>
                <a:cubicBezTo>
                  <a:pt x="1" y="2"/>
                  <a:pt x="3" y="4"/>
                  <a:pt x="3" y="3"/>
                </a:cubicBezTo>
                <a:cubicBezTo>
                  <a:pt x="3" y="2"/>
                  <a:pt x="3" y="1"/>
                  <a:pt x="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" name="Freeform 117"/>
          <p:cNvSpPr/>
          <p:nvPr>
            <p:custDataLst>
              <p:tags r:id="rId94"/>
            </p:custDataLst>
          </p:nvPr>
        </p:nvSpPr>
        <p:spPr bwMode="auto">
          <a:xfrm>
            <a:off x="1032257" y="5426283"/>
            <a:ext cx="1588" cy="3175"/>
          </a:xfrm>
          <a:custGeom>
            <a:avLst/>
            <a:gdLst>
              <a:gd name="T0" fmla="*/ 0 w 1"/>
              <a:gd name="T1" fmla="*/ 1 h 1"/>
              <a:gd name="T2" fmla="*/ 0 w 1"/>
              <a:gd name="T3" fmla="*/ 1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1"/>
                  <a:pt x="0" y="1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Freeform 118"/>
          <p:cNvSpPr/>
          <p:nvPr>
            <p:custDataLst>
              <p:tags r:id="rId95"/>
            </p:custDataLst>
          </p:nvPr>
        </p:nvSpPr>
        <p:spPr bwMode="auto">
          <a:xfrm>
            <a:off x="1033844" y="5426283"/>
            <a:ext cx="1588" cy="3175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0"/>
                  <a:pt x="1" y="0"/>
                </a:cubicBezTo>
                <a:cubicBezTo>
                  <a:pt x="0" y="0"/>
                  <a:pt x="0" y="0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Freeform 119"/>
          <p:cNvSpPr/>
          <p:nvPr>
            <p:custDataLst>
              <p:tags r:id="rId96"/>
            </p:custDataLst>
          </p:nvPr>
        </p:nvSpPr>
        <p:spPr bwMode="auto">
          <a:xfrm>
            <a:off x="984632" y="5440571"/>
            <a:ext cx="4763" cy="1588"/>
          </a:xfrm>
          <a:custGeom>
            <a:avLst/>
            <a:gdLst>
              <a:gd name="T0" fmla="*/ 1 w 3"/>
              <a:gd name="T1" fmla="*/ 0 h 1"/>
              <a:gd name="T2" fmla="*/ 2 w 3"/>
              <a:gd name="T3" fmla="*/ 1 h 1"/>
              <a:gd name="T4" fmla="*/ 1 w 3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" h="1">
                <a:moveTo>
                  <a:pt x="1" y="0"/>
                </a:moveTo>
                <a:cubicBezTo>
                  <a:pt x="0" y="1"/>
                  <a:pt x="1" y="1"/>
                  <a:pt x="2" y="1"/>
                </a:cubicBezTo>
                <a:cubicBezTo>
                  <a:pt x="3" y="0"/>
                  <a:pt x="1" y="1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" name="Freeform 120"/>
          <p:cNvSpPr/>
          <p:nvPr>
            <p:custDataLst>
              <p:tags r:id="rId97"/>
            </p:custDataLst>
          </p:nvPr>
        </p:nvSpPr>
        <p:spPr bwMode="auto">
          <a:xfrm flipH="1">
            <a:off x="711582" y="5556458"/>
            <a:ext cx="0" cy="1588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1"/>
                  <a:pt x="0" y="1"/>
                  <a:pt x="0" y="0"/>
                </a:cubicBez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Freeform 121"/>
          <p:cNvSpPr/>
          <p:nvPr>
            <p:custDataLst>
              <p:tags r:id="rId98"/>
            </p:custDataLst>
          </p:nvPr>
        </p:nvSpPr>
        <p:spPr bwMode="auto">
          <a:xfrm flipH="1">
            <a:off x="895732" y="5518358"/>
            <a:ext cx="0" cy="1588"/>
          </a:xfrm>
          <a:custGeom>
            <a:avLst/>
            <a:gdLst>
              <a:gd name="T0" fmla="*/ 1 h 1"/>
              <a:gd name="T1" fmla="*/ 0 h 1"/>
              <a:gd name="T2" fmla="*/ 1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1"/>
                </a:moveTo>
                <a:cubicBezTo>
                  <a:pt x="0" y="1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Freeform 122"/>
          <p:cNvSpPr/>
          <p:nvPr>
            <p:custDataLst>
              <p:tags r:id="rId99"/>
            </p:custDataLst>
          </p:nvPr>
        </p:nvSpPr>
        <p:spPr bwMode="auto">
          <a:xfrm>
            <a:off x="895732" y="5453271"/>
            <a:ext cx="20638" cy="34925"/>
          </a:xfrm>
          <a:custGeom>
            <a:avLst/>
            <a:gdLst>
              <a:gd name="T0" fmla="*/ 11 w 12"/>
              <a:gd name="T1" fmla="*/ 0 h 20"/>
              <a:gd name="T2" fmla="*/ 6 w 12"/>
              <a:gd name="T3" fmla="*/ 9 h 20"/>
              <a:gd name="T4" fmla="*/ 7 w 12"/>
              <a:gd name="T5" fmla="*/ 12 h 20"/>
              <a:gd name="T6" fmla="*/ 5 w 12"/>
              <a:gd name="T7" fmla="*/ 18 h 20"/>
              <a:gd name="T8" fmla="*/ 0 w 12"/>
              <a:gd name="T9" fmla="*/ 13 h 20"/>
              <a:gd name="T10" fmla="*/ 2 w 12"/>
              <a:gd name="T11" fmla="*/ 18 h 20"/>
              <a:gd name="T12" fmla="*/ 2 w 12"/>
              <a:gd name="T13" fmla="*/ 19 h 20"/>
              <a:gd name="T14" fmla="*/ 3 w 12"/>
              <a:gd name="T15" fmla="*/ 20 h 20"/>
              <a:gd name="T16" fmla="*/ 5 w 12"/>
              <a:gd name="T17" fmla="*/ 18 h 20"/>
              <a:gd name="T18" fmla="*/ 8 w 12"/>
              <a:gd name="T19" fmla="*/ 18 h 20"/>
              <a:gd name="T20" fmla="*/ 10 w 12"/>
              <a:gd name="T21" fmla="*/ 12 h 20"/>
              <a:gd name="T22" fmla="*/ 12 w 12"/>
              <a:gd name="T23" fmla="*/ 14 h 20"/>
              <a:gd name="T24" fmla="*/ 12 w 12"/>
              <a:gd name="T25" fmla="*/ 9 h 20"/>
              <a:gd name="T26" fmla="*/ 8 w 12"/>
              <a:gd name="T27" fmla="*/ 8 h 20"/>
              <a:gd name="T28" fmla="*/ 12 w 12"/>
              <a:gd name="T29" fmla="*/ 1 h 20"/>
              <a:gd name="T30" fmla="*/ 11 w 12"/>
              <a:gd name="T31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" h="20">
                <a:moveTo>
                  <a:pt x="11" y="0"/>
                </a:moveTo>
                <a:cubicBezTo>
                  <a:pt x="9" y="3"/>
                  <a:pt x="7" y="5"/>
                  <a:pt x="6" y="9"/>
                </a:cubicBezTo>
                <a:cubicBezTo>
                  <a:pt x="7" y="10"/>
                  <a:pt x="7" y="11"/>
                  <a:pt x="7" y="12"/>
                </a:cubicBezTo>
                <a:cubicBezTo>
                  <a:pt x="6" y="14"/>
                  <a:pt x="6" y="16"/>
                  <a:pt x="5" y="18"/>
                </a:cubicBezTo>
                <a:cubicBezTo>
                  <a:pt x="1" y="20"/>
                  <a:pt x="2" y="13"/>
                  <a:pt x="0" y="13"/>
                </a:cubicBezTo>
                <a:cubicBezTo>
                  <a:pt x="0" y="15"/>
                  <a:pt x="1" y="17"/>
                  <a:pt x="2" y="18"/>
                </a:cubicBezTo>
                <a:cubicBezTo>
                  <a:pt x="1" y="18"/>
                  <a:pt x="1" y="19"/>
                  <a:pt x="2" y="19"/>
                </a:cubicBezTo>
                <a:cubicBezTo>
                  <a:pt x="2" y="18"/>
                  <a:pt x="3" y="19"/>
                  <a:pt x="3" y="20"/>
                </a:cubicBezTo>
                <a:cubicBezTo>
                  <a:pt x="4" y="20"/>
                  <a:pt x="4" y="19"/>
                  <a:pt x="5" y="18"/>
                </a:cubicBezTo>
                <a:cubicBezTo>
                  <a:pt x="6" y="18"/>
                  <a:pt x="7" y="18"/>
                  <a:pt x="8" y="18"/>
                </a:cubicBezTo>
                <a:cubicBezTo>
                  <a:pt x="10" y="17"/>
                  <a:pt x="9" y="14"/>
                  <a:pt x="10" y="12"/>
                </a:cubicBezTo>
                <a:cubicBezTo>
                  <a:pt x="12" y="11"/>
                  <a:pt x="11" y="14"/>
                  <a:pt x="12" y="14"/>
                </a:cubicBezTo>
                <a:cubicBezTo>
                  <a:pt x="12" y="13"/>
                  <a:pt x="12" y="11"/>
                  <a:pt x="12" y="9"/>
                </a:cubicBezTo>
                <a:cubicBezTo>
                  <a:pt x="10" y="9"/>
                  <a:pt x="9" y="9"/>
                  <a:pt x="8" y="8"/>
                </a:cubicBezTo>
                <a:cubicBezTo>
                  <a:pt x="8" y="4"/>
                  <a:pt x="11" y="4"/>
                  <a:pt x="12" y="1"/>
                </a:cubicBezTo>
                <a:cubicBezTo>
                  <a:pt x="11" y="0"/>
                  <a:pt x="11" y="0"/>
                  <a:pt x="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" name="Freeform 123"/>
          <p:cNvSpPr/>
          <p:nvPr>
            <p:custDataLst>
              <p:tags r:id="rId100"/>
            </p:custDataLst>
          </p:nvPr>
        </p:nvSpPr>
        <p:spPr bwMode="auto">
          <a:xfrm>
            <a:off x="798894" y="5489783"/>
            <a:ext cx="1588" cy="1588"/>
          </a:xfrm>
          <a:custGeom>
            <a:avLst/>
            <a:gdLst>
              <a:gd name="T0" fmla="*/ 1 w 1"/>
              <a:gd name="T1" fmla="*/ 0 h 1"/>
              <a:gd name="T2" fmla="*/ 1 w 1"/>
              <a:gd name="T3" fmla="*/ 1 h 1"/>
              <a:gd name="T4" fmla="*/ 1 w 1"/>
              <a:gd name="T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1" y="0"/>
                  <a:pt x="0" y="0"/>
                  <a:pt x="1" y="1"/>
                </a:cubicBezTo>
                <a:cubicBezTo>
                  <a:pt x="1" y="1"/>
                  <a:pt x="1" y="0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Freeform 124"/>
          <p:cNvSpPr/>
          <p:nvPr>
            <p:custDataLst>
              <p:tags r:id="rId101"/>
            </p:custDataLst>
          </p:nvPr>
        </p:nvSpPr>
        <p:spPr bwMode="auto">
          <a:xfrm>
            <a:off x="1052894" y="5570746"/>
            <a:ext cx="6350" cy="9525"/>
          </a:xfrm>
          <a:custGeom>
            <a:avLst/>
            <a:gdLst>
              <a:gd name="T0" fmla="*/ 1 w 4"/>
              <a:gd name="T1" fmla="*/ 1 h 6"/>
              <a:gd name="T2" fmla="*/ 2 w 4"/>
              <a:gd name="T3" fmla="*/ 5 h 6"/>
              <a:gd name="T4" fmla="*/ 4 w 4"/>
              <a:gd name="T5" fmla="*/ 6 h 6"/>
              <a:gd name="T6" fmla="*/ 4 w 4"/>
              <a:gd name="T7" fmla="*/ 2 h 6"/>
              <a:gd name="T8" fmla="*/ 1 w 4"/>
              <a:gd name="T9" fmla="*/ 1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" h="6">
                <a:moveTo>
                  <a:pt x="1" y="1"/>
                </a:moveTo>
                <a:cubicBezTo>
                  <a:pt x="0" y="3"/>
                  <a:pt x="2" y="3"/>
                  <a:pt x="2" y="5"/>
                </a:cubicBezTo>
                <a:cubicBezTo>
                  <a:pt x="2" y="5"/>
                  <a:pt x="3" y="5"/>
                  <a:pt x="4" y="6"/>
                </a:cubicBezTo>
                <a:cubicBezTo>
                  <a:pt x="3" y="3"/>
                  <a:pt x="3" y="4"/>
                  <a:pt x="4" y="2"/>
                </a:cubicBezTo>
                <a:cubicBezTo>
                  <a:pt x="2" y="3"/>
                  <a:pt x="2" y="0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Freeform 125"/>
          <p:cNvSpPr/>
          <p:nvPr>
            <p:custDataLst>
              <p:tags r:id="rId102"/>
            </p:custDataLst>
          </p:nvPr>
        </p:nvSpPr>
        <p:spPr bwMode="auto">
          <a:xfrm>
            <a:off x="930657" y="5450096"/>
            <a:ext cx="7938" cy="7938"/>
          </a:xfrm>
          <a:custGeom>
            <a:avLst/>
            <a:gdLst>
              <a:gd name="T0" fmla="*/ 0 w 5"/>
              <a:gd name="T1" fmla="*/ 0 h 5"/>
              <a:gd name="T2" fmla="*/ 2 w 5"/>
              <a:gd name="T3" fmla="*/ 4 h 5"/>
              <a:gd name="T4" fmla="*/ 3 w 5"/>
              <a:gd name="T5" fmla="*/ 3 h 5"/>
              <a:gd name="T6" fmla="*/ 5 w 5"/>
              <a:gd name="T7" fmla="*/ 1 h 5"/>
              <a:gd name="T8" fmla="*/ 0 w 5"/>
              <a:gd name="T9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" h="5">
                <a:moveTo>
                  <a:pt x="0" y="0"/>
                </a:moveTo>
                <a:cubicBezTo>
                  <a:pt x="0" y="1"/>
                  <a:pt x="0" y="5"/>
                  <a:pt x="2" y="4"/>
                </a:cubicBezTo>
                <a:cubicBezTo>
                  <a:pt x="3" y="4"/>
                  <a:pt x="2" y="3"/>
                  <a:pt x="3" y="3"/>
                </a:cubicBezTo>
                <a:cubicBezTo>
                  <a:pt x="4" y="2"/>
                  <a:pt x="5" y="2"/>
                  <a:pt x="5" y="1"/>
                </a:cubicBezTo>
                <a:cubicBezTo>
                  <a:pt x="4" y="0"/>
                  <a:pt x="2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Freeform 126"/>
          <p:cNvSpPr/>
          <p:nvPr>
            <p:custDataLst>
              <p:tags r:id="rId103"/>
            </p:custDataLst>
          </p:nvPr>
        </p:nvSpPr>
        <p:spPr bwMode="auto">
          <a:xfrm>
            <a:off x="922719" y="5438983"/>
            <a:ext cx="1588" cy="1588"/>
          </a:xfrm>
          <a:custGeom>
            <a:avLst/>
            <a:gdLst>
              <a:gd name="T0" fmla="*/ 0 w 1"/>
              <a:gd name="T1" fmla="*/ 1 h 1"/>
              <a:gd name="T2" fmla="*/ 0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0"/>
                  <a:pt x="0" y="0"/>
                </a:cubicBezTo>
                <a:cubicBezTo>
                  <a:pt x="0" y="0"/>
                  <a:pt x="0" y="0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Freeform 127"/>
          <p:cNvSpPr/>
          <p:nvPr>
            <p:custDataLst>
              <p:tags r:id="rId104"/>
            </p:custDataLst>
          </p:nvPr>
        </p:nvSpPr>
        <p:spPr bwMode="auto">
          <a:xfrm>
            <a:off x="935419" y="5556458"/>
            <a:ext cx="1588" cy="1588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1"/>
                  <a:pt x="1" y="0"/>
                </a:cubicBezTo>
                <a:cubicBezTo>
                  <a:pt x="0" y="0"/>
                  <a:pt x="0" y="1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Freeform 128"/>
          <p:cNvSpPr/>
          <p:nvPr>
            <p:custDataLst>
              <p:tags r:id="rId105"/>
            </p:custDataLst>
          </p:nvPr>
        </p:nvSpPr>
        <p:spPr bwMode="auto">
          <a:xfrm>
            <a:off x="935419" y="5454858"/>
            <a:ext cx="1588" cy="1588"/>
          </a:xfrm>
          <a:custGeom>
            <a:avLst/>
            <a:gdLst>
              <a:gd name="T0" fmla="*/ 1 w 1"/>
              <a:gd name="T1" fmla="*/ 1 h 1"/>
              <a:gd name="T2" fmla="*/ 1 w 1"/>
              <a:gd name="T3" fmla="*/ 0 h 1"/>
              <a:gd name="T4" fmla="*/ 1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1" y="1"/>
                </a:moveTo>
                <a:cubicBezTo>
                  <a:pt x="1" y="1"/>
                  <a:pt x="1" y="1"/>
                  <a:pt x="1" y="0"/>
                </a:cubicBezTo>
                <a:cubicBezTo>
                  <a:pt x="1" y="0"/>
                  <a:pt x="0" y="1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Freeform 129"/>
          <p:cNvSpPr/>
          <p:nvPr>
            <p:custDataLst>
              <p:tags r:id="rId106"/>
            </p:custDataLst>
          </p:nvPr>
        </p:nvSpPr>
        <p:spPr bwMode="auto">
          <a:xfrm>
            <a:off x="983044" y="5437396"/>
            <a:ext cx="3175" cy="3175"/>
          </a:xfrm>
          <a:custGeom>
            <a:avLst/>
            <a:gdLst>
              <a:gd name="T0" fmla="*/ 2 w 2"/>
              <a:gd name="T1" fmla="*/ 2 h 2"/>
              <a:gd name="T2" fmla="*/ 2 w 2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2">
                <a:moveTo>
                  <a:pt x="2" y="2"/>
                </a:moveTo>
                <a:cubicBezTo>
                  <a:pt x="2" y="0"/>
                  <a:pt x="0" y="2"/>
                  <a:pt x="2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Freeform 130"/>
          <p:cNvSpPr/>
          <p:nvPr>
            <p:custDataLst>
              <p:tags r:id="rId107"/>
            </p:custDataLst>
          </p:nvPr>
        </p:nvSpPr>
        <p:spPr bwMode="auto">
          <a:xfrm>
            <a:off x="917957" y="5469146"/>
            <a:ext cx="3175" cy="3175"/>
          </a:xfrm>
          <a:custGeom>
            <a:avLst/>
            <a:gdLst>
              <a:gd name="T0" fmla="*/ 0 w 2"/>
              <a:gd name="T1" fmla="*/ 2 h 2"/>
              <a:gd name="T2" fmla="*/ 2 w 2"/>
              <a:gd name="T3" fmla="*/ 0 h 2"/>
              <a:gd name="T4" fmla="*/ 0 w 2"/>
              <a:gd name="T5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1" y="2"/>
                  <a:pt x="2" y="2"/>
                  <a:pt x="2" y="0"/>
                </a:cubicBezTo>
                <a:cubicBezTo>
                  <a:pt x="1" y="1"/>
                  <a:pt x="0" y="0"/>
                  <a:pt x="0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Freeform 131"/>
          <p:cNvSpPr/>
          <p:nvPr>
            <p:custDataLst>
              <p:tags r:id="rId108"/>
            </p:custDataLst>
          </p:nvPr>
        </p:nvSpPr>
        <p:spPr bwMode="auto">
          <a:xfrm>
            <a:off x="1035432" y="5424696"/>
            <a:ext cx="1588" cy="1588"/>
          </a:xfrm>
          <a:custGeom>
            <a:avLst/>
            <a:gdLst>
              <a:gd name="T0" fmla="*/ 0 w 1"/>
              <a:gd name="T1" fmla="*/ 1 h 1"/>
              <a:gd name="T2" fmla="*/ 1 w 1"/>
              <a:gd name="T3" fmla="*/ 0 h 1"/>
              <a:gd name="T4" fmla="*/ 0 w 1"/>
              <a:gd name="T5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" h="1">
                <a:moveTo>
                  <a:pt x="0" y="1"/>
                </a:moveTo>
                <a:cubicBezTo>
                  <a:pt x="0" y="1"/>
                  <a:pt x="1" y="0"/>
                  <a:pt x="1" y="0"/>
                </a:cubicBezTo>
                <a:cubicBezTo>
                  <a:pt x="1" y="0"/>
                  <a:pt x="0" y="0"/>
                  <a:pt x="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1" name="Freeform 132"/>
          <p:cNvSpPr/>
          <p:nvPr>
            <p:custDataLst>
              <p:tags r:id="rId109"/>
            </p:custDataLst>
          </p:nvPr>
        </p:nvSpPr>
        <p:spPr bwMode="auto">
          <a:xfrm>
            <a:off x="849694" y="5392946"/>
            <a:ext cx="12700" cy="6350"/>
          </a:xfrm>
          <a:custGeom>
            <a:avLst/>
            <a:gdLst>
              <a:gd name="T0" fmla="*/ 7 w 7"/>
              <a:gd name="T1" fmla="*/ 0 h 3"/>
              <a:gd name="T2" fmla="*/ 0 w 7"/>
              <a:gd name="T3" fmla="*/ 2 h 3"/>
              <a:gd name="T4" fmla="*/ 5 w 7"/>
              <a:gd name="T5" fmla="*/ 3 h 3"/>
              <a:gd name="T6" fmla="*/ 7 w 7"/>
              <a:gd name="T7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3">
                <a:moveTo>
                  <a:pt x="7" y="0"/>
                </a:moveTo>
                <a:cubicBezTo>
                  <a:pt x="5" y="1"/>
                  <a:pt x="1" y="0"/>
                  <a:pt x="0" y="2"/>
                </a:cubicBezTo>
                <a:cubicBezTo>
                  <a:pt x="2" y="2"/>
                  <a:pt x="4" y="2"/>
                  <a:pt x="5" y="3"/>
                </a:cubicBezTo>
                <a:cubicBezTo>
                  <a:pt x="6" y="2"/>
                  <a:pt x="7" y="2"/>
                  <a:pt x="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Freeform 133"/>
          <p:cNvSpPr/>
          <p:nvPr>
            <p:custDataLst>
              <p:tags r:id="rId110"/>
            </p:custDataLst>
          </p:nvPr>
        </p:nvSpPr>
        <p:spPr bwMode="auto">
          <a:xfrm>
            <a:off x="854457" y="5429458"/>
            <a:ext cx="4763" cy="4763"/>
          </a:xfrm>
          <a:custGeom>
            <a:avLst/>
            <a:gdLst>
              <a:gd name="T0" fmla="*/ 1 w 2"/>
              <a:gd name="T1" fmla="*/ 3 h 3"/>
              <a:gd name="T2" fmla="*/ 2 w 2"/>
              <a:gd name="T3" fmla="*/ 0 h 3"/>
              <a:gd name="T4" fmla="*/ 1 w 2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1" y="3"/>
                </a:moveTo>
                <a:cubicBezTo>
                  <a:pt x="1" y="2"/>
                  <a:pt x="2" y="1"/>
                  <a:pt x="2" y="0"/>
                </a:cubicBezTo>
                <a:cubicBezTo>
                  <a:pt x="1" y="0"/>
                  <a:pt x="0" y="2"/>
                  <a:pt x="1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Freeform 134"/>
          <p:cNvSpPr/>
          <p:nvPr>
            <p:custDataLst>
              <p:tags r:id="rId111"/>
            </p:custDataLst>
          </p:nvPr>
        </p:nvSpPr>
        <p:spPr bwMode="auto">
          <a:xfrm>
            <a:off x="708407" y="5551696"/>
            <a:ext cx="3175" cy="4763"/>
          </a:xfrm>
          <a:custGeom>
            <a:avLst/>
            <a:gdLst>
              <a:gd name="T0" fmla="*/ 0 w 2"/>
              <a:gd name="T1" fmla="*/ 0 h 3"/>
              <a:gd name="T2" fmla="*/ 2 w 2"/>
              <a:gd name="T3" fmla="*/ 2 h 3"/>
              <a:gd name="T4" fmla="*/ 0 w 2"/>
              <a:gd name="T5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" h="3">
                <a:moveTo>
                  <a:pt x="0" y="0"/>
                </a:moveTo>
                <a:cubicBezTo>
                  <a:pt x="0" y="2"/>
                  <a:pt x="1" y="3"/>
                  <a:pt x="2" y="2"/>
                </a:cubicBezTo>
                <a:cubicBezTo>
                  <a:pt x="1" y="2"/>
                  <a:pt x="1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4" name="Freeform 135"/>
          <p:cNvSpPr/>
          <p:nvPr>
            <p:custDataLst>
              <p:tags r:id="rId112"/>
            </p:custDataLst>
          </p:nvPr>
        </p:nvSpPr>
        <p:spPr bwMode="auto">
          <a:xfrm flipH="1">
            <a:off x="708407" y="5550108"/>
            <a:ext cx="0" cy="1588"/>
          </a:xfrm>
          <a:custGeom>
            <a:avLst/>
            <a:gdLst>
              <a:gd name="T0" fmla="*/ 0 h 1"/>
              <a:gd name="T1" fmla="*/ 0 h 1"/>
              <a:gd name="T2" fmla="*/ 0 h 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1">
                <a:moveTo>
                  <a:pt x="0" y="0"/>
                </a:moveTo>
                <a:cubicBezTo>
                  <a:pt x="0" y="1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5" name="Freeform 136"/>
          <p:cNvSpPr>
            <a:spLocks noEditPoints="1"/>
          </p:cNvSpPr>
          <p:nvPr>
            <p:custDataLst>
              <p:tags r:id="rId113"/>
            </p:custDataLst>
          </p:nvPr>
        </p:nvSpPr>
        <p:spPr bwMode="auto">
          <a:xfrm>
            <a:off x="651257" y="5207208"/>
            <a:ext cx="511175" cy="454025"/>
          </a:xfrm>
          <a:custGeom>
            <a:avLst/>
            <a:gdLst>
              <a:gd name="T0" fmla="*/ 283 w 293"/>
              <a:gd name="T1" fmla="*/ 0 h 260"/>
              <a:gd name="T2" fmla="*/ 10 w 293"/>
              <a:gd name="T3" fmla="*/ 0 h 260"/>
              <a:gd name="T4" fmla="*/ 0 w 293"/>
              <a:gd name="T5" fmla="*/ 9 h 260"/>
              <a:gd name="T6" fmla="*/ 0 w 293"/>
              <a:gd name="T7" fmla="*/ 250 h 260"/>
              <a:gd name="T8" fmla="*/ 10 w 293"/>
              <a:gd name="T9" fmla="*/ 260 h 260"/>
              <a:gd name="T10" fmla="*/ 283 w 293"/>
              <a:gd name="T11" fmla="*/ 260 h 260"/>
              <a:gd name="T12" fmla="*/ 293 w 293"/>
              <a:gd name="T13" fmla="*/ 250 h 260"/>
              <a:gd name="T14" fmla="*/ 293 w 293"/>
              <a:gd name="T15" fmla="*/ 9 h 260"/>
              <a:gd name="T16" fmla="*/ 283 w 293"/>
              <a:gd name="T17" fmla="*/ 0 h 260"/>
              <a:gd name="T18" fmla="*/ 225 w 293"/>
              <a:gd name="T19" fmla="*/ 20 h 260"/>
              <a:gd name="T20" fmla="*/ 238 w 293"/>
              <a:gd name="T21" fmla="*/ 32 h 260"/>
              <a:gd name="T22" fmla="*/ 225 w 293"/>
              <a:gd name="T23" fmla="*/ 45 h 260"/>
              <a:gd name="T24" fmla="*/ 213 w 293"/>
              <a:gd name="T25" fmla="*/ 32 h 260"/>
              <a:gd name="T26" fmla="*/ 225 w 293"/>
              <a:gd name="T27" fmla="*/ 20 h 260"/>
              <a:gd name="T28" fmla="*/ 189 w 293"/>
              <a:gd name="T29" fmla="*/ 20 h 260"/>
              <a:gd name="T30" fmla="*/ 201 w 293"/>
              <a:gd name="T31" fmla="*/ 32 h 260"/>
              <a:gd name="T32" fmla="*/ 189 w 293"/>
              <a:gd name="T33" fmla="*/ 45 h 260"/>
              <a:gd name="T34" fmla="*/ 177 w 293"/>
              <a:gd name="T35" fmla="*/ 32 h 260"/>
              <a:gd name="T36" fmla="*/ 189 w 293"/>
              <a:gd name="T37" fmla="*/ 20 h 260"/>
              <a:gd name="T38" fmla="*/ 274 w 293"/>
              <a:gd name="T39" fmla="*/ 241 h 260"/>
              <a:gd name="T40" fmla="*/ 19 w 293"/>
              <a:gd name="T41" fmla="*/ 241 h 260"/>
              <a:gd name="T42" fmla="*/ 19 w 293"/>
              <a:gd name="T43" fmla="*/ 65 h 260"/>
              <a:gd name="T44" fmla="*/ 274 w 293"/>
              <a:gd name="T45" fmla="*/ 65 h 260"/>
              <a:gd name="T46" fmla="*/ 274 w 293"/>
              <a:gd name="T47" fmla="*/ 241 h 260"/>
              <a:gd name="T48" fmla="*/ 262 w 293"/>
              <a:gd name="T49" fmla="*/ 45 h 260"/>
              <a:gd name="T50" fmla="*/ 249 w 293"/>
              <a:gd name="T51" fmla="*/ 32 h 260"/>
              <a:gd name="T52" fmla="*/ 262 w 293"/>
              <a:gd name="T53" fmla="*/ 20 h 260"/>
              <a:gd name="T54" fmla="*/ 274 w 293"/>
              <a:gd name="T55" fmla="*/ 32 h 260"/>
              <a:gd name="T56" fmla="*/ 262 w 293"/>
              <a:gd name="T57" fmla="*/ 45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93" h="260">
                <a:moveTo>
                  <a:pt x="283" y="0"/>
                </a:move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250"/>
                  <a:pt x="0" y="250"/>
                  <a:pt x="0" y="250"/>
                </a:cubicBezTo>
                <a:cubicBezTo>
                  <a:pt x="0" y="255"/>
                  <a:pt x="5" y="260"/>
                  <a:pt x="10" y="260"/>
                </a:cubicBezTo>
                <a:cubicBezTo>
                  <a:pt x="283" y="260"/>
                  <a:pt x="283" y="260"/>
                  <a:pt x="283" y="260"/>
                </a:cubicBezTo>
                <a:cubicBezTo>
                  <a:pt x="289" y="260"/>
                  <a:pt x="293" y="255"/>
                  <a:pt x="293" y="250"/>
                </a:cubicBezTo>
                <a:cubicBezTo>
                  <a:pt x="293" y="9"/>
                  <a:pt x="293" y="9"/>
                  <a:pt x="293" y="9"/>
                </a:cubicBezTo>
                <a:cubicBezTo>
                  <a:pt x="293" y="4"/>
                  <a:pt x="289" y="0"/>
                  <a:pt x="283" y="0"/>
                </a:cubicBezTo>
                <a:close/>
                <a:moveTo>
                  <a:pt x="225" y="20"/>
                </a:moveTo>
                <a:cubicBezTo>
                  <a:pt x="232" y="20"/>
                  <a:pt x="238" y="25"/>
                  <a:pt x="238" y="32"/>
                </a:cubicBezTo>
                <a:cubicBezTo>
                  <a:pt x="238" y="39"/>
                  <a:pt x="232" y="45"/>
                  <a:pt x="225" y="45"/>
                </a:cubicBezTo>
                <a:cubicBezTo>
                  <a:pt x="219" y="45"/>
                  <a:pt x="213" y="39"/>
                  <a:pt x="213" y="32"/>
                </a:cubicBezTo>
                <a:cubicBezTo>
                  <a:pt x="213" y="25"/>
                  <a:pt x="219" y="20"/>
                  <a:pt x="225" y="20"/>
                </a:cubicBezTo>
                <a:close/>
                <a:moveTo>
                  <a:pt x="189" y="20"/>
                </a:moveTo>
                <a:cubicBezTo>
                  <a:pt x="196" y="20"/>
                  <a:pt x="201" y="25"/>
                  <a:pt x="201" y="32"/>
                </a:cubicBezTo>
                <a:cubicBezTo>
                  <a:pt x="201" y="39"/>
                  <a:pt x="196" y="45"/>
                  <a:pt x="189" y="45"/>
                </a:cubicBezTo>
                <a:cubicBezTo>
                  <a:pt x="182" y="45"/>
                  <a:pt x="177" y="39"/>
                  <a:pt x="177" y="32"/>
                </a:cubicBezTo>
                <a:cubicBezTo>
                  <a:pt x="177" y="25"/>
                  <a:pt x="182" y="20"/>
                  <a:pt x="189" y="20"/>
                </a:cubicBezTo>
                <a:close/>
                <a:moveTo>
                  <a:pt x="274" y="241"/>
                </a:moveTo>
                <a:cubicBezTo>
                  <a:pt x="19" y="241"/>
                  <a:pt x="19" y="241"/>
                  <a:pt x="19" y="241"/>
                </a:cubicBezTo>
                <a:cubicBezTo>
                  <a:pt x="19" y="65"/>
                  <a:pt x="19" y="65"/>
                  <a:pt x="19" y="65"/>
                </a:cubicBezTo>
                <a:cubicBezTo>
                  <a:pt x="274" y="65"/>
                  <a:pt x="274" y="65"/>
                  <a:pt x="274" y="65"/>
                </a:cubicBezTo>
                <a:lnTo>
                  <a:pt x="274" y="241"/>
                </a:lnTo>
                <a:close/>
                <a:moveTo>
                  <a:pt x="262" y="45"/>
                </a:moveTo>
                <a:cubicBezTo>
                  <a:pt x="255" y="45"/>
                  <a:pt x="249" y="39"/>
                  <a:pt x="249" y="32"/>
                </a:cubicBezTo>
                <a:cubicBezTo>
                  <a:pt x="249" y="25"/>
                  <a:pt x="255" y="20"/>
                  <a:pt x="262" y="20"/>
                </a:cubicBezTo>
                <a:cubicBezTo>
                  <a:pt x="269" y="20"/>
                  <a:pt x="274" y="25"/>
                  <a:pt x="274" y="32"/>
                </a:cubicBezTo>
                <a:cubicBezTo>
                  <a:pt x="274" y="39"/>
                  <a:pt x="269" y="45"/>
                  <a:pt x="262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7" name="文本框 126"/>
          <p:cNvSpPr txBox="1"/>
          <p:nvPr>
            <p:custDataLst>
              <p:tags r:id="rId114"/>
            </p:custDataLst>
          </p:nvPr>
        </p:nvSpPr>
        <p:spPr>
          <a:xfrm>
            <a:off x="1499235" y="1462405"/>
            <a:ext cx="429831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四个长期</a:t>
            </a:r>
            <a:r>
              <a:rPr lang="en-US" altLang="zh-CN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LAI</a:t>
            </a:r>
            <a:r>
              <a:rPr lang="zh-CN" altLang="en-US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产品存在明显不一致</a:t>
            </a:r>
            <a:endParaRPr lang="zh-CN" altLang="en-US" sz="18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115"/>
            </p:custDataLst>
          </p:nvPr>
        </p:nvSpPr>
        <p:spPr>
          <a:xfrm>
            <a:off x="1499235" y="1810385"/>
            <a:ext cx="494538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文献指出，不同产品在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全球平均趋势、空间趋势分布和年际变异性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上均存在差异，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尤其在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之前的1982–1999年部分更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为明显。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116"/>
            </p:custDataLst>
          </p:nvPr>
        </p:nvSpPr>
        <p:spPr>
          <a:xfrm>
            <a:off x="7324090" y="1462405"/>
            <a:ext cx="335597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产品自身一致性存在差异</a:t>
            </a:r>
            <a:endParaRPr lang="zh-CN" altLang="en-US" sz="18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117"/>
            </p:custDataLst>
          </p:nvPr>
        </p:nvSpPr>
        <p:spPr>
          <a:xfrm>
            <a:off x="7323862" y="1810403"/>
            <a:ext cx="449713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根据30年不确定性变化和1982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1999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2011年际变异性比值，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GLOBMAP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的自身一致性最好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其次为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TCDR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LAI3g，GLASS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的自身不一致性最明显。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文本框 132"/>
          <p:cNvSpPr txBox="1"/>
          <p:nvPr>
            <p:custDataLst>
              <p:tags r:id="rId118"/>
            </p:custDataLst>
          </p:nvPr>
        </p:nvSpPr>
        <p:spPr>
          <a:xfrm>
            <a:off x="1483360" y="3187065"/>
            <a:ext cx="358457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目前无法推荐一个最佳产品</a:t>
            </a:r>
            <a:endParaRPr lang="zh-CN" altLang="en-US" sz="18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4" name="文本框 133"/>
          <p:cNvSpPr txBox="1"/>
          <p:nvPr>
            <p:custDataLst>
              <p:tags r:id="rId119"/>
            </p:custDataLst>
          </p:nvPr>
        </p:nvSpPr>
        <p:spPr>
          <a:xfrm>
            <a:off x="1483108" y="3535128"/>
            <a:ext cx="449713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由于2000年以前缺少长期连续的地面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观测，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难以直接验证四个长期产品的年际趋势和异常值，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因此文献没有给出“最佳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产品”的推荐。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文本框 135"/>
          <p:cNvSpPr txBox="1"/>
          <p:nvPr>
            <p:custDataLst>
              <p:tags r:id="rId120"/>
            </p:custDataLst>
          </p:nvPr>
        </p:nvSpPr>
        <p:spPr>
          <a:xfrm>
            <a:off x="7345680" y="3187065"/>
            <a:ext cx="4154170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当前长期LAI产品需要谨慎使用</a:t>
            </a:r>
            <a:endParaRPr lang="zh-CN" altLang="en-US" sz="18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7" name="文本框 136"/>
          <p:cNvSpPr txBox="1"/>
          <p:nvPr>
            <p:custDataLst>
              <p:tags r:id="rId121"/>
            </p:custDataLst>
          </p:nvPr>
        </p:nvSpPr>
        <p:spPr>
          <a:xfrm>
            <a:off x="7345494" y="3535128"/>
            <a:ext cx="449713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文献建议，在解释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MODIS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之前时期的长期全球碳循环和水循环研究时，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不宜直接依赖单一</a:t>
            </a:r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也不宜简单将四个产品集合平均作为可靠参考。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 cstate="screen"/>
          <a:srcRect l="-57"/>
          <a:stretch>
            <a:fillRect/>
          </a:stretch>
        </p:blipFill>
        <p:spPr>
          <a:xfrm>
            <a:off x="0" y="2093565"/>
            <a:ext cx="12192000" cy="220980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核心</a:t>
            </a: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结论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圆角矩形 4"/>
          <p:cNvSpPr/>
          <p:nvPr/>
        </p:nvSpPr>
        <p:spPr>
          <a:xfrm>
            <a:off x="3073839" y="1404169"/>
            <a:ext cx="1262494" cy="406399"/>
          </a:xfrm>
          <a:prstGeom prst="roundRect">
            <a:avLst>
              <a:gd name="adj" fmla="val 50000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5"/>
          <p:cNvSpPr/>
          <p:nvPr/>
        </p:nvSpPr>
        <p:spPr>
          <a:xfrm>
            <a:off x="4667781" y="1404169"/>
            <a:ext cx="1262494" cy="406399"/>
          </a:xfrm>
          <a:prstGeom prst="roundRect">
            <a:avLst>
              <a:gd name="adj" fmla="val 50000"/>
            </a:avLst>
          </a:prstGeom>
          <a:solidFill>
            <a:srgbClr val="3D58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6"/>
          <p:cNvSpPr/>
          <p:nvPr/>
        </p:nvSpPr>
        <p:spPr>
          <a:xfrm>
            <a:off x="6261724" y="1404169"/>
            <a:ext cx="1262494" cy="406399"/>
          </a:xfrm>
          <a:prstGeom prst="roundRect">
            <a:avLst>
              <a:gd name="adj" fmla="val 50000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7"/>
          <p:cNvSpPr/>
          <p:nvPr/>
        </p:nvSpPr>
        <p:spPr>
          <a:xfrm>
            <a:off x="7855666" y="1404169"/>
            <a:ext cx="1262494" cy="406399"/>
          </a:xfrm>
          <a:prstGeom prst="roundRect">
            <a:avLst>
              <a:gd name="adj" fmla="val 50000"/>
            </a:avLst>
          </a:prstGeom>
          <a:solidFill>
            <a:srgbClr val="3F56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 187"/>
          <p:cNvSpPr>
            <a:spLocks noEditPoints="1"/>
          </p:cNvSpPr>
          <p:nvPr/>
        </p:nvSpPr>
        <p:spPr bwMode="auto">
          <a:xfrm>
            <a:off x="3582918" y="1493549"/>
            <a:ext cx="244336" cy="227637"/>
          </a:xfrm>
          <a:custGeom>
            <a:avLst/>
            <a:gdLst>
              <a:gd name="T0" fmla="*/ 120 w 140"/>
              <a:gd name="T1" fmla="*/ 106 h 130"/>
              <a:gd name="T2" fmla="*/ 104 w 140"/>
              <a:gd name="T3" fmla="*/ 130 h 130"/>
              <a:gd name="T4" fmla="*/ 0 w 140"/>
              <a:gd name="T5" fmla="*/ 113 h 130"/>
              <a:gd name="T6" fmla="*/ 0 w 140"/>
              <a:gd name="T7" fmla="*/ 30 h 130"/>
              <a:gd name="T8" fmla="*/ 26 w 140"/>
              <a:gd name="T9" fmla="*/ 2 h 130"/>
              <a:gd name="T10" fmla="*/ 29 w 140"/>
              <a:gd name="T11" fmla="*/ 0 h 130"/>
              <a:gd name="T12" fmla="*/ 120 w 140"/>
              <a:gd name="T13" fmla="*/ 17 h 130"/>
              <a:gd name="T14" fmla="*/ 115 w 140"/>
              <a:gd name="T15" fmla="*/ 33 h 130"/>
              <a:gd name="T16" fmla="*/ 111 w 140"/>
              <a:gd name="T17" fmla="*/ 17 h 130"/>
              <a:gd name="T18" fmla="*/ 33 w 140"/>
              <a:gd name="T19" fmla="*/ 9 h 130"/>
              <a:gd name="T20" fmla="*/ 17 w 140"/>
              <a:gd name="T21" fmla="*/ 35 h 130"/>
              <a:gd name="T22" fmla="*/ 8 w 140"/>
              <a:gd name="T23" fmla="*/ 113 h 130"/>
              <a:gd name="T24" fmla="*/ 104 w 140"/>
              <a:gd name="T25" fmla="*/ 121 h 130"/>
              <a:gd name="T26" fmla="*/ 111 w 140"/>
              <a:gd name="T27" fmla="*/ 105 h 130"/>
              <a:gd name="T28" fmla="*/ 127 w 140"/>
              <a:gd name="T29" fmla="*/ 84 h 130"/>
              <a:gd name="T30" fmla="*/ 115 w 140"/>
              <a:gd name="T31" fmla="*/ 97 h 130"/>
              <a:gd name="T32" fmla="*/ 102 w 140"/>
              <a:gd name="T33" fmla="*/ 84 h 130"/>
              <a:gd name="T34" fmla="*/ 115 w 140"/>
              <a:gd name="T35" fmla="*/ 36 h 130"/>
              <a:gd name="T36" fmla="*/ 127 w 140"/>
              <a:gd name="T37" fmla="*/ 84 h 130"/>
              <a:gd name="T38" fmla="*/ 115 w 140"/>
              <a:gd name="T39" fmla="*/ 40 h 130"/>
              <a:gd name="T40" fmla="*/ 115 w 140"/>
              <a:gd name="T41" fmla="*/ 83 h 130"/>
              <a:gd name="T42" fmla="*/ 115 w 140"/>
              <a:gd name="T43" fmla="*/ 43 h 130"/>
              <a:gd name="T44" fmla="*/ 115 w 140"/>
              <a:gd name="T45" fmla="*/ 81 h 130"/>
              <a:gd name="T46" fmla="*/ 115 w 140"/>
              <a:gd name="T47" fmla="*/ 43 h 130"/>
              <a:gd name="T48" fmla="*/ 28 w 140"/>
              <a:gd name="T49" fmla="*/ 37 h 130"/>
              <a:gd name="T50" fmla="*/ 28 w 140"/>
              <a:gd name="T51" fmla="*/ 44 h 130"/>
              <a:gd name="T52" fmla="*/ 83 w 140"/>
              <a:gd name="T53" fmla="*/ 40 h 130"/>
              <a:gd name="T54" fmla="*/ 28 w 140"/>
              <a:gd name="T55" fmla="*/ 60 h 130"/>
              <a:gd name="T56" fmla="*/ 83 w 140"/>
              <a:gd name="T57" fmla="*/ 56 h 130"/>
              <a:gd name="T58" fmla="*/ 28 w 140"/>
              <a:gd name="T59" fmla="*/ 53 h 130"/>
              <a:gd name="T60" fmla="*/ 28 w 140"/>
              <a:gd name="T61" fmla="*/ 60 h 130"/>
              <a:gd name="T62" fmla="*/ 80 w 140"/>
              <a:gd name="T63" fmla="*/ 76 h 130"/>
              <a:gd name="T64" fmla="*/ 80 w 140"/>
              <a:gd name="T65" fmla="*/ 69 h 130"/>
              <a:gd name="T66" fmla="*/ 25 w 140"/>
              <a:gd name="T67" fmla="*/ 73 h 130"/>
              <a:gd name="T68" fmla="*/ 92 w 140"/>
              <a:gd name="T69" fmla="*/ 86 h 130"/>
              <a:gd name="T70" fmla="*/ 25 w 140"/>
              <a:gd name="T71" fmla="*/ 89 h 130"/>
              <a:gd name="T72" fmla="*/ 92 w 140"/>
              <a:gd name="T73" fmla="*/ 92 h 130"/>
              <a:gd name="T74" fmla="*/ 92 w 140"/>
              <a:gd name="T75" fmla="*/ 86 h 130"/>
              <a:gd name="T76" fmla="*/ 28 w 140"/>
              <a:gd name="T77" fmla="*/ 102 h 130"/>
              <a:gd name="T78" fmla="*/ 28 w 140"/>
              <a:gd name="T79" fmla="*/ 109 h 130"/>
              <a:gd name="T80" fmla="*/ 95 w 140"/>
              <a:gd name="T81" fmla="*/ 105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30">
                <a:moveTo>
                  <a:pt x="115" y="102"/>
                </a:moveTo>
                <a:cubicBezTo>
                  <a:pt x="120" y="106"/>
                  <a:pt x="120" y="106"/>
                  <a:pt x="120" y="106"/>
                </a:cubicBezTo>
                <a:cubicBezTo>
                  <a:pt x="120" y="113"/>
                  <a:pt x="120" y="113"/>
                  <a:pt x="120" y="113"/>
                </a:cubicBezTo>
                <a:cubicBezTo>
                  <a:pt x="120" y="122"/>
                  <a:pt x="113" y="130"/>
                  <a:pt x="104" y="130"/>
                </a:cubicBezTo>
                <a:cubicBezTo>
                  <a:pt x="16" y="130"/>
                  <a:pt x="16" y="130"/>
                  <a:pt x="16" y="130"/>
                </a:cubicBezTo>
                <a:cubicBezTo>
                  <a:pt x="7" y="130"/>
                  <a:pt x="0" y="122"/>
                  <a:pt x="0" y="113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0" y="28"/>
                  <a:pt x="1" y="27"/>
                </a:cubicBezTo>
                <a:cubicBezTo>
                  <a:pt x="26" y="2"/>
                  <a:pt x="26" y="2"/>
                  <a:pt x="26" y="2"/>
                </a:cubicBezTo>
                <a:cubicBezTo>
                  <a:pt x="27" y="1"/>
                  <a:pt x="28" y="0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13" y="0"/>
                  <a:pt x="120" y="8"/>
                  <a:pt x="120" y="17"/>
                </a:cubicBezTo>
                <a:cubicBezTo>
                  <a:pt x="120" y="33"/>
                  <a:pt x="120" y="33"/>
                  <a:pt x="120" y="33"/>
                </a:cubicBezTo>
                <a:cubicBezTo>
                  <a:pt x="118" y="33"/>
                  <a:pt x="116" y="33"/>
                  <a:pt x="115" y="33"/>
                </a:cubicBezTo>
                <a:cubicBezTo>
                  <a:pt x="114" y="33"/>
                  <a:pt x="112" y="33"/>
                  <a:pt x="111" y="33"/>
                </a:cubicBezTo>
                <a:cubicBezTo>
                  <a:pt x="111" y="17"/>
                  <a:pt x="111" y="17"/>
                  <a:pt x="111" y="17"/>
                </a:cubicBezTo>
                <a:cubicBezTo>
                  <a:pt x="111" y="12"/>
                  <a:pt x="108" y="9"/>
                  <a:pt x="104" y="9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18"/>
                  <a:pt x="33" y="18"/>
                  <a:pt x="33" y="18"/>
                </a:cubicBezTo>
                <a:cubicBezTo>
                  <a:pt x="33" y="27"/>
                  <a:pt x="26" y="35"/>
                  <a:pt x="17" y="35"/>
                </a:cubicBezTo>
                <a:cubicBezTo>
                  <a:pt x="8" y="35"/>
                  <a:pt x="8" y="35"/>
                  <a:pt x="8" y="35"/>
                </a:cubicBezTo>
                <a:cubicBezTo>
                  <a:pt x="8" y="113"/>
                  <a:pt x="8" y="113"/>
                  <a:pt x="8" y="113"/>
                </a:cubicBezTo>
                <a:cubicBezTo>
                  <a:pt x="8" y="118"/>
                  <a:pt x="12" y="121"/>
                  <a:pt x="16" y="121"/>
                </a:cubicBezTo>
                <a:cubicBezTo>
                  <a:pt x="104" y="121"/>
                  <a:pt x="104" y="121"/>
                  <a:pt x="104" y="121"/>
                </a:cubicBezTo>
                <a:cubicBezTo>
                  <a:pt x="108" y="121"/>
                  <a:pt x="111" y="118"/>
                  <a:pt x="111" y="113"/>
                </a:cubicBezTo>
                <a:cubicBezTo>
                  <a:pt x="111" y="105"/>
                  <a:pt x="111" y="105"/>
                  <a:pt x="111" y="105"/>
                </a:cubicBezTo>
                <a:lnTo>
                  <a:pt x="115" y="102"/>
                </a:lnTo>
                <a:close/>
                <a:moveTo>
                  <a:pt x="127" y="84"/>
                </a:moveTo>
                <a:cubicBezTo>
                  <a:pt x="127" y="107"/>
                  <a:pt x="127" y="107"/>
                  <a:pt x="127" y="107"/>
                </a:cubicBezTo>
                <a:cubicBezTo>
                  <a:pt x="115" y="97"/>
                  <a:pt x="115" y="97"/>
                  <a:pt x="115" y="97"/>
                </a:cubicBezTo>
                <a:cubicBezTo>
                  <a:pt x="102" y="107"/>
                  <a:pt x="102" y="107"/>
                  <a:pt x="102" y="107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94" y="79"/>
                  <a:pt x="89" y="71"/>
                  <a:pt x="89" y="62"/>
                </a:cubicBezTo>
                <a:cubicBezTo>
                  <a:pt x="89" y="48"/>
                  <a:pt x="101" y="36"/>
                  <a:pt x="115" y="36"/>
                </a:cubicBezTo>
                <a:cubicBezTo>
                  <a:pt x="129" y="36"/>
                  <a:pt x="140" y="48"/>
                  <a:pt x="140" y="62"/>
                </a:cubicBezTo>
                <a:cubicBezTo>
                  <a:pt x="140" y="71"/>
                  <a:pt x="135" y="79"/>
                  <a:pt x="127" y="84"/>
                </a:cubicBezTo>
                <a:close/>
                <a:moveTo>
                  <a:pt x="136" y="62"/>
                </a:moveTo>
                <a:cubicBezTo>
                  <a:pt x="136" y="50"/>
                  <a:pt x="127" y="40"/>
                  <a:pt x="115" y="40"/>
                </a:cubicBezTo>
                <a:cubicBezTo>
                  <a:pt x="103" y="40"/>
                  <a:pt x="93" y="50"/>
                  <a:pt x="93" y="62"/>
                </a:cubicBezTo>
                <a:cubicBezTo>
                  <a:pt x="93" y="74"/>
                  <a:pt x="103" y="83"/>
                  <a:pt x="115" y="83"/>
                </a:cubicBezTo>
                <a:cubicBezTo>
                  <a:pt x="127" y="83"/>
                  <a:pt x="136" y="74"/>
                  <a:pt x="136" y="62"/>
                </a:cubicBezTo>
                <a:close/>
                <a:moveTo>
                  <a:pt x="115" y="43"/>
                </a:moveTo>
                <a:cubicBezTo>
                  <a:pt x="104" y="43"/>
                  <a:pt x="96" y="51"/>
                  <a:pt x="96" y="62"/>
                </a:cubicBezTo>
                <a:cubicBezTo>
                  <a:pt x="96" y="72"/>
                  <a:pt x="104" y="81"/>
                  <a:pt x="115" y="81"/>
                </a:cubicBezTo>
                <a:cubicBezTo>
                  <a:pt x="125" y="81"/>
                  <a:pt x="133" y="72"/>
                  <a:pt x="133" y="62"/>
                </a:cubicBezTo>
                <a:cubicBezTo>
                  <a:pt x="133" y="51"/>
                  <a:pt x="125" y="43"/>
                  <a:pt x="115" y="43"/>
                </a:cubicBezTo>
                <a:close/>
                <a:moveTo>
                  <a:pt x="80" y="37"/>
                </a:moveTo>
                <a:cubicBezTo>
                  <a:pt x="28" y="37"/>
                  <a:pt x="28" y="37"/>
                  <a:pt x="28" y="37"/>
                </a:cubicBezTo>
                <a:cubicBezTo>
                  <a:pt x="26" y="37"/>
                  <a:pt x="25" y="38"/>
                  <a:pt x="25" y="40"/>
                </a:cubicBezTo>
                <a:cubicBezTo>
                  <a:pt x="25" y="42"/>
                  <a:pt x="26" y="44"/>
                  <a:pt x="28" y="44"/>
                </a:cubicBezTo>
                <a:cubicBezTo>
                  <a:pt x="80" y="44"/>
                  <a:pt x="80" y="44"/>
                  <a:pt x="80" y="44"/>
                </a:cubicBezTo>
                <a:cubicBezTo>
                  <a:pt x="82" y="44"/>
                  <a:pt x="83" y="42"/>
                  <a:pt x="83" y="40"/>
                </a:cubicBezTo>
                <a:cubicBezTo>
                  <a:pt x="83" y="38"/>
                  <a:pt x="82" y="37"/>
                  <a:pt x="80" y="37"/>
                </a:cubicBezTo>
                <a:close/>
                <a:moveTo>
                  <a:pt x="28" y="60"/>
                </a:moveTo>
                <a:cubicBezTo>
                  <a:pt x="80" y="60"/>
                  <a:pt x="80" y="60"/>
                  <a:pt x="80" y="60"/>
                </a:cubicBezTo>
                <a:cubicBezTo>
                  <a:pt x="82" y="60"/>
                  <a:pt x="83" y="58"/>
                  <a:pt x="83" y="56"/>
                </a:cubicBezTo>
                <a:cubicBezTo>
                  <a:pt x="83" y="55"/>
                  <a:pt x="82" y="53"/>
                  <a:pt x="80" y="53"/>
                </a:cubicBezTo>
                <a:cubicBezTo>
                  <a:pt x="28" y="53"/>
                  <a:pt x="28" y="53"/>
                  <a:pt x="28" y="53"/>
                </a:cubicBezTo>
                <a:cubicBezTo>
                  <a:pt x="26" y="53"/>
                  <a:pt x="25" y="55"/>
                  <a:pt x="25" y="56"/>
                </a:cubicBezTo>
                <a:cubicBezTo>
                  <a:pt x="25" y="58"/>
                  <a:pt x="26" y="60"/>
                  <a:pt x="28" y="60"/>
                </a:cubicBezTo>
                <a:close/>
                <a:moveTo>
                  <a:pt x="28" y="76"/>
                </a:moveTo>
                <a:cubicBezTo>
                  <a:pt x="80" y="76"/>
                  <a:pt x="80" y="76"/>
                  <a:pt x="80" y="76"/>
                </a:cubicBezTo>
                <a:cubicBezTo>
                  <a:pt x="82" y="76"/>
                  <a:pt x="83" y="75"/>
                  <a:pt x="83" y="73"/>
                </a:cubicBezTo>
                <a:cubicBezTo>
                  <a:pt x="83" y="71"/>
                  <a:pt x="82" y="69"/>
                  <a:pt x="80" y="69"/>
                </a:cubicBezTo>
                <a:cubicBezTo>
                  <a:pt x="28" y="69"/>
                  <a:pt x="28" y="69"/>
                  <a:pt x="28" y="69"/>
                </a:cubicBezTo>
                <a:cubicBezTo>
                  <a:pt x="26" y="69"/>
                  <a:pt x="25" y="71"/>
                  <a:pt x="25" y="73"/>
                </a:cubicBezTo>
                <a:cubicBezTo>
                  <a:pt x="25" y="75"/>
                  <a:pt x="26" y="76"/>
                  <a:pt x="28" y="76"/>
                </a:cubicBezTo>
                <a:close/>
                <a:moveTo>
                  <a:pt x="92" y="86"/>
                </a:moveTo>
                <a:cubicBezTo>
                  <a:pt x="28" y="86"/>
                  <a:pt x="28" y="86"/>
                  <a:pt x="28" y="86"/>
                </a:cubicBezTo>
                <a:cubicBezTo>
                  <a:pt x="26" y="86"/>
                  <a:pt x="25" y="87"/>
                  <a:pt x="25" y="89"/>
                </a:cubicBezTo>
                <a:cubicBezTo>
                  <a:pt x="25" y="91"/>
                  <a:pt x="26" y="92"/>
                  <a:pt x="28" y="92"/>
                </a:cubicBezTo>
                <a:cubicBezTo>
                  <a:pt x="92" y="92"/>
                  <a:pt x="92" y="92"/>
                  <a:pt x="92" y="92"/>
                </a:cubicBezTo>
                <a:cubicBezTo>
                  <a:pt x="94" y="92"/>
                  <a:pt x="95" y="91"/>
                  <a:pt x="95" y="89"/>
                </a:cubicBezTo>
                <a:cubicBezTo>
                  <a:pt x="95" y="87"/>
                  <a:pt x="94" y="86"/>
                  <a:pt x="92" y="86"/>
                </a:cubicBezTo>
                <a:close/>
                <a:moveTo>
                  <a:pt x="92" y="102"/>
                </a:moveTo>
                <a:cubicBezTo>
                  <a:pt x="28" y="102"/>
                  <a:pt x="28" y="102"/>
                  <a:pt x="28" y="102"/>
                </a:cubicBezTo>
                <a:cubicBezTo>
                  <a:pt x="26" y="102"/>
                  <a:pt x="25" y="103"/>
                  <a:pt x="25" y="105"/>
                </a:cubicBezTo>
                <a:cubicBezTo>
                  <a:pt x="25" y="107"/>
                  <a:pt x="26" y="109"/>
                  <a:pt x="28" y="109"/>
                </a:cubicBezTo>
                <a:cubicBezTo>
                  <a:pt x="92" y="109"/>
                  <a:pt x="92" y="109"/>
                  <a:pt x="92" y="109"/>
                </a:cubicBezTo>
                <a:cubicBezTo>
                  <a:pt x="94" y="109"/>
                  <a:pt x="95" y="107"/>
                  <a:pt x="95" y="105"/>
                </a:cubicBezTo>
                <a:cubicBezTo>
                  <a:pt x="95" y="103"/>
                  <a:pt x="94" y="102"/>
                  <a:pt x="92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Freeform 190"/>
          <p:cNvSpPr>
            <a:spLocks noEditPoints="1"/>
          </p:cNvSpPr>
          <p:nvPr/>
        </p:nvSpPr>
        <p:spPr bwMode="auto">
          <a:xfrm>
            <a:off x="5161824" y="1474098"/>
            <a:ext cx="274409" cy="266541"/>
          </a:xfrm>
          <a:custGeom>
            <a:avLst/>
            <a:gdLst>
              <a:gd name="T0" fmla="*/ 109 w 140"/>
              <a:gd name="T1" fmla="*/ 73 h 136"/>
              <a:gd name="T2" fmla="*/ 77 w 140"/>
              <a:gd name="T3" fmla="*/ 104 h 136"/>
              <a:gd name="T4" fmla="*/ 109 w 140"/>
              <a:gd name="T5" fmla="*/ 136 h 136"/>
              <a:gd name="T6" fmla="*/ 140 w 140"/>
              <a:gd name="T7" fmla="*/ 104 h 136"/>
              <a:gd name="T8" fmla="*/ 111 w 140"/>
              <a:gd name="T9" fmla="*/ 119 h 136"/>
              <a:gd name="T10" fmla="*/ 106 w 140"/>
              <a:gd name="T11" fmla="*/ 124 h 136"/>
              <a:gd name="T12" fmla="*/ 98 w 140"/>
              <a:gd name="T13" fmla="*/ 117 h 136"/>
              <a:gd name="T14" fmla="*/ 108 w 140"/>
              <a:gd name="T15" fmla="*/ 113 h 136"/>
              <a:gd name="T16" fmla="*/ 107 w 140"/>
              <a:gd name="T17" fmla="*/ 106 h 136"/>
              <a:gd name="T18" fmla="*/ 107 w 140"/>
              <a:gd name="T19" fmla="*/ 88 h 136"/>
              <a:gd name="T20" fmla="*/ 111 w 140"/>
              <a:gd name="T21" fmla="*/ 83 h 136"/>
              <a:gd name="T22" fmla="*/ 119 w 140"/>
              <a:gd name="T23" fmla="*/ 89 h 136"/>
              <a:gd name="T24" fmla="*/ 110 w 140"/>
              <a:gd name="T25" fmla="*/ 93 h 136"/>
              <a:gd name="T26" fmla="*/ 112 w 140"/>
              <a:gd name="T27" fmla="*/ 100 h 136"/>
              <a:gd name="T28" fmla="*/ 111 w 140"/>
              <a:gd name="T29" fmla="*/ 119 h 136"/>
              <a:gd name="T30" fmla="*/ 9 w 140"/>
              <a:gd name="T31" fmla="*/ 112 h 136"/>
              <a:gd name="T32" fmla="*/ 16 w 140"/>
              <a:gd name="T33" fmla="*/ 32 h 136"/>
              <a:gd name="T34" fmla="*/ 29 w 140"/>
              <a:gd name="T35" fmla="*/ 9 h 136"/>
              <a:gd name="T36" fmla="*/ 109 w 140"/>
              <a:gd name="T37" fmla="*/ 13 h 136"/>
              <a:gd name="T38" fmla="*/ 118 w 140"/>
              <a:gd name="T39" fmla="*/ 69 h 136"/>
              <a:gd name="T40" fmla="*/ 106 w 140"/>
              <a:gd name="T41" fmla="*/ 0 h 136"/>
              <a:gd name="T42" fmla="*/ 24 w 140"/>
              <a:gd name="T43" fmla="*/ 0 h 136"/>
              <a:gd name="T44" fmla="*/ 1 w 140"/>
              <a:gd name="T45" fmla="*/ 25 h 136"/>
              <a:gd name="T46" fmla="*/ 0 w 140"/>
              <a:gd name="T47" fmla="*/ 28 h 136"/>
              <a:gd name="T48" fmla="*/ 13 w 140"/>
              <a:gd name="T49" fmla="*/ 125 h 136"/>
              <a:gd name="T50" fmla="*/ 74 w 140"/>
              <a:gd name="T51" fmla="*/ 115 h 136"/>
              <a:gd name="T52" fmla="*/ 20 w 140"/>
              <a:gd name="T53" fmla="*/ 17 h 136"/>
              <a:gd name="T54" fmla="*/ 16 w 140"/>
              <a:gd name="T55" fmla="*/ 23 h 136"/>
              <a:gd name="T56" fmla="*/ 20 w 140"/>
              <a:gd name="T57" fmla="*/ 17 h 136"/>
              <a:gd name="T58" fmla="*/ 96 w 140"/>
              <a:gd name="T59" fmla="*/ 45 h 136"/>
              <a:gd name="T60" fmla="*/ 19 w 140"/>
              <a:gd name="T61" fmla="*/ 41 h 136"/>
              <a:gd name="T62" fmla="*/ 96 w 140"/>
              <a:gd name="T63" fmla="*/ 38 h 136"/>
              <a:gd name="T64" fmla="*/ 96 w 140"/>
              <a:gd name="T65" fmla="*/ 61 h 136"/>
              <a:gd name="T66" fmla="*/ 19 w 140"/>
              <a:gd name="T67" fmla="*/ 58 h 136"/>
              <a:gd name="T68" fmla="*/ 96 w 140"/>
              <a:gd name="T69" fmla="*/ 54 h 136"/>
              <a:gd name="T70" fmla="*/ 96 w 140"/>
              <a:gd name="T71" fmla="*/ 61 h 136"/>
              <a:gd name="T72" fmla="*/ 22 w 140"/>
              <a:gd name="T73" fmla="*/ 78 h 136"/>
              <a:gd name="T74" fmla="*/ 22 w 140"/>
              <a:gd name="T75" fmla="*/ 71 h 136"/>
              <a:gd name="T76" fmla="*/ 84 w 140"/>
              <a:gd name="T77" fmla="*/ 78 h 136"/>
              <a:gd name="T78" fmla="*/ 77 w 140"/>
              <a:gd name="T79" fmla="*/ 88 h 136"/>
              <a:gd name="T80" fmla="*/ 22 w 140"/>
              <a:gd name="T81" fmla="*/ 94 h 136"/>
              <a:gd name="T82" fmla="*/ 22 w 140"/>
              <a:gd name="T83" fmla="*/ 88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0" h="136">
                <a:moveTo>
                  <a:pt x="131" y="82"/>
                </a:moveTo>
                <a:cubicBezTo>
                  <a:pt x="125" y="76"/>
                  <a:pt x="117" y="73"/>
                  <a:pt x="109" y="73"/>
                </a:cubicBezTo>
                <a:cubicBezTo>
                  <a:pt x="100" y="73"/>
                  <a:pt x="92" y="76"/>
                  <a:pt x="86" y="82"/>
                </a:cubicBezTo>
                <a:cubicBezTo>
                  <a:pt x="81" y="88"/>
                  <a:pt x="77" y="95"/>
                  <a:pt x="77" y="104"/>
                </a:cubicBezTo>
                <a:cubicBezTo>
                  <a:pt x="77" y="113"/>
                  <a:pt x="81" y="121"/>
                  <a:pt x="86" y="126"/>
                </a:cubicBezTo>
                <a:cubicBezTo>
                  <a:pt x="92" y="132"/>
                  <a:pt x="100" y="136"/>
                  <a:pt x="109" y="136"/>
                </a:cubicBezTo>
                <a:cubicBezTo>
                  <a:pt x="117" y="136"/>
                  <a:pt x="125" y="132"/>
                  <a:pt x="131" y="126"/>
                </a:cubicBezTo>
                <a:cubicBezTo>
                  <a:pt x="137" y="121"/>
                  <a:pt x="140" y="113"/>
                  <a:pt x="140" y="104"/>
                </a:cubicBezTo>
                <a:cubicBezTo>
                  <a:pt x="140" y="95"/>
                  <a:pt x="137" y="88"/>
                  <a:pt x="131" y="82"/>
                </a:cubicBezTo>
                <a:close/>
                <a:moveTo>
                  <a:pt x="111" y="119"/>
                </a:moveTo>
                <a:cubicBezTo>
                  <a:pt x="111" y="124"/>
                  <a:pt x="111" y="124"/>
                  <a:pt x="111" y="124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6" y="119"/>
                  <a:pt x="106" y="119"/>
                  <a:pt x="106" y="119"/>
                </a:cubicBezTo>
                <a:cubicBezTo>
                  <a:pt x="103" y="119"/>
                  <a:pt x="100" y="118"/>
                  <a:pt x="98" y="117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101" y="112"/>
                  <a:pt x="104" y="113"/>
                  <a:pt x="108" y="113"/>
                </a:cubicBezTo>
                <a:cubicBezTo>
                  <a:pt x="110" y="113"/>
                  <a:pt x="112" y="112"/>
                  <a:pt x="112" y="110"/>
                </a:cubicBezTo>
                <a:cubicBezTo>
                  <a:pt x="112" y="108"/>
                  <a:pt x="111" y="107"/>
                  <a:pt x="107" y="106"/>
                </a:cubicBezTo>
                <a:cubicBezTo>
                  <a:pt x="102" y="104"/>
                  <a:pt x="98" y="102"/>
                  <a:pt x="98" y="97"/>
                </a:cubicBezTo>
                <a:cubicBezTo>
                  <a:pt x="98" y="92"/>
                  <a:pt x="101" y="89"/>
                  <a:pt x="107" y="88"/>
                </a:cubicBezTo>
                <a:cubicBezTo>
                  <a:pt x="107" y="83"/>
                  <a:pt x="107" y="83"/>
                  <a:pt x="107" y="83"/>
                </a:cubicBezTo>
                <a:cubicBezTo>
                  <a:pt x="111" y="83"/>
                  <a:pt x="111" y="83"/>
                  <a:pt x="111" y="83"/>
                </a:cubicBezTo>
                <a:cubicBezTo>
                  <a:pt x="111" y="88"/>
                  <a:pt x="111" y="88"/>
                  <a:pt x="111" y="88"/>
                </a:cubicBezTo>
                <a:cubicBezTo>
                  <a:pt x="115" y="88"/>
                  <a:pt x="117" y="88"/>
                  <a:pt x="119" y="89"/>
                </a:cubicBezTo>
                <a:cubicBezTo>
                  <a:pt x="117" y="95"/>
                  <a:pt x="117" y="95"/>
                  <a:pt x="117" y="95"/>
                </a:cubicBezTo>
                <a:cubicBezTo>
                  <a:pt x="116" y="94"/>
                  <a:pt x="114" y="93"/>
                  <a:pt x="110" y="93"/>
                </a:cubicBezTo>
                <a:cubicBezTo>
                  <a:pt x="107" y="93"/>
                  <a:pt x="106" y="94"/>
                  <a:pt x="106" y="96"/>
                </a:cubicBezTo>
                <a:cubicBezTo>
                  <a:pt x="106" y="97"/>
                  <a:pt x="108" y="99"/>
                  <a:pt x="112" y="100"/>
                </a:cubicBezTo>
                <a:cubicBezTo>
                  <a:pt x="118" y="102"/>
                  <a:pt x="120" y="105"/>
                  <a:pt x="120" y="109"/>
                </a:cubicBezTo>
                <a:cubicBezTo>
                  <a:pt x="120" y="114"/>
                  <a:pt x="117" y="118"/>
                  <a:pt x="111" y="119"/>
                </a:cubicBezTo>
                <a:close/>
                <a:moveTo>
                  <a:pt x="13" y="115"/>
                </a:moveTo>
                <a:cubicBezTo>
                  <a:pt x="11" y="115"/>
                  <a:pt x="9" y="114"/>
                  <a:pt x="9" y="112"/>
                </a:cubicBezTo>
                <a:cubicBezTo>
                  <a:pt x="9" y="32"/>
                  <a:pt x="9" y="32"/>
                  <a:pt x="9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23" y="32"/>
                  <a:pt x="29" y="27"/>
                  <a:pt x="29" y="20"/>
                </a:cubicBezTo>
                <a:cubicBezTo>
                  <a:pt x="29" y="9"/>
                  <a:pt x="29" y="9"/>
                  <a:pt x="29" y="9"/>
                </a:cubicBezTo>
                <a:cubicBezTo>
                  <a:pt x="106" y="9"/>
                  <a:pt x="106" y="9"/>
                  <a:pt x="106" y="9"/>
                </a:cubicBezTo>
                <a:cubicBezTo>
                  <a:pt x="108" y="9"/>
                  <a:pt x="109" y="11"/>
                  <a:pt x="109" y="13"/>
                </a:cubicBezTo>
                <a:cubicBezTo>
                  <a:pt x="109" y="68"/>
                  <a:pt x="109" y="68"/>
                  <a:pt x="109" y="68"/>
                </a:cubicBezTo>
                <a:cubicBezTo>
                  <a:pt x="112" y="68"/>
                  <a:pt x="115" y="69"/>
                  <a:pt x="118" y="69"/>
                </a:cubicBezTo>
                <a:cubicBezTo>
                  <a:pt x="118" y="13"/>
                  <a:pt x="118" y="13"/>
                  <a:pt x="118" y="13"/>
                </a:cubicBezTo>
                <a:cubicBezTo>
                  <a:pt x="118" y="6"/>
                  <a:pt x="113" y="0"/>
                  <a:pt x="106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3" y="0"/>
                  <a:pt x="22" y="1"/>
                  <a:pt x="21" y="2"/>
                </a:cubicBezTo>
                <a:cubicBezTo>
                  <a:pt x="1" y="25"/>
                  <a:pt x="1" y="25"/>
                  <a:pt x="1" y="25"/>
                </a:cubicBezTo>
                <a:cubicBezTo>
                  <a:pt x="1" y="26"/>
                  <a:pt x="0" y="27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9"/>
                  <a:pt x="6" y="125"/>
                  <a:pt x="13" y="125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77" y="122"/>
                  <a:pt x="75" y="119"/>
                  <a:pt x="74" y="115"/>
                </a:cubicBezTo>
                <a:lnTo>
                  <a:pt x="13" y="115"/>
                </a:lnTo>
                <a:close/>
                <a:moveTo>
                  <a:pt x="20" y="17"/>
                </a:moveTo>
                <a:cubicBezTo>
                  <a:pt x="20" y="20"/>
                  <a:pt x="20" y="20"/>
                  <a:pt x="20" y="20"/>
                </a:cubicBezTo>
                <a:cubicBezTo>
                  <a:pt x="20" y="22"/>
                  <a:pt x="18" y="23"/>
                  <a:pt x="16" y="23"/>
                </a:cubicBezTo>
                <a:cubicBezTo>
                  <a:pt x="15" y="23"/>
                  <a:pt x="15" y="23"/>
                  <a:pt x="15" y="23"/>
                </a:cubicBezTo>
                <a:lnTo>
                  <a:pt x="20" y="17"/>
                </a:lnTo>
                <a:close/>
                <a:moveTo>
                  <a:pt x="100" y="41"/>
                </a:moveTo>
                <a:cubicBezTo>
                  <a:pt x="100" y="43"/>
                  <a:pt x="98" y="45"/>
                  <a:pt x="96" y="45"/>
                </a:cubicBezTo>
                <a:cubicBezTo>
                  <a:pt x="22" y="45"/>
                  <a:pt x="22" y="45"/>
                  <a:pt x="22" y="45"/>
                </a:cubicBezTo>
                <a:cubicBezTo>
                  <a:pt x="20" y="45"/>
                  <a:pt x="19" y="43"/>
                  <a:pt x="19" y="41"/>
                </a:cubicBezTo>
                <a:cubicBezTo>
                  <a:pt x="19" y="39"/>
                  <a:pt x="20" y="38"/>
                  <a:pt x="22" y="38"/>
                </a:cubicBezTo>
                <a:cubicBezTo>
                  <a:pt x="96" y="38"/>
                  <a:pt x="96" y="38"/>
                  <a:pt x="96" y="38"/>
                </a:cubicBezTo>
                <a:cubicBezTo>
                  <a:pt x="98" y="38"/>
                  <a:pt x="100" y="39"/>
                  <a:pt x="100" y="41"/>
                </a:cubicBezTo>
                <a:close/>
                <a:moveTo>
                  <a:pt x="96" y="61"/>
                </a:moveTo>
                <a:cubicBezTo>
                  <a:pt x="22" y="61"/>
                  <a:pt x="22" y="61"/>
                  <a:pt x="22" y="61"/>
                </a:cubicBezTo>
                <a:cubicBezTo>
                  <a:pt x="20" y="61"/>
                  <a:pt x="19" y="60"/>
                  <a:pt x="19" y="58"/>
                </a:cubicBezTo>
                <a:cubicBezTo>
                  <a:pt x="19" y="56"/>
                  <a:pt x="20" y="54"/>
                  <a:pt x="22" y="54"/>
                </a:cubicBezTo>
                <a:cubicBezTo>
                  <a:pt x="96" y="54"/>
                  <a:pt x="96" y="54"/>
                  <a:pt x="96" y="54"/>
                </a:cubicBezTo>
                <a:cubicBezTo>
                  <a:pt x="98" y="54"/>
                  <a:pt x="100" y="56"/>
                  <a:pt x="100" y="58"/>
                </a:cubicBezTo>
                <a:cubicBezTo>
                  <a:pt x="100" y="60"/>
                  <a:pt x="98" y="61"/>
                  <a:pt x="96" y="61"/>
                </a:cubicBezTo>
                <a:close/>
                <a:moveTo>
                  <a:pt x="84" y="78"/>
                </a:moveTo>
                <a:cubicBezTo>
                  <a:pt x="22" y="78"/>
                  <a:pt x="22" y="78"/>
                  <a:pt x="22" y="78"/>
                </a:cubicBezTo>
                <a:cubicBezTo>
                  <a:pt x="20" y="78"/>
                  <a:pt x="19" y="76"/>
                  <a:pt x="19" y="74"/>
                </a:cubicBezTo>
                <a:cubicBezTo>
                  <a:pt x="19" y="73"/>
                  <a:pt x="20" y="71"/>
                  <a:pt x="22" y="71"/>
                </a:cubicBezTo>
                <a:cubicBezTo>
                  <a:pt x="94" y="71"/>
                  <a:pt x="94" y="71"/>
                  <a:pt x="94" y="71"/>
                </a:cubicBezTo>
                <a:cubicBezTo>
                  <a:pt x="91" y="73"/>
                  <a:pt x="87" y="75"/>
                  <a:pt x="84" y="78"/>
                </a:cubicBezTo>
                <a:close/>
                <a:moveTo>
                  <a:pt x="22" y="88"/>
                </a:moveTo>
                <a:cubicBezTo>
                  <a:pt x="77" y="88"/>
                  <a:pt x="77" y="88"/>
                  <a:pt x="77" y="88"/>
                </a:cubicBezTo>
                <a:cubicBezTo>
                  <a:pt x="75" y="90"/>
                  <a:pt x="75" y="92"/>
                  <a:pt x="74" y="94"/>
                </a:cubicBezTo>
                <a:cubicBezTo>
                  <a:pt x="22" y="94"/>
                  <a:pt x="22" y="94"/>
                  <a:pt x="22" y="94"/>
                </a:cubicBezTo>
                <a:cubicBezTo>
                  <a:pt x="20" y="94"/>
                  <a:pt x="19" y="93"/>
                  <a:pt x="19" y="91"/>
                </a:cubicBezTo>
                <a:cubicBezTo>
                  <a:pt x="19" y="89"/>
                  <a:pt x="20" y="88"/>
                  <a:pt x="22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Freeform 191"/>
          <p:cNvSpPr>
            <a:spLocks noEditPoints="1"/>
          </p:cNvSpPr>
          <p:nvPr/>
        </p:nvSpPr>
        <p:spPr bwMode="auto">
          <a:xfrm>
            <a:off x="6755767" y="1474098"/>
            <a:ext cx="274409" cy="266541"/>
          </a:xfrm>
          <a:custGeom>
            <a:avLst/>
            <a:gdLst>
              <a:gd name="T0" fmla="*/ 111 w 140"/>
              <a:gd name="T1" fmla="*/ 106 h 136"/>
              <a:gd name="T2" fmla="*/ 109 w 140"/>
              <a:gd name="T3" fmla="*/ 114 h 136"/>
              <a:gd name="T4" fmla="*/ 107 w 140"/>
              <a:gd name="T5" fmla="*/ 106 h 136"/>
              <a:gd name="T6" fmla="*/ 109 w 140"/>
              <a:gd name="T7" fmla="*/ 101 h 136"/>
              <a:gd name="T8" fmla="*/ 113 w 140"/>
              <a:gd name="T9" fmla="*/ 92 h 136"/>
              <a:gd name="T10" fmla="*/ 103 w 140"/>
              <a:gd name="T11" fmla="*/ 93 h 136"/>
              <a:gd name="T12" fmla="*/ 102 w 140"/>
              <a:gd name="T13" fmla="*/ 97 h 136"/>
              <a:gd name="T14" fmla="*/ 116 w 140"/>
              <a:gd name="T15" fmla="*/ 95 h 136"/>
              <a:gd name="T16" fmla="*/ 113 w 140"/>
              <a:gd name="T17" fmla="*/ 92 h 136"/>
              <a:gd name="T18" fmla="*/ 131 w 140"/>
              <a:gd name="T19" fmla="*/ 126 h 136"/>
              <a:gd name="T20" fmla="*/ 87 w 140"/>
              <a:gd name="T21" fmla="*/ 126 h 136"/>
              <a:gd name="T22" fmla="*/ 87 w 140"/>
              <a:gd name="T23" fmla="*/ 82 h 136"/>
              <a:gd name="T24" fmla="*/ 131 w 140"/>
              <a:gd name="T25" fmla="*/ 82 h 136"/>
              <a:gd name="T26" fmla="*/ 120 w 140"/>
              <a:gd name="T27" fmla="*/ 100 h 136"/>
              <a:gd name="T28" fmla="*/ 119 w 140"/>
              <a:gd name="T29" fmla="*/ 94 h 136"/>
              <a:gd name="T30" fmla="*/ 114 w 140"/>
              <a:gd name="T31" fmla="*/ 89 h 136"/>
              <a:gd name="T32" fmla="*/ 99 w 140"/>
              <a:gd name="T33" fmla="*/ 92 h 136"/>
              <a:gd name="T34" fmla="*/ 99 w 140"/>
              <a:gd name="T35" fmla="*/ 98 h 136"/>
              <a:gd name="T36" fmla="*/ 97 w 140"/>
              <a:gd name="T37" fmla="*/ 114 h 136"/>
              <a:gd name="T38" fmla="*/ 118 w 140"/>
              <a:gd name="T39" fmla="*/ 117 h 136"/>
              <a:gd name="T40" fmla="*/ 120 w 140"/>
              <a:gd name="T41" fmla="*/ 100 h 136"/>
              <a:gd name="T42" fmla="*/ 79 w 140"/>
              <a:gd name="T43" fmla="*/ 125 h 136"/>
              <a:gd name="T44" fmla="*/ 0 w 140"/>
              <a:gd name="T45" fmla="*/ 112 h 136"/>
              <a:gd name="T46" fmla="*/ 0 w 140"/>
              <a:gd name="T47" fmla="*/ 28 h 136"/>
              <a:gd name="T48" fmla="*/ 21 w 140"/>
              <a:gd name="T49" fmla="*/ 2 h 136"/>
              <a:gd name="T50" fmla="*/ 24 w 140"/>
              <a:gd name="T51" fmla="*/ 0 h 136"/>
              <a:gd name="T52" fmla="*/ 118 w 140"/>
              <a:gd name="T53" fmla="*/ 13 h 136"/>
              <a:gd name="T54" fmla="*/ 109 w 140"/>
              <a:gd name="T55" fmla="*/ 68 h 136"/>
              <a:gd name="T56" fmla="*/ 106 w 140"/>
              <a:gd name="T57" fmla="*/ 9 h 136"/>
              <a:gd name="T58" fmla="*/ 29 w 140"/>
              <a:gd name="T59" fmla="*/ 20 h 136"/>
              <a:gd name="T60" fmla="*/ 10 w 140"/>
              <a:gd name="T61" fmla="*/ 32 h 136"/>
              <a:gd name="T62" fmla="*/ 13 w 140"/>
              <a:gd name="T63" fmla="*/ 115 h 136"/>
              <a:gd name="T64" fmla="*/ 15 w 140"/>
              <a:gd name="T65" fmla="*/ 23 h 136"/>
              <a:gd name="T66" fmla="*/ 20 w 140"/>
              <a:gd name="T67" fmla="*/ 20 h 136"/>
              <a:gd name="T68" fmla="*/ 15 w 140"/>
              <a:gd name="T69" fmla="*/ 23 h 136"/>
              <a:gd name="T70" fmla="*/ 22 w 140"/>
              <a:gd name="T71" fmla="*/ 38 h 136"/>
              <a:gd name="T72" fmla="*/ 22 w 140"/>
              <a:gd name="T73" fmla="*/ 45 h 136"/>
              <a:gd name="T74" fmla="*/ 100 w 140"/>
              <a:gd name="T75" fmla="*/ 41 h 136"/>
              <a:gd name="T76" fmla="*/ 100 w 140"/>
              <a:gd name="T77" fmla="*/ 58 h 136"/>
              <a:gd name="T78" fmla="*/ 22 w 140"/>
              <a:gd name="T79" fmla="*/ 54 h 136"/>
              <a:gd name="T80" fmla="*/ 22 w 140"/>
              <a:gd name="T81" fmla="*/ 61 h 136"/>
              <a:gd name="T82" fmla="*/ 100 w 140"/>
              <a:gd name="T83" fmla="*/ 58 h 136"/>
              <a:gd name="T84" fmla="*/ 22 w 140"/>
              <a:gd name="T85" fmla="*/ 71 h 136"/>
              <a:gd name="T86" fmla="*/ 22 w 140"/>
              <a:gd name="T87" fmla="*/ 78 h 136"/>
              <a:gd name="T88" fmla="*/ 95 w 140"/>
              <a:gd name="T89" fmla="*/ 71 h 136"/>
              <a:gd name="T90" fmla="*/ 22 w 140"/>
              <a:gd name="T91" fmla="*/ 94 h 136"/>
              <a:gd name="T92" fmla="*/ 77 w 140"/>
              <a:gd name="T93" fmla="*/ 88 h 136"/>
              <a:gd name="T94" fmla="*/ 19 w 140"/>
              <a:gd name="T95" fmla="*/ 91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40" h="136">
                <a:moveTo>
                  <a:pt x="112" y="104"/>
                </a:moveTo>
                <a:cubicBezTo>
                  <a:pt x="112" y="105"/>
                  <a:pt x="111" y="106"/>
                  <a:pt x="111" y="106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3"/>
                  <a:pt x="110" y="114"/>
                  <a:pt x="109" y="114"/>
                </a:cubicBezTo>
                <a:cubicBezTo>
                  <a:pt x="108" y="114"/>
                  <a:pt x="107" y="113"/>
                  <a:pt x="107" y="112"/>
                </a:cubicBezTo>
                <a:cubicBezTo>
                  <a:pt x="107" y="106"/>
                  <a:pt x="107" y="106"/>
                  <a:pt x="107" y="106"/>
                </a:cubicBezTo>
                <a:cubicBezTo>
                  <a:pt x="106" y="106"/>
                  <a:pt x="106" y="105"/>
                  <a:pt x="106" y="104"/>
                </a:cubicBezTo>
                <a:cubicBezTo>
                  <a:pt x="106" y="102"/>
                  <a:pt x="107" y="101"/>
                  <a:pt x="109" y="101"/>
                </a:cubicBezTo>
                <a:cubicBezTo>
                  <a:pt x="111" y="101"/>
                  <a:pt x="112" y="102"/>
                  <a:pt x="112" y="104"/>
                </a:cubicBezTo>
                <a:close/>
                <a:moveTo>
                  <a:pt x="113" y="92"/>
                </a:moveTo>
                <a:cubicBezTo>
                  <a:pt x="105" y="92"/>
                  <a:pt x="105" y="92"/>
                  <a:pt x="105" y="92"/>
                </a:cubicBezTo>
                <a:cubicBezTo>
                  <a:pt x="104" y="92"/>
                  <a:pt x="104" y="92"/>
                  <a:pt x="103" y="93"/>
                </a:cubicBezTo>
                <a:cubicBezTo>
                  <a:pt x="102" y="93"/>
                  <a:pt x="102" y="94"/>
                  <a:pt x="102" y="95"/>
                </a:cubicBezTo>
                <a:cubicBezTo>
                  <a:pt x="102" y="97"/>
                  <a:pt x="102" y="97"/>
                  <a:pt x="102" y="97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16" y="95"/>
                  <a:pt x="116" y="95"/>
                  <a:pt x="116" y="95"/>
                </a:cubicBezTo>
                <a:cubicBezTo>
                  <a:pt x="116" y="94"/>
                  <a:pt x="115" y="94"/>
                  <a:pt x="115" y="93"/>
                </a:cubicBezTo>
                <a:cubicBezTo>
                  <a:pt x="115" y="92"/>
                  <a:pt x="114" y="92"/>
                  <a:pt x="113" y="92"/>
                </a:cubicBezTo>
                <a:close/>
                <a:moveTo>
                  <a:pt x="140" y="104"/>
                </a:moveTo>
                <a:cubicBezTo>
                  <a:pt x="140" y="113"/>
                  <a:pt x="137" y="121"/>
                  <a:pt x="131" y="126"/>
                </a:cubicBezTo>
                <a:cubicBezTo>
                  <a:pt x="125" y="132"/>
                  <a:pt x="118" y="136"/>
                  <a:pt x="109" y="136"/>
                </a:cubicBezTo>
                <a:cubicBezTo>
                  <a:pt x="100" y="136"/>
                  <a:pt x="92" y="132"/>
                  <a:pt x="87" y="126"/>
                </a:cubicBezTo>
                <a:cubicBezTo>
                  <a:pt x="81" y="121"/>
                  <a:pt x="77" y="113"/>
                  <a:pt x="77" y="104"/>
                </a:cubicBezTo>
                <a:cubicBezTo>
                  <a:pt x="77" y="95"/>
                  <a:pt x="81" y="88"/>
                  <a:pt x="87" y="82"/>
                </a:cubicBezTo>
                <a:cubicBezTo>
                  <a:pt x="92" y="76"/>
                  <a:pt x="100" y="73"/>
                  <a:pt x="109" y="73"/>
                </a:cubicBezTo>
                <a:cubicBezTo>
                  <a:pt x="118" y="73"/>
                  <a:pt x="125" y="76"/>
                  <a:pt x="131" y="82"/>
                </a:cubicBezTo>
                <a:cubicBezTo>
                  <a:pt x="137" y="88"/>
                  <a:pt x="140" y="95"/>
                  <a:pt x="140" y="104"/>
                </a:cubicBezTo>
                <a:close/>
                <a:moveTo>
                  <a:pt x="120" y="100"/>
                </a:moveTo>
                <a:cubicBezTo>
                  <a:pt x="120" y="99"/>
                  <a:pt x="120" y="98"/>
                  <a:pt x="119" y="98"/>
                </a:cubicBezTo>
                <a:cubicBezTo>
                  <a:pt x="119" y="94"/>
                  <a:pt x="119" y="94"/>
                  <a:pt x="119" y="94"/>
                </a:cubicBezTo>
                <a:cubicBezTo>
                  <a:pt x="119" y="93"/>
                  <a:pt x="119" y="93"/>
                  <a:pt x="119" y="93"/>
                </a:cubicBezTo>
                <a:cubicBezTo>
                  <a:pt x="119" y="91"/>
                  <a:pt x="117" y="89"/>
                  <a:pt x="114" y="89"/>
                </a:cubicBezTo>
                <a:cubicBezTo>
                  <a:pt x="103" y="89"/>
                  <a:pt x="103" y="89"/>
                  <a:pt x="103" y="89"/>
                </a:cubicBezTo>
                <a:cubicBezTo>
                  <a:pt x="101" y="89"/>
                  <a:pt x="100" y="90"/>
                  <a:pt x="99" y="92"/>
                </a:cubicBezTo>
                <a:cubicBezTo>
                  <a:pt x="99" y="93"/>
                  <a:pt x="99" y="93"/>
                  <a:pt x="99" y="93"/>
                </a:cubicBezTo>
                <a:cubicBezTo>
                  <a:pt x="99" y="98"/>
                  <a:pt x="99" y="98"/>
                  <a:pt x="99" y="98"/>
                </a:cubicBezTo>
                <a:cubicBezTo>
                  <a:pt x="98" y="98"/>
                  <a:pt x="97" y="99"/>
                  <a:pt x="97" y="100"/>
                </a:cubicBezTo>
                <a:cubicBezTo>
                  <a:pt x="97" y="114"/>
                  <a:pt x="97" y="114"/>
                  <a:pt x="97" y="114"/>
                </a:cubicBezTo>
                <a:cubicBezTo>
                  <a:pt x="97" y="116"/>
                  <a:pt x="99" y="117"/>
                  <a:pt x="100" y="117"/>
                </a:cubicBezTo>
                <a:cubicBezTo>
                  <a:pt x="118" y="117"/>
                  <a:pt x="118" y="117"/>
                  <a:pt x="118" y="117"/>
                </a:cubicBezTo>
                <a:cubicBezTo>
                  <a:pt x="119" y="117"/>
                  <a:pt x="120" y="116"/>
                  <a:pt x="120" y="114"/>
                </a:cubicBezTo>
                <a:lnTo>
                  <a:pt x="120" y="100"/>
                </a:lnTo>
                <a:close/>
                <a:moveTo>
                  <a:pt x="75" y="115"/>
                </a:moveTo>
                <a:cubicBezTo>
                  <a:pt x="76" y="119"/>
                  <a:pt x="77" y="122"/>
                  <a:pt x="79" y="125"/>
                </a:cubicBezTo>
                <a:cubicBezTo>
                  <a:pt x="13" y="125"/>
                  <a:pt x="13" y="125"/>
                  <a:pt x="13" y="125"/>
                </a:cubicBezTo>
                <a:cubicBezTo>
                  <a:pt x="6" y="125"/>
                  <a:pt x="0" y="119"/>
                  <a:pt x="0" y="112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1" y="26"/>
                  <a:pt x="2" y="25"/>
                </a:cubicBezTo>
                <a:cubicBezTo>
                  <a:pt x="21" y="2"/>
                  <a:pt x="21" y="2"/>
                  <a:pt x="21" y="2"/>
                </a:cubicBezTo>
                <a:cubicBezTo>
                  <a:pt x="22" y="1"/>
                  <a:pt x="23" y="0"/>
                  <a:pt x="2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13" y="0"/>
                  <a:pt x="118" y="6"/>
                  <a:pt x="118" y="13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6" y="69"/>
                  <a:pt x="113" y="68"/>
                  <a:pt x="109" y="68"/>
                </a:cubicBezTo>
                <a:cubicBezTo>
                  <a:pt x="109" y="13"/>
                  <a:pt x="109" y="13"/>
                  <a:pt x="109" y="13"/>
                </a:cubicBezTo>
                <a:cubicBezTo>
                  <a:pt x="109" y="11"/>
                  <a:pt x="108" y="9"/>
                  <a:pt x="106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20"/>
                  <a:pt x="29" y="20"/>
                  <a:pt x="29" y="20"/>
                </a:cubicBezTo>
                <a:cubicBezTo>
                  <a:pt x="29" y="27"/>
                  <a:pt x="23" y="32"/>
                  <a:pt x="16" y="32"/>
                </a:cubicBezTo>
                <a:cubicBezTo>
                  <a:pt x="10" y="32"/>
                  <a:pt x="10" y="32"/>
                  <a:pt x="10" y="32"/>
                </a:cubicBezTo>
                <a:cubicBezTo>
                  <a:pt x="10" y="112"/>
                  <a:pt x="10" y="112"/>
                  <a:pt x="10" y="112"/>
                </a:cubicBezTo>
                <a:cubicBezTo>
                  <a:pt x="10" y="114"/>
                  <a:pt x="11" y="115"/>
                  <a:pt x="13" y="115"/>
                </a:cubicBezTo>
                <a:lnTo>
                  <a:pt x="75" y="115"/>
                </a:lnTo>
                <a:close/>
                <a:moveTo>
                  <a:pt x="15" y="23"/>
                </a:moveTo>
                <a:cubicBezTo>
                  <a:pt x="16" y="23"/>
                  <a:pt x="16" y="23"/>
                  <a:pt x="16" y="23"/>
                </a:cubicBezTo>
                <a:cubicBezTo>
                  <a:pt x="18" y="23"/>
                  <a:pt x="20" y="22"/>
                  <a:pt x="20" y="20"/>
                </a:cubicBezTo>
                <a:cubicBezTo>
                  <a:pt x="20" y="17"/>
                  <a:pt x="20" y="17"/>
                  <a:pt x="20" y="17"/>
                </a:cubicBezTo>
                <a:lnTo>
                  <a:pt x="15" y="23"/>
                </a:lnTo>
                <a:close/>
                <a:moveTo>
                  <a:pt x="97" y="38"/>
                </a:moveTo>
                <a:cubicBezTo>
                  <a:pt x="22" y="38"/>
                  <a:pt x="22" y="38"/>
                  <a:pt x="22" y="38"/>
                </a:cubicBezTo>
                <a:cubicBezTo>
                  <a:pt x="21" y="38"/>
                  <a:pt x="19" y="39"/>
                  <a:pt x="19" y="41"/>
                </a:cubicBezTo>
                <a:cubicBezTo>
                  <a:pt x="19" y="43"/>
                  <a:pt x="21" y="45"/>
                  <a:pt x="22" y="45"/>
                </a:cubicBezTo>
                <a:cubicBezTo>
                  <a:pt x="97" y="45"/>
                  <a:pt x="97" y="45"/>
                  <a:pt x="97" y="45"/>
                </a:cubicBezTo>
                <a:cubicBezTo>
                  <a:pt x="98" y="45"/>
                  <a:pt x="100" y="43"/>
                  <a:pt x="100" y="41"/>
                </a:cubicBezTo>
                <a:cubicBezTo>
                  <a:pt x="100" y="39"/>
                  <a:pt x="98" y="38"/>
                  <a:pt x="97" y="38"/>
                </a:cubicBezTo>
                <a:close/>
                <a:moveTo>
                  <a:pt x="100" y="58"/>
                </a:moveTo>
                <a:cubicBezTo>
                  <a:pt x="100" y="56"/>
                  <a:pt x="98" y="54"/>
                  <a:pt x="97" y="54"/>
                </a:cubicBezTo>
                <a:cubicBezTo>
                  <a:pt x="22" y="54"/>
                  <a:pt x="22" y="54"/>
                  <a:pt x="22" y="54"/>
                </a:cubicBezTo>
                <a:cubicBezTo>
                  <a:pt x="21" y="54"/>
                  <a:pt x="19" y="56"/>
                  <a:pt x="19" y="58"/>
                </a:cubicBezTo>
                <a:cubicBezTo>
                  <a:pt x="19" y="60"/>
                  <a:pt x="21" y="61"/>
                  <a:pt x="22" y="61"/>
                </a:cubicBezTo>
                <a:cubicBezTo>
                  <a:pt x="97" y="61"/>
                  <a:pt x="97" y="61"/>
                  <a:pt x="97" y="61"/>
                </a:cubicBezTo>
                <a:cubicBezTo>
                  <a:pt x="98" y="61"/>
                  <a:pt x="100" y="60"/>
                  <a:pt x="100" y="58"/>
                </a:cubicBezTo>
                <a:close/>
                <a:moveTo>
                  <a:pt x="95" y="71"/>
                </a:moveTo>
                <a:cubicBezTo>
                  <a:pt x="22" y="71"/>
                  <a:pt x="22" y="71"/>
                  <a:pt x="22" y="71"/>
                </a:cubicBezTo>
                <a:cubicBezTo>
                  <a:pt x="21" y="71"/>
                  <a:pt x="19" y="73"/>
                  <a:pt x="19" y="74"/>
                </a:cubicBezTo>
                <a:cubicBezTo>
                  <a:pt x="19" y="76"/>
                  <a:pt x="21" y="78"/>
                  <a:pt x="22" y="78"/>
                </a:cubicBezTo>
                <a:cubicBezTo>
                  <a:pt x="84" y="78"/>
                  <a:pt x="84" y="78"/>
                  <a:pt x="84" y="78"/>
                </a:cubicBezTo>
                <a:cubicBezTo>
                  <a:pt x="87" y="75"/>
                  <a:pt x="91" y="73"/>
                  <a:pt x="95" y="71"/>
                </a:cubicBezTo>
                <a:close/>
                <a:moveTo>
                  <a:pt x="19" y="91"/>
                </a:moveTo>
                <a:cubicBezTo>
                  <a:pt x="19" y="93"/>
                  <a:pt x="21" y="94"/>
                  <a:pt x="22" y="94"/>
                </a:cubicBezTo>
                <a:cubicBezTo>
                  <a:pt x="74" y="94"/>
                  <a:pt x="74" y="94"/>
                  <a:pt x="74" y="94"/>
                </a:cubicBezTo>
                <a:cubicBezTo>
                  <a:pt x="75" y="92"/>
                  <a:pt x="76" y="90"/>
                  <a:pt x="77" y="88"/>
                </a:cubicBezTo>
                <a:cubicBezTo>
                  <a:pt x="22" y="88"/>
                  <a:pt x="22" y="88"/>
                  <a:pt x="22" y="88"/>
                </a:cubicBezTo>
                <a:cubicBezTo>
                  <a:pt x="21" y="88"/>
                  <a:pt x="19" y="89"/>
                  <a:pt x="19" y="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Freeform 189"/>
          <p:cNvSpPr>
            <a:spLocks noEditPoints="1"/>
          </p:cNvSpPr>
          <p:nvPr/>
        </p:nvSpPr>
        <p:spPr bwMode="auto">
          <a:xfrm>
            <a:off x="8353167" y="1467610"/>
            <a:ext cx="267493" cy="279516"/>
          </a:xfrm>
          <a:custGeom>
            <a:avLst/>
            <a:gdLst>
              <a:gd name="T0" fmla="*/ 122 w 134"/>
              <a:gd name="T1" fmla="*/ 129 h 140"/>
              <a:gd name="T2" fmla="*/ 107 w 134"/>
              <a:gd name="T3" fmla="*/ 124 h 140"/>
              <a:gd name="T4" fmla="*/ 134 w 134"/>
              <a:gd name="T5" fmla="*/ 129 h 140"/>
              <a:gd name="T6" fmla="*/ 71 w 134"/>
              <a:gd name="T7" fmla="*/ 129 h 140"/>
              <a:gd name="T8" fmla="*/ 85 w 134"/>
              <a:gd name="T9" fmla="*/ 140 h 140"/>
              <a:gd name="T10" fmla="*/ 82 w 134"/>
              <a:gd name="T11" fmla="*/ 114 h 140"/>
              <a:gd name="T12" fmla="*/ 82 w 134"/>
              <a:gd name="T13" fmla="*/ 102 h 140"/>
              <a:gd name="T14" fmla="*/ 122 w 134"/>
              <a:gd name="T15" fmla="*/ 102 h 140"/>
              <a:gd name="T16" fmla="*/ 114 w 134"/>
              <a:gd name="T17" fmla="*/ 102 h 140"/>
              <a:gd name="T18" fmla="*/ 90 w 134"/>
              <a:gd name="T19" fmla="*/ 102 h 140"/>
              <a:gd name="T20" fmla="*/ 114 w 134"/>
              <a:gd name="T21" fmla="*/ 102 h 140"/>
              <a:gd name="T22" fmla="*/ 5 w 134"/>
              <a:gd name="T23" fmla="*/ 40 h 140"/>
              <a:gd name="T24" fmla="*/ 39 w 134"/>
              <a:gd name="T25" fmla="*/ 27 h 140"/>
              <a:gd name="T26" fmla="*/ 110 w 134"/>
              <a:gd name="T27" fmla="*/ 5 h 140"/>
              <a:gd name="T28" fmla="*/ 117 w 134"/>
              <a:gd name="T29" fmla="*/ 85 h 140"/>
              <a:gd name="T30" fmla="*/ 123 w 134"/>
              <a:gd name="T31" fmla="*/ 13 h 140"/>
              <a:gd name="T32" fmla="*/ 39 w 134"/>
              <a:gd name="T33" fmla="*/ 0 h 140"/>
              <a:gd name="T34" fmla="*/ 0 w 134"/>
              <a:gd name="T35" fmla="*/ 117 h 140"/>
              <a:gd name="T36" fmla="*/ 66 w 134"/>
              <a:gd name="T37" fmla="*/ 130 h 140"/>
              <a:gd name="T38" fmla="*/ 13 w 134"/>
              <a:gd name="T39" fmla="*/ 125 h 140"/>
              <a:gd name="T40" fmla="*/ 98 w 134"/>
              <a:gd name="T41" fmla="*/ 28 h 140"/>
              <a:gd name="T42" fmla="*/ 45 w 134"/>
              <a:gd name="T43" fmla="*/ 32 h 140"/>
              <a:gd name="T44" fmla="*/ 100 w 134"/>
              <a:gd name="T45" fmla="*/ 30 h 140"/>
              <a:gd name="T46" fmla="*/ 98 w 134"/>
              <a:gd name="T47" fmla="*/ 47 h 140"/>
              <a:gd name="T48" fmla="*/ 23 w 134"/>
              <a:gd name="T49" fmla="*/ 48 h 140"/>
              <a:gd name="T50" fmla="*/ 98 w 134"/>
              <a:gd name="T51" fmla="*/ 50 h 140"/>
              <a:gd name="T52" fmla="*/ 98 w 134"/>
              <a:gd name="T53" fmla="*/ 47 h 140"/>
              <a:gd name="T54" fmla="*/ 98 w 134"/>
              <a:gd name="T55" fmla="*/ 65 h 140"/>
              <a:gd name="T56" fmla="*/ 23 w 134"/>
              <a:gd name="T57" fmla="*/ 67 h 140"/>
              <a:gd name="T58" fmla="*/ 98 w 134"/>
              <a:gd name="T59" fmla="*/ 69 h 140"/>
              <a:gd name="T60" fmla="*/ 70 w 134"/>
              <a:gd name="T61" fmla="*/ 84 h 140"/>
              <a:gd name="T62" fmla="*/ 23 w 134"/>
              <a:gd name="T63" fmla="*/ 85 h 140"/>
              <a:gd name="T64" fmla="*/ 70 w 134"/>
              <a:gd name="T65" fmla="*/ 87 h 140"/>
              <a:gd name="T66" fmla="*/ 70 w 134"/>
              <a:gd name="T67" fmla="*/ 84 h 140"/>
              <a:gd name="T68" fmla="*/ 25 w 134"/>
              <a:gd name="T69" fmla="*/ 102 h 140"/>
              <a:gd name="T70" fmla="*/ 25 w 134"/>
              <a:gd name="T71" fmla="*/ 106 h 140"/>
              <a:gd name="T72" fmla="*/ 72 w 134"/>
              <a:gd name="T73" fmla="*/ 104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4" h="140">
                <a:moveTo>
                  <a:pt x="134" y="129"/>
                </a:moveTo>
                <a:cubicBezTo>
                  <a:pt x="122" y="129"/>
                  <a:pt x="122" y="129"/>
                  <a:pt x="122" y="129"/>
                </a:cubicBezTo>
                <a:cubicBezTo>
                  <a:pt x="119" y="140"/>
                  <a:pt x="119" y="140"/>
                  <a:pt x="119" y="140"/>
                </a:cubicBezTo>
                <a:cubicBezTo>
                  <a:pt x="107" y="124"/>
                  <a:pt x="107" y="124"/>
                  <a:pt x="107" y="124"/>
                </a:cubicBezTo>
                <a:cubicBezTo>
                  <a:pt x="113" y="122"/>
                  <a:pt x="118" y="119"/>
                  <a:pt x="121" y="114"/>
                </a:cubicBezTo>
                <a:lnTo>
                  <a:pt x="134" y="129"/>
                </a:lnTo>
                <a:close/>
                <a:moveTo>
                  <a:pt x="82" y="114"/>
                </a:moveTo>
                <a:cubicBezTo>
                  <a:pt x="71" y="129"/>
                  <a:pt x="71" y="129"/>
                  <a:pt x="71" y="129"/>
                </a:cubicBezTo>
                <a:cubicBezTo>
                  <a:pt x="82" y="129"/>
                  <a:pt x="82" y="129"/>
                  <a:pt x="82" y="129"/>
                </a:cubicBezTo>
                <a:cubicBezTo>
                  <a:pt x="85" y="140"/>
                  <a:pt x="85" y="140"/>
                  <a:pt x="85" y="140"/>
                </a:cubicBezTo>
                <a:cubicBezTo>
                  <a:pt x="97" y="124"/>
                  <a:pt x="97" y="124"/>
                  <a:pt x="97" y="124"/>
                </a:cubicBezTo>
                <a:cubicBezTo>
                  <a:pt x="91" y="123"/>
                  <a:pt x="86" y="119"/>
                  <a:pt x="82" y="114"/>
                </a:cubicBezTo>
                <a:close/>
                <a:moveTo>
                  <a:pt x="102" y="122"/>
                </a:moveTo>
                <a:cubicBezTo>
                  <a:pt x="91" y="122"/>
                  <a:pt x="82" y="113"/>
                  <a:pt x="82" y="102"/>
                </a:cubicBezTo>
                <a:cubicBezTo>
                  <a:pt x="82" y="90"/>
                  <a:pt x="91" y="81"/>
                  <a:pt x="102" y="81"/>
                </a:cubicBezTo>
                <a:cubicBezTo>
                  <a:pt x="113" y="81"/>
                  <a:pt x="122" y="90"/>
                  <a:pt x="122" y="102"/>
                </a:cubicBezTo>
                <a:cubicBezTo>
                  <a:pt x="122" y="113"/>
                  <a:pt x="113" y="122"/>
                  <a:pt x="102" y="122"/>
                </a:cubicBezTo>
                <a:close/>
                <a:moveTo>
                  <a:pt x="114" y="102"/>
                </a:moveTo>
                <a:cubicBezTo>
                  <a:pt x="114" y="95"/>
                  <a:pt x="109" y="90"/>
                  <a:pt x="102" y="90"/>
                </a:cubicBezTo>
                <a:cubicBezTo>
                  <a:pt x="95" y="90"/>
                  <a:pt x="90" y="95"/>
                  <a:pt x="90" y="102"/>
                </a:cubicBezTo>
                <a:cubicBezTo>
                  <a:pt x="90" y="108"/>
                  <a:pt x="95" y="113"/>
                  <a:pt x="102" y="113"/>
                </a:cubicBezTo>
                <a:cubicBezTo>
                  <a:pt x="109" y="113"/>
                  <a:pt x="114" y="108"/>
                  <a:pt x="114" y="102"/>
                </a:cubicBezTo>
                <a:close/>
                <a:moveTo>
                  <a:pt x="5" y="117"/>
                </a:moveTo>
                <a:cubicBezTo>
                  <a:pt x="5" y="40"/>
                  <a:pt x="5" y="40"/>
                  <a:pt x="5" y="40"/>
                </a:cubicBezTo>
                <a:cubicBezTo>
                  <a:pt x="27" y="40"/>
                  <a:pt x="27" y="40"/>
                  <a:pt x="27" y="40"/>
                </a:cubicBezTo>
                <a:cubicBezTo>
                  <a:pt x="34" y="40"/>
                  <a:pt x="39" y="34"/>
                  <a:pt x="39" y="27"/>
                </a:cubicBezTo>
                <a:cubicBezTo>
                  <a:pt x="39" y="5"/>
                  <a:pt x="39" y="5"/>
                  <a:pt x="39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4" y="5"/>
                  <a:pt x="117" y="9"/>
                  <a:pt x="117" y="13"/>
                </a:cubicBezTo>
                <a:cubicBezTo>
                  <a:pt x="117" y="85"/>
                  <a:pt x="117" y="85"/>
                  <a:pt x="117" y="85"/>
                </a:cubicBezTo>
                <a:cubicBezTo>
                  <a:pt x="120" y="87"/>
                  <a:pt x="121" y="89"/>
                  <a:pt x="123" y="92"/>
                </a:cubicBezTo>
                <a:cubicBezTo>
                  <a:pt x="123" y="13"/>
                  <a:pt x="123" y="13"/>
                  <a:pt x="123" y="13"/>
                </a:cubicBezTo>
                <a:cubicBezTo>
                  <a:pt x="123" y="6"/>
                  <a:pt x="117" y="0"/>
                  <a:pt x="11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25"/>
                  <a:pt x="6" y="130"/>
                  <a:pt x="13" y="130"/>
                </a:cubicBezTo>
                <a:cubicBezTo>
                  <a:pt x="66" y="130"/>
                  <a:pt x="66" y="130"/>
                  <a:pt x="66" y="130"/>
                </a:cubicBezTo>
                <a:cubicBezTo>
                  <a:pt x="70" y="125"/>
                  <a:pt x="70" y="125"/>
                  <a:pt x="70" y="125"/>
                </a:cubicBezTo>
                <a:cubicBezTo>
                  <a:pt x="13" y="125"/>
                  <a:pt x="13" y="125"/>
                  <a:pt x="13" y="125"/>
                </a:cubicBezTo>
                <a:cubicBezTo>
                  <a:pt x="9" y="125"/>
                  <a:pt x="5" y="122"/>
                  <a:pt x="5" y="117"/>
                </a:cubicBezTo>
                <a:close/>
                <a:moveTo>
                  <a:pt x="98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5" y="32"/>
                  <a:pt x="45" y="32"/>
                  <a:pt x="45" y="32"/>
                </a:cubicBezTo>
                <a:cubicBezTo>
                  <a:pt x="98" y="32"/>
                  <a:pt x="98" y="32"/>
                  <a:pt x="98" y="32"/>
                </a:cubicBezTo>
                <a:cubicBezTo>
                  <a:pt x="99" y="32"/>
                  <a:pt x="100" y="31"/>
                  <a:pt x="100" y="30"/>
                </a:cubicBezTo>
                <a:cubicBezTo>
                  <a:pt x="100" y="29"/>
                  <a:pt x="99" y="28"/>
                  <a:pt x="98" y="28"/>
                </a:cubicBezTo>
                <a:close/>
                <a:moveTo>
                  <a:pt x="98" y="47"/>
                </a:moveTo>
                <a:cubicBezTo>
                  <a:pt x="25" y="47"/>
                  <a:pt x="25" y="47"/>
                  <a:pt x="25" y="47"/>
                </a:cubicBezTo>
                <a:cubicBezTo>
                  <a:pt x="24" y="47"/>
                  <a:pt x="23" y="47"/>
                  <a:pt x="23" y="48"/>
                </a:cubicBezTo>
                <a:cubicBezTo>
                  <a:pt x="23" y="49"/>
                  <a:pt x="24" y="50"/>
                  <a:pt x="25" y="50"/>
                </a:cubicBezTo>
                <a:cubicBezTo>
                  <a:pt x="98" y="50"/>
                  <a:pt x="98" y="50"/>
                  <a:pt x="98" y="50"/>
                </a:cubicBezTo>
                <a:cubicBezTo>
                  <a:pt x="99" y="50"/>
                  <a:pt x="100" y="49"/>
                  <a:pt x="100" y="48"/>
                </a:cubicBezTo>
                <a:cubicBezTo>
                  <a:pt x="100" y="47"/>
                  <a:pt x="99" y="47"/>
                  <a:pt x="98" y="47"/>
                </a:cubicBezTo>
                <a:close/>
                <a:moveTo>
                  <a:pt x="100" y="67"/>
                </a:moveTo>
                <a:cubicBezTo>
                  <a:pt x="100" y="66"/>
                  <a:pt x="99" y="65"/>
                  <a:pt x="98" y="65"/>
                </a:cubicBezTo>
                <a:cubicBezTo>
                  <a:pt x="25" y="65"/>
                  <a:pt x="25" y="65"/>
                  <a:pt x="25" y="65"/>
                </a:cubicBezTo>
                <a:cubicBezTo>
                  <a:pt x="24" y="65"/>
                  <a:pt x="23" y="66"/>
                  <a:pt x="23" y="67"/>
                </a:cubicBezTo>
                <a:cubicBezTo>
                  <a:pt x="23" y="68"/>
                  <a:pt x="24" y="69"/>
                  <a:pt x="25" y="69"/>
                </a:cubicBezTo>
                <a:cubicBezTo>
                  <a:pt x="98" y="69"/>
                  <a:pt x="98" y="69"/>
                  <a:pt x="98" y="69"/>
                </a:cubicBezTo>
                <a:cubicBezTo>
                  <a:pt x="99" y="69"/>
                  <a:pt x="100" y="68"/>
                  <a:pt x="100" y="67"/>
                </a:cubicBezTo>
                <a:close/>
                <a:moveTo>
                  <a:pt x="70" y="84"/>
                </a:moveTo>
                <a:cubicBezTo>
                  <a:pt x="25" y="84"/>
                  <a:pt x="25" y="84"/>
                  <a:pt x="25" y="84"/>
                </a:cubicBezTo>
                <a:cubicBezTo>
                  <a:pt x="24" y="84"/>
                  <a:pt x="23" y="84"/>
                  <a:pt x="23" y="85"/>
                </a:cubicBezTo>
                <a:cubicBezTo>
                  <a:pt x="23" y="86"/>
                  <a:pt x="24" y="87"/>
                  <a:pt x="25" y="87"/>
                </a:cubicBezTo>
                <a:cubicBezTo>
                  <a:pt x="70" y="87"/>
                  <a:pt x="70" y="87"/>
                  <a:pt x="70" y="87"/>
                </a:cubicBezTo>
                <a:cubicBezTo>
                  <a:pt x="71" y="87"/>
                  <a:pt x="72" y="86"/>
                  <a:pt x="72" y="85"/>
                </a:cubicBezTo>
                <a:cubicBezTo>
                  <a:pt x="72" y="84"/>
                  <a:pt x="71" y="84"/>
                  <a:pt x="70" y="84"/>
                </a:cubicBezTo>
                <a:close/>
                <a:moveTo>
                  <a:pt x="70" y="102"/>
                </a:moveTo>
                <a:cubicBezTo>
                  <a:pt x="25" y="102"/>
                  <a:pt x="25" y="102"/>
                  <a:pt x="25" y="102"/>
                </a:cubicBezTo>
                <a:cubicBezTo>
                  <a:pt x="24" y="102"/>
                  <a:pt x="23" y="103"/>
                  <a:pt x="23" y="104"/>
                </a:cubicBezTo>
                <a:cubicBezTo>
                  <a:pt x="23" y="105"/>
                  <a:pt x="24" y="106"/>
                  <a:pt x="25" y="106"/>
                </a:cubicBezTo>
                <a:cubicBezTo>
                  <a:pt x="70" y="106"/>
                  <a:pt x="70" y="106"/>
                  <a:pt x="70" y="106"/>
                </a:cubicBezTo>
                <a:cubicBezTo>
                  <a:pt x="71" y="106"/>
                  <a:pt x="72" y="105"/>
                  <a:pt x="72" y="104"/>
                </a:cubicBezTo>
                <a:cubicBezTo>
                  <a:pt x="72" y="103"/>
                  <a:pt x="71" y="102"/>
                  <a:pt x="70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5102865" y="4910927"/>
            <a:ext cx="1408303" cy="0"/>
          </a:xfrm>
          <a:prstGeom prst="line">
            <a:avLst/>
          </a:prstGeom>
          <a:ln w="12700">
            <a:solidFill>
              <a:srgbClr val="3F56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730894" y="5078413"/>
            <a:ext cx="87402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en-US" altLang="zh-CN" sz="28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LAI</a:t>
            </a:r>
            <a:r>
              <a:rPr lang="zh-CN" altLang="en-US" sz="28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产品具有重要价值，</a:t>
            </a:r>
            <a:endParaRPr lang="zh-CN" altLang="en-US" sz="2800" b="1" dirty="0">
              <a:solidFill>
                <a:srgbClr val="3F564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3F56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但不能忽略产品间和产品自身的一致性问题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17714"/>
            <a:ext cx="682171" cy="449943"/>
          </a:xfrm>
          <a:prstGeom prst="rect">
            <a:avLst/>
          </a:prstGeom>
          <a:solidFill>
            <a:srgbClr val="3F56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2171" y="211561"/>
            <a:ext cx="36249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800" b="1" spc="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3F564F"/>
                </a:solidFill>
                <a:latin typeface="黑体" panose="02010609060101010101" charset="-122"/>
                <a:ea typeface="黑体" panose="02010609060101010101" charset="-122"/>
              </a:rPr>
              <a:t>参考文献</a:t>
            </a:r>
            <a:endParaRPr lang="zh-CN" altLang="en-US" sz="2000" dirty="0">
              <a:solidFill>
                <a:srgbClr val="3F564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1990" y="851535"/>
            <a:ext cx="6583045" cy="4999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[1] Jiang et al. (2017). Inconsistencies of interannual variability and trends in long-term satellite LAI products. Global Change Biology, 23, 4133–4146.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[2] Zhu et al. (2016). Greening of the Earth and its drivers. Nature Climate Change, 6, 791–795.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[3] Myneni et al. (1997). Increased plant growth in the northern high latitudes from 1981 to 1991. Nature, 386, 698–702.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[4] Garrigues et al. (2008). Validation and intercomparison of global LAI products derived from remote sensing data. JGR: Biogeosciences, 113, G02028.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[5] Fang et al. (2013). Characterization and intercomparison of global moderate resolution LAI products. JGR: Biogeosciences, 118, 529–548.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[6] Claverie et al. (2016). A 30+ year AVHRR LAI and FAPAR climate data record. Remote Sensing, 8, 263.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3D5841"/>
          </a:solidFill>
        </p:spPr>
      </p:pic>
      <p:sp>
        <p:nvSpPr>
          <p:cNvPr id="9" name="文本框 8"/>
          <p:cNvSpPr txBox="1"/>
          <p:nvPr/>
        </p:nvSpPr>
        <p:spPr>
          <a:xfrm>
            <a:off x="770890" y="539750"/>
            <a:ext cx="4775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感谢聆听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2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3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4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5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6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7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8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9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10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11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12.xml><?xml version="1.0" encoding="utf-8"?>
<p:tagLst xmlns:p="http://schemas.openxmlformats.org/presentationml/2006/main">
  <p:tag name="KSO_WM_DIAGRAM_VIRTUALLY_FRAME" val="{&quot;height&quot;:216.55417322834646,&quot;left&quot;:72.95,&quot;top&quot;:252.08251968503936,&quot;width&quot;:855.75}"/>
</p:tagLst>
</file>

<file path=ppt/tags/tag13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4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5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6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7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8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19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2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3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4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5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6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7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8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9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509.19307086614174}"/>
</p:tagLst>
</file>

<file path=ppt/tags/tag30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509.19307086614174}"/>
</p:tagLst>
</file>

<file path=ppt/tags/tag31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509.19307086614174}"/>
</p:tagLst>
</file>

<file path=ppt/tags/tag32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509.19307086614174}"/>
</p:tagLst>
</file>

<file path=ppt/tags/tag33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34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35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36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37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38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39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40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41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42.xml><?xml version="1.0" encoding="utf-8"?>
<p:tagLst xmlns:p="http://schemas.openxmlformats.org/presentationml/2006/main">
  <p:tag name="KSO_WM_DIAGRAM_VIRTUALLY_FRAME" val="{&quot;height&quot;:283.35,&quot;left&quot;:357.2,&quot;top&quot;:214.65,&quot;width&quot;:598.3}"/>
</p:tagLst>
</file>

<file path=ppt/tags/tag4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4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5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6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76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77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78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79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80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81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82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83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84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85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86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87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88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89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9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9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0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1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2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2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2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23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24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25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26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27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28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29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30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31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32.xml><?xml version="1.0" encoding="utf-8"?>
<p:tagLst xmlns:p="http://schemas.openxmlformats.org/presentationml/2006/main">
  <p:tag name="KSO_WM_DIAGRAM_VIRTUALLY_FRAME" val="{&quot;height&quot;:299.65,&quot;left&quot;:31.75,&quot;top&quot;:179.4,&quot;width&quot;:466.95}"/>
</p:tagLst>
</file>

<file path=ppt/tags/tag13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3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4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6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7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8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59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0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1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2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3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4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5.xml><?xml version="1.0" encoding="utf-8"?>
<p:tagLst xmlns:p="http://schemas.openxmlformats.org/presentationml/2006/main">
  <p:tag name="KSO_WM_DIAGRAM_VIRTUALLY_FRAME" val="{&quot;height&quot;:435.704094488189,&quot;left&quot;:31.8,&quot;top&quot;:44.444251968503934,&quot;width&quot;:920.8322834645669}"/>
</p:tagLst>
</file>

<file path=ppt/tags/tag166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67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68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69.xml><?xml version="1.0" encoding="utf-8"?>
<p:tagLst xmlns:p="http://schemas.openxmlformats.org/presentationml/2006/main">
  <p:tag name="KSO_WM_DIAGRAM_VIRTUALLY_FRAME" val="{&quot;height&quot;:435.704094488189,&quot;left&quot;:33.176771653543305,&quot;top&quot;:44.444251968503934,&quot;width&quot;:919.4555118110236}"/>
</p:tagLst>
</file>

<file path=ppt/tags/tag170.xml><?xml version="1.0" encoding="utf-8"?>
<p:tagLst xmlns:p="http://schemas.openxmlformats.org/presentationml/2006/main">
  <p:tag name="TABLE_ENDDRAG_ORIGIN_RECT" val="712*279"/>
  <p:tag name="TABLE_ENDDRAG_RECT" val="111*217*712*279"/>
</p:tagLst>
</file>

<file path=ppt/tags/tag171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172.xml><?xml version="1.0" encoding="utf-8"?>
<p:tagLst xmlns:p="http://schemas.openxmlformats.org/presentationml/2006/main">
  <p:tag name="KSO_WM_DIAGRAM_VIRTUALLY_FRAME" val="{&quot;height&quot;:192.34622047244093,&quot;left&quot;:450.7569291338583,&quot;top&quot;:187.9311811023622,&quot;width&quot;:456.5001574803149}"/>
</p:tagLst>
</file>

<file path=ppt/tags/tag173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4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5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6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7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8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79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80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81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82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83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4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5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6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7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8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89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90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91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92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3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4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5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6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7.xml><?xml version="1.0" encoding="utf-8"?>
<p:tagLst xmlns:p="http://schemas.openxmlformats.org/presentationml/2006/main">
  <p:tag name="KSO_WM_DIAGRAM_VIRTUALLY_FRAME" val="{&quot;height&quot;:318.2237007874015,&quot;left&quot;:31.29102362204724,&quot;top&quot;:93,&quot;width&quot;:914.9944094488188}"/>
</p:tagLst>
</file>

<file path=ppt/tags/tag198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199.xml><?xml version="1.0" encoding="utf-8"?>
<p:tagLst xmlns:p="http://schemas.openxmlformats.org/presentationml/2006/main">
  <p:tag name="KSO_WM_DIAGRAM_VIRTUALLY_FRAME" val="{&quot;height&quot;:314.105590551181,&quot;left&quot;:31.29102362204724,&quot;top&quot;:97.11811023622047,&quot;width&quot;:914.9944094488188}"/>
</p:tagLst>
</file>

<file path=ppt/tags/tag200.xml><?xml version="1.0" encoding="utf-8"?>
<p:tagLst xmlns:p="http://schemas.openxmlformats.org/presentationml/2006/main">
  <p:tag name="KSO_WM_DIAGRAM_VIRTUALLY_FRAME" val="{&quot;height&quot;:192.34622047244093,&quot;left&quot;:447.9069291338583,&quot;top&quot;:178.53118110236218,&quot;width&quot;:456.5001574803149}"/>
</p:tagLst>
</file>

<file path=ppt/tags/tag201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2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3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4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5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6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7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8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09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0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1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2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3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4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5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6.xml><?xml version="1.0" encoding="utf-8"?>
<p:tagLst xmlns:p="http://schemas.openxmlformats.org/presentationml/2006/main">
  <p:tag name="KSO_WM_DIAGRAM_VIRTUALLY_FRAME" val="{&quot;height&quot;:387.3255118110236,&quot;left&quot;:65.84787401574803,&quot;top&quot;:102.3244094488189,&quot;width&quot;:458.1484251968503}"/>
</p:tagLst>
</file>

<file path=ppt/tags/tag217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18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19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0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1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2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3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4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5.xml><?xml version="1.0" encoding="utf-8"?>
<p:tagLst xmlns:p="http://schemas.openxmlformats.org/presentationml/2006/main">
  <p:tag name="KSO_WM_DIAGRAM_VIRTUALLY_FRAME" val="{&quot;height&quot;:268.9100787401575,&quot;left&quot;:56.13582677165355,&quot;top&quot;:143.28188976377953,&quot;width&quot;:463.6400787401575}"/>
</p:tagLst>
</file>

<file path=ppt/tags/tag22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2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2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2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3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4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5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6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7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8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29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0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1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2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7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8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39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0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1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2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3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4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5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6.xml><?xml version="1.0" encoding="utf-8"?>
<p:tagLst xmlns:p="http://schemas.openxmlformats.org/presentationml/2006/main">
  <p:tag name="KSO_WM_DIAGRAM_VIRTUALLY_FRAME" val="{&quot;height&quot;:357.5897637795276,&quot;left&quot;:40.78007874015748,&quot;top&quot;:115.14866141732284,&quot;width&quot;:891.7104724409448}"/>
</p:tagLst>
</file>

<file path=ppt/tags/tag347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jb3VudCI6MiwiaGRpZCI6IjJjMTc2ODc5YjgyZjhmMzFhMmQ3ZDgwNDFiNDU3Yjg3IiwidXNlckNvdW50IjoxfQ=="/>
  <p:tag name="resource_record_key" val="{&quot;29&quot;:[50000140,50000113,50000199,50000047]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5462</Words>
  <Application>WPS 演示</Application>
  <PresentationFormat>自定义</PresentationFormat>
  <Paragraphs>474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仿宋</vt:lpstr>
      <vt:lpstr>苏新诗古印宋简</vt:lpstr>
      <vt:lpstr>汉仪细中圆简</vt:lpstr>
      <vt:lpstr>David</vt:lpstr>
      <vt:lpstr>Arial Unicode MS</vt:lpstr>
      <vt:lpstr>等线 Light</vt:lpstr>
      <vt:lpstr>等线</vt:lpstr>
      <vt:lpstr>Calibri</vt:lpstr>
      <vt:lpstr>华文仿宋</vt:lpstr>
      <vt:lpstr>思源宋体 CN Heavy</vt:lpstr>
      <vt:lpstr>Segoe Print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高级感绿色</dc:title>
  <dc:creator>第一PPT</dc:creator>
  <cp:keywords>www.1ppt.com</cp:keywords>
  <dc:description>www.1ppt.com</dc:description>
  <cp:lastModifiedBy>许愿</cp:lastModifiedBy>
  <cp:revision>88</cp:revision>
  <dcterms:created xsi:type="dcterms:W3CDTF">2019-06-04T01:23:00Z</dcterms:created>
  <dcterms:modified xsi:type="dcterms:W3CDTF">2026-07-31T13:28:08Z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198E3089E93B4ECF8C0C337003D3EC16_13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v1.0_mb_KbqOOr2Wbm4hqcUciwXGbA==</vt:lpwstr>
  </property>
</Properties>
</file>